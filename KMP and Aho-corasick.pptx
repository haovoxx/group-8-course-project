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66"/>
  </p:notesMasterIdLst>
  <p:handoutMasterIdLst>
    <p:handoutMasterId r:id="rId67"/>
  </p:handoutMasterIdLst>
  <p:sldIdLst>
    <p:sldId id="256" r:id="rId2"/>
    <p:sldId id="317" r:id="rId3"/>
    <p:sldId id="266" r:id="rId4"/>
    <p:sldId id="334" r:id="rId5"/>
    <p:sldId id="268" r:id="rId6"/>
    <p:sldId id="276" r:id="rId7"/>
    <p:sldId id="264" r:id="rId8"/>
    <p:sldId id="273" r:id="rId9"/>
    <p:sldId id="274" r:id="rId10"/>
    <p:sldId id="275" r:id="rId11"/>
    <p:sldId id="277" r:id="rId12"/>
    <p:sldId id="278" r:id="rId13"/>
    <p:sldId id="279" r:id="rId14"/>
    <p:sldId id="280" r:id="rId15"/>
    <p:sldId id="281" r:id="rId16"/>
    <p:sldId id="282" r:id="rId17"/>
    <p:sldId id="283" r:id="rId18"/>
    <p:sldId id="284" r:id="rId19"/>
    <p:sldId id="285" r:id="rId20"/>
    <p:sldId id="303" r:id="rId21"/>
    <p:sldId id="289" r:id="rId22"/>
    <p:sldId id="290" r:id="rId23"/>
    <p:sldId id="291" r:id="rId24"/>
    <p:sldId id="292" r:id="rId25"/>
    <p:sldId id="293" r:id="rId26"/>
    <p:sldId id="294" r:id="rId27"/>
    <p:sldId id="295" r:id="rId28"/>
    <p:sldId id="296" r:id="rId29"/>
    <p:sldId id="297" r:id="rId30"/>
    <p:sldId id="302" r:id="rId31"/>
    <p:sldId id="301" r:id="rId32"/>
    <p:sldId id="299" r:id="rId33"/>
    <p:sldId id="306" r:id="rId34"/>
    <p:sldId id="312" r:id="rId35"/>
    <p:sldId id="316" r:id="rId36"/>
    <p:sldId id="326" r:id="rId37"/>
    <p:sldId id="258" r:id="rId38"/>
    <p:sldId id="263" r:id="rId39"/>
    <p:sldId id="328" r:id="rId40"/>
    <p:sldId id="260" r:id="rId41"/>
    <p:sldId id="259" r:id="rId42"/>
    <p:sldId id="327" r:id="rId43"/>
    <p:sldId id="261" r:id="rId44"/>
    <p:sldId id="265" r:id="rId45"/>
    <p:sldId id="331" r:id="rId46"/>
    <p:sldId id="319" r:id="rId47"/>
    <p:sldId id="270" r:id="rId48"/>
    <p:sldId id="320" r:id="rId49"/>
    <p:sldId id="307" r:id="rId50"/>
    <p:sldId id="325" r:id="rId51"/>
    <p:sldId id="321" r:id="rId52"/>
    <p:sldId id="308" r:id="rId53"/>
    <p:sldId id="309" r:id="rId54"/>
    <p:sldId id="322" r:id="rId55"/>
    <p:sldId id="310" r:id="rId56"/>
    <p:sldId id="311" r:id="rId57"/>
    <p:sldId id="323" r:id="rId58"/>
    <p:sldId id="324" r:id="rId59"/>
    <p:sldId id="313" r:id="rId60"/>
    <p:sldId id="314" r:id="rId61"/>
    <p:sldId id="315" r:id="rId62"/>
    <p:sldId id="332" r:id="rId63"/>
    <p:sldId id="333" r:id="rId64"/>
    <p:sldId id="262" r:id="rId65"/>
  </p:sldIdLst>
  <p:sldSz cx="12192000" cy="6858000"/>
  <p:notesSz cx="6858000" cy="9144000"/>
  <p:defaultTextStyle>
    <a:defPPr>
      <a:defRPr lang="en-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D5478B-B5E6-954A-AE92-4F4031202745}" v="3046" dt="2025-03-31T07:55:53.9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18"/>
  </p:normalViewPr>
  <p:slideViewPr>
    <p:cSldViewPr snapToGrid="0">
      <p:cViewPr varScale="1">
        <p:scale>
          <a:sx n="116" d="100"/>
          <a:sy n="116" d="100"/>
        </p:scale>
        <p:origin x="2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Õ ĐÌNH CAO MINH HÀO" userId="117ef4e9-d17a-4134-95de-04d4e3db2ff5" providerId="ADAL" clId="{34D5478B-B5E6-954A-AE92-4F4031202745}"/>
    <pc:docChg chg="undo redo custSel addSld delSld modSld sldOrd addMainMaster delMainMaster">
      <pc:chgData name="VÕ ĐÌNH CAO MINH HÀO" userId="117ef4e9-d17a-4134-95de-04d4e3db2ff5" providerId="ADAL" clId="{34D5478B-B5E6-954A-AE92-4F4031202745}" dt="2025-03-31T07:55:53.987" v="3388" actId="16959"/>
      <pc:docMkLst>
        <pc:docMk/>
      </pc:docMkLst>
      <pc:sldChg chg="addSp delSp modSp mod setBg modClrScheme chgLayout">
        <pc:chgData name="VÕ ĐÌNH CAO MINH HÀO" userId="117ef4e9-d17a-4134-95de-04d4e3db2ff5" providerId="ADAL" clId="{34D5478B-B5E6-954A-AE92-4F4031202745}" dt="2025-03-31T07:00:59.170" v="3374"/>
        <pc:sldMkLst>
          <pc:docMk/>
          <pc:sldMk cId="1917106234" sldId="256"/>
        </pc:sldMkLst>
        <pc:spChg chg="mod">
          <ac:chgData name="VÕ ĐÌNH CAO MINH HÀO" userId="117ef4e9-d17a-4134-95de-04d4e3db2ff5" providerId="ADAL" clId="{34D5478B-B5E6-954A-AE92-4F4031202745}" dt="2025-03-26T13:42:34.084" v="59" actId="26606"/>
          <ac:spMkLst>
            <pc:docMk/>
            <pc:sldMk cId="1917106234" sldId="256"/>
            <ac:spMk id="2" creationId="{2A600D9E-222E-1788-0E45-E9F43C933E8D}"/>
          </ac:spMkLst>
        </pc:spChg>
        <pc:spChg chg="mod">
          <ac:chgData name="VÕ ĐÌNH CAO MINH HÀO" userId="117ef4e9-d17a-4134-95de-04d4e3db2ff5" providerId="ADAL" clId="{34D5478B-B5E6-954A-AE92-4F4031202745}" dt="2025-03-26T13:42:37.387" v="60" actId="20577"/>
          <ac:spMkLst>
            <pc:docMk/>
            <pc:sldMk cId="1917106234" sldId="256"/>
            <ac:spMk id="3" creationId="{BBDE6BB8-76EF-A6F9-312C-CB7940F7D1E6}"/>
          </ac:spMkLst>
        </pc:spChg>
        <pc:spChg chg="add mod">
          <ac:chgData name="VÕ ĐÌNH CAO MINH HÀO" userId="117ef4e9-d17a-4134-95de-04d4e3db2ff5" providerId="ADAL" clId="{34D5478B-B5E6-954A-AE92-4F4031202745}" dt="2025-03-29T09:31:35.350" v="3282" actId="1076"/>
          <ac:spMkLst>
            <pc:docMk/>
            <pc:sldMk cId="1917106234" sldId="256"/>
            <ac:spMk id="4" creationId="{C00E2156-AAC7-C2B2-303E-413870860AE4}"/>
          </ac:spMkLst>
        </pc:spChg>
        <pc:spChg chg="add del mod">
          <ac:chgData name="VÕ ĐÌNH CAO MINH HÀO" userId="117ef4e9-d17a-4134-95de-04d4e3db2ff5" providerId="ADAL" clId="{34D5478B-B5E6-954A-AE92-4F4031202745}" dt="2025-03-31T07:00:59.170" v="3374"/>
          <ac:spMkLst>
            <pc:docMk/>
            <pc:sldMk cId="1917106234" sldId="256"/>
            <ac:spMk id="6" creationId="{C2E06C8F-5615-226D-AE90-DF102774DEAA}"/>
          </ac:spMkLst>
        </pc:spChg>
        <pc:spChg chg="add del">
          <ac:chgData name="VÕ ĐÌNH CAO MINH HÀO" userId="117ef4e9-d17a-4134-95de-04d4e3db2ff5" providerId="ADAL" clId="{34D5478B-B5E6-954A-AE92-4F4031202745}" dt="2025-03-26T13:42:34.084" v="59" actId="26606"/>
          <ac:spMkLst>
            <pc:docMk/>
            <pc:sldMk cId="1917106234" sldId="256"/>
            <ac:spMk id="10" creationId="{362D44EE-C852-4460-B8B5-C4F2BC20510C}"/>
          </ac:spMkLst>
        </pc:spChg>
        <pc:spChg chg="add del">
          <ac:chgData name="VÕ ĐÌNH CAO MINH HÀO" userId="117ef4e9-d17a-4134-95de-04d4e3db2ff5" providerId="ADAL" clId="{34D5478B-B5E6-954A-AE92-4F4031202745}" dt="2025-03-26T13:42:34.084" v="59" actId="26606"/>
          <ac:spMkLst>
            <pc:docMk/>
            <pc:sldMk cId="1917106234" sldId="256"/>
            <ac:spMk id="12" creationId="{658970D8-8D1D-4B5C-894B-E871CC86543D}"/>
          </ac:spMkLst>
        </pc:spChg>
        <pc:spChg chg="add del">
          <ac:chgData name="VÕ ĐÌNH CAO MINH HÀO" userId="117ef4e9-d17a-4134-95de-04d4e3db2ff5" providerId="ADAL" clId="{34D5478B-B5E6-954A-AE92-4F4031202745}" dt="2025-03-26T13:42:34.084" v="59" actId="26606"/>
          <ac:spMkLst>
            <pc:docMk/>
            <pc:sldMk cId="1917106234" sldId="256"/>
            <ac:spMk id="14" creationId="{F227E5B6-9132-43CA-B503-37A18562ADF2}"/>
          </ac:spMkLst>
        </pc:spChg>
        <pc:spChg chg="add del">
          <ac:chgData name="VÕ ĐÌNH CAO MINH HÀO" userId="117ef4e9-d17a-4134-95de-04d4e3db2ff5" providerId="ADAL" clId="{34D5478B-B5E6-954A-AE92-4F4031202745}" dt="2025-03-26T13:42:34.084" v="59" actId="26606"/>
          <ac:spMkLst>
            <pc:docMk/>
            <pc:sldMk cId="1917106234" sldId="256"/>
            <ac:spMk id="16" creationId="{03C2051E-A88D-48E5-BACF-AAED17892722}"/>
          </ac:spMkLst>
        </pc:spChg>
        <pc:spChg chg="add del">
          <ac:chgData name="VÕ ĐÌNH CAO MINH HÀO" userId="117ef4e9-d17a-4134-95de-04d4e3db2ff5" providerId="ADAL" clId="{34D5478B-B5E6-954A-AE92-4F4031202745}" dt="2025-03-26T13:42:34.084" v="59" actId="26606"/>
          <ac:spMkLst>
            <pc:docMk/>
            <pc:sldMk cId="1917106234" sldId="256"/>
            <ac:spMk id="18" creationId="{7821A508-2985-4905-874A-527429BAABFA}"/>
          </ac:spMkLst>
        </pc:spChg>
        <pc:spChg chg="add del">
          <ac:chgData name="VÕ ĐÌNH CAO MINH HÀO" userId="117ef4e9-d17a-4134-95de-04d4e3db2ff5" providerId="ADAL" clId="{34D5478B-B5E6-954A-AE92-4F4031202745}" dt="2025-03-26T13:42:34.084" v="59" actId="26606"/>
          <ac:spMkLst>
            <pc:docMk/>
            <pc:sldMk cId="1917106234" sldId="256"/>
            <ac:spMk id="20" creationId="{D2929CB1-0E3C-4B2D-ADC5-0154FB33BA44}"/>
          </ac:spMkLst>
        </pc:spChg>
        <pc:spChg chg="add del">
          <ac:chgData name="VÕ ĐÌNH CAO MINH HÀO" userId="117ef4e9-d17a-4134-95de-04d4e3db2ff5" providerId="ADAL" clId="{34D5478B-B5E6-954A-AE92-4F4031202745}" dt="2025-03-26T13:42:34.084" v="59" actId="26606"/>
          <ac:spMkLst>
            <pc:docMk/>
            <pc:sldMk cId="1917106234" sldId="256"/>
            <ac:spMk id="22" creationId="{5F2F0C84-BE8C-4DC2-A6D3-30349A801D5C}"/>
          </ac:spMkLst>
        </pc:spChg>
        <pc:spChg chg="add">
          <ac:chgData name="VÕ ĐÌNH CAO MINH HÀO" userId="117ef4e9-d17a-4134-95de-04d4e3db2ff5" providerId="ADAL" clId="{34D5478B-B5E6-954A-AE92-4F4031202745}" dt="2025-03-26T13:42:34.084" v="59" actId="26606"/>
          <ac:spMkLst>
            <pc:docMk/>
            <pc:sldMk cId="1917106234" sldId="256"/>
            <ac:spMk id="24" creationId="{61FB7DE9-F562-4290-99B7-8C2189D61165}"/>
          </ac:spMkLst>
        </pc:spChg>
        <pc:spChg chg="add">
          <ac:chgData name="VÕ ĐÌNH CAO MINH HÀO" userId="117ef4e9-d17a-4134-95de-04d4e3db2ff5" providerId="ADAL" clId="{34D5478B-B5E6-954A-AE92-4F4031202745}" dt="2025-03-26T13:42:34.084" v="59" actId="26606"/>
          <ac:spMkLst>
            <pc:docMk/>
            <pc:sldMk cId="1917106234" sldId="256"/>
            <ac:spMk id="25" creationId="{8337CC61-9E93-4D80-9F1C-12CE9A0C07F6}"/>
          </ac:spMkLst>
        </pc:spChg>
        <pc:spChg chg="add">
          <ac:chgData name="VÕ ĐÌNH CAO MINH HÀO" userId="117ef4e9-d17a-4134-95de-04d4e3db2ff5" providerId="ADAL" clId="{34D5478B-B5E6-954A-AE92-4F4031202745}" dt="2025-03-26T13:42:34.084" v="59" actId="26606"/>
          <ac:spMkLst>
            <pc:docMk/>
            <pc:sldMk cId="1917106234" sldId="256"/>
            <ac:spMk id="26" creationId="{B354F8A8-7D5A-4944-8B6C-36BBF5C0FAFB}"/>
          </ac:spMkLst>
        </pc:spChg>
        <pc:spChg chg="add del">
          <ac:chgData name="VÕ ĐÌNH CAO MINH HÀO" userId="117ef4e9-d17a-4134-95de-04d4e3db2ff5" providerId="ADAL" clId="{34D5478B-B5E6-954A-AE92-4F4031202745}" dt="2025-03-26T13:42:12.338" v="58" actId="26606"/>
          <ac:spMkLst>
            <pc:docMk/>
            <pc:sldMk cId="1917106234" sldId="256"/>
            <ac:spMk id="27" creationId="{FE74E104-78A8-4DFA-9782-03C75DE1BF02}"/>
          </ac:spMkLst>
        </pc:spChg>
        <pc:spChg chg="add del">
          <ac:chgData name="VÕ ĐÌNH CAO MINH HÀO" userId="117ef4e9-d17a-4134-95de-04d4e3db2ff5" providerId="ADAL" clId="{34D5478B-B5E6-954A-AE92-4F4031202745}" dt="2025-03-26T13:42:12.338" v="58" actId="26606"/>
          <ac:spMkLst>
            <pc:docMk/>
            <pc:sldMk cId="1917106234" sldId="256"/>
            <ac:spMk id="29" creationId="{1747BCEA-D77E-4BD6-8954-C64996AB739A}"/>
          </ac:spMkLst>
        </pc:spChg>
        <pc:spChg chg="add del">
          <ac:chgData name="VÕ ĐÌNH CAO MINH HÀO" userId="117ef4e9-d17a-4134-95de-04d4e3db2ff5" providerId="ADAL" clId="{34D5478B-B5E6-954A-AE92-4F4031202745}" dt="2025-03-26T13:42:12.338" v="58" actId="26606"/>
          <ac:spMkLst>
            <pc:docMk/>
            <pc:sldMk cId="1917106234" sldId="256"/>
            <ac:spMk id="31" creationId="{76D563F6-B8F0-406F-A032-1E478CA25158}"/>
          </ac:spMkLst>
        </pc:spChg>
        <pc:picChg chg="add del mod">
          <ac:chgData name="VÕ ĐÌNH CAO MINH HÀO" userId="117ef4e9-d17a-4134-95de-04d4e3db2ff5" providerId="ADAL" clId="{34D5478B-B5E6-954A-AE92-4F4031202745}" dt="2025-03-28T08:55:26.427" v="2121" actId="478"/>
          <ac:picMkLst>
            <pc:docMk/>
            <pc:sldMk cId="1917106234" sldId="256"/>
            <ac:picMk id="4" creationId="{C8D9D027-80D5-4CEB-E6A1-CA8BF94D478A}"/>
          </ac:picMkLst>
        </pc:picChg>
        <pc:picChg chg="add mod">
          <ac:chgData name="VÕ ĐÌNH CAO MINH HÀO" userId="117ef4e9-d17a-4134-95de-04d4e3db2ff5" providerId="ADAL" clId="{34D5478B-B5E6-954A-AE92-4F4031202745}" dt="2025-03-26T13:43:09.670" v="63" actId="1076"/>
          <ac:picMkLst>
            <pc:docMk/>
            <pc:sldMk cId="1917106234" sldId="256"/>
            <ac:picMk id="5" creationId="{7A7ADE8F-CAF2-4539-C374-81379B601B79}"/>
          </ac:picMkLst>
        </pc:picChg>
      </pc:sldChg>
      <pc:sldChg chg="new del">
        <pc:chgData name="VÕ ĐÌNH CAO MINH HÀO" userId="117ef4e9-d17a-4134-95de-04d4e3db2ff5" providerId="ADAL" clId="{34D5478B-B5E6-954A-AE92-4F4031202745}" dt="2025-03-26T13:42:53.183" v="62" actId="2696"/>
        <pc:sldMkLst>
          <pc:docMk/>
          <pc:sldMk cId="1353726630" sldId="257"/>
        </pc:sldMkLst>
      </pc:sldChg>
      <pc:sldChg chg="del">
        <pc:chgData name="VÕ ĐÌNH CAO MINH HÀO" userId="117ef4e9-d17a-4134-95de-04d4e3db2ff5" providerId="ADAL" clId="{34D5478B-B5E6-954A-AE92-4F4031202745}" dt="2025-03-27T11:19:44.870" v="1249" actId="2696"/>
        <pc:sldMkLst>
          <pc:docMk/>
          <pc:sldMk cId="4028384914" sldId="257"/>
        </pc:sldMkLst>
      </pc:sldChg>
      <pc:sldChg chg="new add del">
        <pc:chgData name="VÕ ĐÌNH CAO MINH HÀO" userId="117ef4e9-d17a-4134-95de-04d4e3db2ff5" providerId="ADAL" clId="{34D5478B-B5E6-954A-AE92-4F4031202745}" dt="2025-03-26T13:42:11.853" v="57" actId="680"/>
        <pc:sldMkLst>
          <pc:docMk/>
          <pc:sldMk cId="4186840365" sldId="257"/>
        </pc:sldMkLst>
      </pc:sldChg>
      <pc:sldChg chg="add del">
        <pc:chgData name="VÕ ĐÌNH CAO MINH HÀO" userId="117ef4e9-d17a-4134-95de-04d4e3db2ff5" providerId="ADAL" clId="{34D5478B-B5E6-954A-AE92-4F4031202745}" dt="2025-03-28T06:45:52.225" v="1333" actId="2696"/>
        <pc:sldMkLst>
          <pc:docMk/>
          <pc:sldMk cId="258481584" sldId="258"/>
        </pc:sldMkLst>
      </pc:sldChg>
      <pc:sldChg chg="addSp delSp modSp add">
        <pc:chgData name="VÕ ĐÌNH CAO MINH HÀO" userId="117ef4e9-d17a-4134-95de-04d4e3db2ff5" providerId="ADAL" clId="{34D5478B-B5E6-954A-AE92-4F4031202745}" dt="2025-03-31T07:00:59.170" v="3374"/>
        <pc:sldMkLst>
          <pc:docMk/>
          <pc:sldMk cId="3323686547" sldId="258"/>
        </pc:sldMkLst>
        <pc:spChg chg="add mod">
          <ac:chgData name="VÕ ĐÌNH CAO MINH HÀO" userId="117ef4e9-d17a-4134-95de-04d4e3db2ff5" providerId="ADAL" clId="{34D5478B-B5E6-954A-AE92-4F4031202745}" dt="2025-03-29T09:29:52.084" v="3280"/>
          <ac:spMkLst>
            <pc:docMk/>
            <pc:sldMk cId="3323686547" sldId="258"/>
            <ac:spMk id="4" creationId="{6782E02C-243B-BA5A-B89B-EF1350651148}"/>
          </ac:spMkLst>
        </pc:spChg>
        <pc:spChg chg="add del mod">
          <ac:chgData name="VÕ ĐÌNH CAO MINH HÀO" userId="117ef4e9-d17a-4134-95de-04d4e3db2ff5" providerId="ADAL" clId="{34D5478B-B5E6-954A-AE92-4F4031202745}" dt="2025-03-31T07:00:59.170" v="3374"/>
          <ac:spMkLst>
            <pc:docMk/>
            <pc:sldMk cId="3323686547" sldId="258"/>
            <ac:spMk id="5" creationId="{CA156EBF-DC4B-CCA7-EDAE-4274AEB7F96C}"/>
          </ac:spMkLst>
        </pc:spChg>
        <pc:picChg chg="add mod">
          <ac:chgData name="VÕ ĐÌNH CAO MINH HÀO" userId="117ef4e9-d17a-4134-95de-04d4e3db2ff5" providerId="ADAL" clId="{34D5478B-B5E6-954A-AE92-4F4031202745}" dt="2025-03-28T08:50:20.782" v="2086"/>
          <ac:picMkLst>
            <pc:docMk/>
            <pc:sldMk cId="3323686547" sldId="258"/>
            <ac:picMk id="3" creationId="{4FD5984B-BC47-42A9-C332-E18A7DA26FA4}"/>
          </ac:picMkLst>
        </pc:picChg>
      </pc:sldChg>
      <pc:sldChg chg="addSp delSp add del setBg delDesignElem">
        <pc:chgData name="VÕ ĐÌNH CAO MINH HÀO" userId="117ef4e9-d17a-4134-95de-04d4e3db2ff5" providerId="ADAL" clId="{34D5478B-B5E6-954A-AE92-4F4031202745}" dt="2025-03-28T06:45:44.970" v="1331"/>
        <pc:sldMkLst>
          <pc:docMk/>
          <pc:sldMk cId="4043072529" sldId="258"/>
        </pc:sldMkLst>
        <pc:spChg chg="add del">
          <ac:chgData name="VÕ ĐÌNH CAO MINH HÀO" userId="117ef4e9-d17a-4134-95de-04d4e3db2ff5" providerId="ADAL" clId="{34D5478B-B5E6-954A-AE92-4F4031202745}" dt="2025-03-28T06:45:44.970" v="1331"/>
          <ac:spMkLst>
            <pc:docMk/>
            <pc:sldMk cId="4043072529" sldId="258"/>
            <ac:spMk id="10" creationId="{3C6DB943-79CD-46F9-83E1-9610EB176F2E}"/>
          </ac:spMkLst>
        </pc:spChg>
        <pc:spChg chg="add del">
          <ac:chgData name="VÕ ĐÌNH CAO MINH HÀO" userId="117ef4e9-d17a-4134-95de-04d4e3db2ff5" providerId="ADAL" clId="{34D5478B-B5E6-954A-AE92-4F4031202745}" dt="2025-03-28T06:45:44.970" v="1331"/>
          <ac:spMkLst>
            <pc:docMk/>
            <pc:sldMk cId="4043072529" sldId="258"/>
            <ac:spMk id="12" creationId="{8337CC61-9E93-4D80-9F1C-12CE9A0C07F6}"/>
          </ac:spMkLst>
        </pc:spChg>
      </pc:sldChg>
      <pc:sldChg chg="addSp delSp modSp">
        <pc:chgData name="VÕ ĐÌNH CAO MINH HÀO" userId="117ef4e9-d17a-4134-95de-04d4e3db2ff5" providerId="ADAL" clId="{34D5478B-B5E6-954A-AE92-4F4031202745}" dt="2025-03-31T07:00:59.170" v="3374"/>
        <pc:sldMkLst>
          <pc:docMk/>
          <pc:sldMk cId="3145482011" sldId="259"/>
        </pc:sldMkLst>
        <pc:spChg chg="add mod">
          <ac:chgData name="VÕ ĐÌNH CAO MINH HÀO" userId="117ef4e9-d17a-4134-95de-04d4e3db2ff5" providerId="ADAL" clId="{34D5478B-B5E6-954A-AE92-4F4031202745}" dt="2025-03-29T09:29:52.084" v="3280"/>
          <ac:spMkLst>
            <pc:docMk/>
            <pc:sldMk cId="3145482011" sldId="259"/>
            <ac:spMk id="5" creationId="{D21B83AF-B750-64F4-B39C-38EC56A9F27E}"/>
          </ac:spMkLst>
        </pc:spChg>
        <pc:spChg chg="add del mod">
          <ac:chgData name="VÕ ĐÌNH CAO MINH HÀO" userId="117ef4e9-d17a-4134-95de-04d4e3db2ff5" providerId="ADAL" clId="{34D5478B-B5E6-954A-AE92-4F4031202745}" dt="2025-03-31T07:00:59.170" v="3374"/>
          <ac:spMkLst>
            <pc:docMk/>
            <pc:sldMk cId="3145482011" sldId="259"/>
            <ac:spMk id="6" creationId="{86C62503-D457-8ADD-57EF-4AD6A7A2F14B}"/>
          </ac:spMkLst>
        </pc:spChg>
        <pc:picChg chg="add mod">
          <ac:chgData name="VÕ ĐÌNH CAO MINH HÀO" userId="117ef4e9-d17a-4134-95de-04d4e3db2ff5" providerId="ADAL" clId="{34D5478B-B5E6-954A-AE92-4F4031202745}" dt="2025-03-28T08:50:34.868" v="2091"/>
          <ac:picMkLst>
            <pc:docMk/>
            <pc:sldMk cId="3145482011" sldId="259"/>
            <ac:picMk id="3" creationId="{A8A26595-FDF8-AD01-46DE-1715FFE8CB9A}"/>
          </ac:picMkLst>
        </pc:picChg>
      </pc:sldChg>
      <pc:sldChg chg="addSp delSp modSp add">
        <pc:chgData name="VÕ ĐÌNH CAO MINH HÀO" userId="117ef4e9-d17a-4134-95de-04d4e3db2ff5" providerId="ADAL" clId="{34D5478B-B5E6-954A-AE92-4F4031202745}" dt="2025-03-31T07:00:59.170" v="3374"/>
        <pc:sldMkLst>
          <pc:docMk/>
          <pc:sldMk cId="1372132959" sldId="260"/>
        </pc:sldMkLst>
        <pc:spChg chg="add mod">
          <ac:chgData name="VÕ ĐÌNH CAO MINH HÀO" userId="117ef4e9-d17a-4134-95de-04d4e3db2ff5" providerId="ADAL" clId="{34D5478B-B5E6-954A-AE92-4F4031202745}" dt="2025-03-29T09:29:52.084" v="3280"/>
          <ac:spMkLst>
            <pc:docMk/>
            <pc:sldMk cId="1372132959" sldId="260"/>
            <ac:spMk id="4" creationId="{63F37EFB-F4E6-4004-BEAC-9FD8AC1B4253}"/>
          </ac:spMkLst>
        </pc:spChg>
        <pc:spChg chg="add del mod">
          <ac:chgData name="VÕ ĐÌNH CAO MINH HÀO" userId="117ef4e9-d17a-4134-95de-04d4e3db2ff5" providerId="ADAL" clId="{34D5478B-B5E6-954A-AE92-4F4031202745}" dt="2025-03-31T07:00:59.170" v="3374"/>
          <ac:spMkLst>
            <pc:docMk/>
            <pc:sldMk cId="1372132959" sldId="260"/>
            <ac:spMk id="5" creationId="{D0CBC67C-0D84-353D-E0CE-3B831017AA0D}"/>
          </ac:spMkLst>
        </pc:spChg>
        <pc:picChg chg="add mod">
          <ac:chgData name="VÕ ĐÌNH CAO MINH HÀO" userId="117ef4e9-d17a-4134-95de-04d4e3db2ff5" providerId="ADAL" clId="{34D5478B-B5E6-954A-AE92-4F4031202745}" dt="2025-03-28T08:50:30.023" v="2090"/>
          <ac:picMkLst>
            <pc:docMk/>
            <pc:sldMk cId="1372132959" sldId="260"/>
            <ac:picMk id="3" creationId="{6D21E9EF-A0F9-527E-B545-C212602D0590}"/>
          </ac:picMkLst>
        </pc:picChg>
      </pc:sldChg>
      <pc:sldChg chg="add del">
        <pc:chgData name="VÕ ĐÌNH CAO MINH HÀO" userId="117ef4e9-d17a-4134-95de-04d4e3db2ff5" providerId="ADAL" clId="{34D5478B-B5E6-954A-AE92-4F4031202745}" dt="2025-03-28T06:45:52.225" v="1333" actId="2696"/>
        <pc:sldMkLst>
          <pc:docMk/>
          <pc:sldMk cId="2302746701" sldId="260"/>
        </pc:sldMkLst>
      </pc:sldChg>
      <pc:sldChg chg="addSp delSp add del setBg delDesignElem">
        <pc:chgData name="VÕ ĐÌNH CAO MINH HÀO" userId="117ef4e9-d17a-4134-95de-04d4e3db2ff5" providerId="ADAL" clId="{34D5478B-B5E6-954A-AE92-4F4031202745}" dt="2025-03-28T06:45:44.970" v="1331"/>
        <pc:sldMkLst>
          <pc:docMk/>
          <pc:sldMk cId="3476921735" sldId="260"/>
        </pc:sldMkLst>
        <pc:spChg chg="add del">
          <ac:chgData name="VÕ ĐÌNH CAO MINH HÀO" userId="117ef4e9-d17a-4134-95de-04d4e3db2ff5" providerId="ADAL" clId="{34D5478B-B5E6-954A-AE92-4F4031202745}" dt="2025-03-28T06:45:44.970" v="1331"/>
          <ac:spMkLst>
            <pc:docMk/>
            <pc:sldMk cId="3476921735" sldId="260"/>
            <ac:spMk id="8" creationId="{8BBC959F-CAB6-4E23-81DE-E0BBF2B7E073}"/>
          </ac:spMkLst>
        </pc:spChg>
        <pc:spChg chg="add del">
          <ac:chgData name="VÕ ĐÌNH CAO MINH HÀO" userId="117ef4e9-d17a-4134-95de-04d4e3db2ff5" providerId="ADAL" clId="{34D5478B-B5E6-954A-AE92-4F4031202745}" dt="2025-03-28T06:45:44.970" v="1331"/>
          <ac:spMkLst>
            <pc:docMk/>
            <pc:sldMk cId="3476921735" sldId="260"/>
            <ac:spMk id="10" creationId="{7A94DEED-5E0F-4E41-A445-58C14864C34A}"/>
          </ac:spMkLst>
        </pc:spChg>
        <pc:spChg chg="add del">
          <ac:chgData name="VÕ ĐÌNH CAO MINH HÀO" userId="117ef4e9-d17a-4134-95de-04d4e3db2ff5" providerId="ADAL" clId="{34D5478B-B5E6-954A-AE92-4F4031202745}" dt="2025-03-28T06:45:44.970" v="1331"/>
          <ac:spMkLst>
            <pc:docMk/>
            <pc:sldMk cId="3476921735" sldId="260"/>
            <ac:spMk id="14" creationId="{5E1FEFA6-7D4F-4746-AE64-D4D52FE76DC2}"/>
          </ac:spMkLst>
        </pc:spChg>
      </pc:sldChg>
      <pc:sldChg chg="addSp delSp modSp">
        <pc:chgData name="VÕ ĐÌNH CAO MINH HÀO" userId="117ef4e9-d17a-4134-95de-04d4e3db2ff5" providerId="ADAL" clId="{34D5478B-B5E6-954A-AE92-4F4031202745}" dt="2025-03-31T07:00:59.170" v="3374"/>
        <pc:sldMkLst>
          <pc:docMk/>
          <pc:sldMk cId="2430477212" sldId="261"/>
        </pc:sldMkLst>
        <pc:spChg chg="add mod">
          <ac:chgData name="VÕ ĐÌNH CAO MINH HÀO" userId="117ef4e9-d17a-4134-95de-04d4e3db2ff5" providerId="ADAL" clId="{34D5478B-B5E6-954A-AE92-4F4031202745}" dt="2025-03-29T09:29:52.084" v="3280"/>
          <ac:spMkLst>
            <pc:docMk/>
            <pc:sldMk cId="2430477212" sldId="261"/>
            <ac:spMk id="29" creationId="{7BE4939D-4CCE-BFA5-8B8E-91E519D47D61}"/>
          </ac:spMkLst>
        </pc:spChg>
        <pc:spChg chg="add del mod">
          <ac:chgData name="VÕ ĐÌNH CAO MINH HÀO" userId="117ef4e9-d17a-4134-95de-04d4e3db2ff5" providerId="ADAL" clId="{34D5478B-B5E6-954A-AE92-4F4031202745}" dt="2025-03-31T07:00:59.170" v="3374"/>
          <ac:spMkLst>
            <pc:docMk/>
            <pc:sldMk cId="2430477212" sldId="261"/>
            <ac:spMk id="31" creationId="{A5F834B5-E3CB-596A-EF7D-88BCFD2A10EF}"/>
          </ac:spMkLst>
        </pc:spChg>
        <pc:picChg chg="add mod">
          <ac:chgData name="VÕ ĐÌNH CAO MINH HÀO" userId="117ef4e9-d17a-4134-95de-04d4e3db2ff5" providerId="ADAL" clId="{34D5478B-B5E6-954A-AE92-4F4031202745}" dt="2025-03-28T08:50:36.660" v="2092"/>
          <ac:picMkLst>
            <pc:docMk/>
            <pc:sldMk cId="2430477212" sldId="261"/>
            <ac:picMk id="3" creationId="{CFC40D51-F7D6-9E1E-B2A1-DAC6CC11024E}"/>
          </ac:picMkLst>
        </pc:picChg>
      </pc:sldChg>
      <pc:sldChg chg="addSp delSp modSp">
        <pc:chgData name="VÕ ĐÌNH CAO MINH HÀO" userId="117ef4e9-d17a-4134-95de-04d4e3db2ff5" providerId="ADAL" clId="{34D5478B-B5E6-954A-AE92-4F4031202745}" dt="2025-03-31T07:00:59.170" v="3374"/>
        <pc:sldMkLst>
          <pc:docMk/>
          <pc:sldMk cId="3749370509" sldId="262"/>
        </pc:sldMkLst>
        <pc:spChg chg="add mod">
          <ac:chgData name="VÕ ĐÌNH CAO MINH HÀO" userId="117ef4e9-d17a-4134-95de-04d4e3db2ff5" providerId="ADAL" clId="{34D5478B-B5E6-954A-AE92-4F4031202745}" dt="2025-03-29T09:29:52.084" v="3280"/>
          <ac:spMkLst>
            <pc:docMk/>
            <pc:sldMk cId="3749370509" sldId="262"/>
            <ac:spMk id="16" creationId="{EA254306-CD2B-C201-74A2-B0BFA867E0F0}"/>
          </ac:spMkLst>
        </pc:spChg>
        <pc:spChg chg="add del mod">
          <ac:chgData name="VÕ ĐÌNH CAO MINH HÀO" userId="117ef4e9-d17a-4134-95de-04d4e3db2ff5" providerId="ADAL" clId="{34D5478B-B5E6-954A-AE92-4F4031202745}" dt="2025-03-31T07:00:59.170" v="3374"/>
          <ac:spMkLst>
            <pc:docMk/>
            <pc:sldMk cId="3749370509" sldId="262"/>
            <ac:spMk id="19" creationId="{BDEA9B2F-7569-574E-E508-1E99CDAEEBA7}"/>
          </ac:spMkLst>
        </pc:spChg>
        <pc:picChg chg="add mod">
          <ac:chgData name="VÕ ĐÌNH CAO MINH HÀO" userId="117ef4e9-d17a-4134-95de-04d4e3db2ff5" providerId="ADAL" clId="{34D5478B-B5E6-954A-AE92-4F4031202745}" dt="2025-03-28T08:51:07.017" v="2113"/>
          <ac:picMkLst>
            <pc:docMk/>
            <pc:sldMk cId="3749370509" sldId="262"/>
            <ac:picMk id="4" creationId="{D316C7A3-9170-74DE-D25E-5EA437F86DF5}"/>
          </ac:picMkLst>
        </pc:picChg>
      </pc:sldChg>
      <pc:sldChg chg="addSp delSp modSp add mod">
        <pc:chgData name="VÕ ĐÌNH CAO MINH HÀO" userId="117ef4e9-d17a-4134-95de-04d4e3db2ff5" providerId="ADAL" clId="{34D5478B-B5E6-954A-AE92-4F4031202745}" dt="2025-03-31T07:00:59.170" v="3374"/>
        <pc:sldMkLst>
          <pc:docMk/>
          <pc:sldMk cId="2510201236" sldId="263"/>
        </pc:sldMkLst>
        <pc:spChg chg="add mod">
          <ac:chgData name="VÕ ĐÌNH CAO MINH HÀO" userId="117ef4e9-d17a-4134-95de-04d4e3db2ff5" providerId="ADAL" clId="{34D5478B-B5E6-954A-AE92-4F4031202745}" dt="2025-03-29T09:29:52.084" v="3280"/>
          <ac:spMkLst>
            <pc:docMk/>
            <pc:sldMk cId="2510201236" sldId="263"/>
            <ac:spMk id="5" creationId="{8EBA6FEF-A2E3-4F4C-47B7-04284B039BC5}"/>
          </ac:spMkLst>
        </pc:spChg>
        <pc:spChg chg="add del mod">
          <ac:chgData name="VÕ ĐÌNH CAO MINH HÀO" userId="117ef4e9-d17a-4134-95de-04d4e3db2ff5" providerId="ADAL" clId="{34D5478B-B5E6-954A-AE92-4F4031202745}" dt="2025-03-31T07:00:59.170" v="3374"/>
          <ac:spMkLst>
            <pc:docMk/>
            <pc:sldMk cId="2510201236" sldId="263"/>
            <ac:spMk id="6" creationId="{FEAE1B6B-B646-C8EE-846A-C5EF706C5ABD}"/>
          </ac:spMkLst>
        </pc:spChg>
        <pc:picChg chg="add mod">
          <ac:chgData name="VÕ ĐÌNH CAO MINH HÀO" userId="117ef4e9-d17a-4134-95de-04d4e3db2ff5" providerId="ADAL" clId="{34D5478B-B5E6-954A-AE92-4F4031202745}" dt="2025-03-28T08:50:27.321" v="2089" actId="14100"/>
          <ac:picMkLst>
            <pc:docMk/>
            <pc:sldMk cId="2510201236" sldId="263"/>
            <ac:picMk id="4" creationId="{906D849E-0E7D-0AA3-F081-0A3D26674234}"/>
          </ac:picMkLst>
        </pc:picChg>
      </pc:sldChg>
      <pc:sldChg chg="addSp delSp add del setBg delDesignElem">
        <pc:chgData name="VÕ ĐÌNH CAO MINH HÀO" userId="117ef4e9-d17a-4134-95de-04d4e3db2ff5" providerId="ADAL" clId="{34D5478B-B5E6-954A-AE92-4F4031202745}" dt="2025-03-28T06:45:44.970" v="1331"/>
        <pc:sldMkLst>
          <pc:docMk/>
          <pc:sldMk cId="2772276671" sldId="263"/>
        </pc:sldMkLst>
        <pc:spChg chg="add del">
          <ac:chgData name="VÕ ĐÌNH CAO MINH HÀO" userId="117ef4e9-d17a-4134-95de-04d4e3db2ff5" providerId="ADAL" clId="{34D5478B-B5E6-954A-AE92-4F4031202745}" dt="2025-03-28T06:45:44.970" v="1331"/>
          <ac:spMkLst>
            <pc:docMk/>
            <pc:sldMk cId="2772276671" sldId="263"/>
            <ac:spMk id="8" creationId="{8BBC959F-CAB6-4E23-81DE-E0BBF2B7E073}"/>
          </ac:spMkLst>
        </pc:spChg>
        <pc:spChg chg="add del">
          <ac:chgData name="VÕ ĐÌNH CAO MINH HÀO" userId="117ef4e9-d17a-4134-95de-04d4e3db2ff5" providerId="ADAL" clId="{34D5478B-B5E6-954A-AE92-4F4031202745}" dt="2025-03-28T06:45:44.970" v="1331"/>
          <ac:spMkLst>
            <pc:docMk/>
            <pc:sldMk cId="2772276671" sldId="263"/>
            <ac:spMk id="10" creationId="{7A94DEED-5E0F-4E41-A445-58C14864C34A}"/>
          </ac:spMkLst>
        </pc:spChg>
        <pc:spChg chg="add del">
          <ac:chgData name="VÕ ĐÌNH CAO MINH HÀO" userId="117ef4e9-d17a-4134-95de-04d4e3db2ff5" providerId="ADAL" clId="{34D5478B-B5E6-954A-AE92-4F4031202745}" dt="2025-03-28T06:45:44.970" v="1331"/>
          <ac:spMkLst>
            <pc:docMk/>
            <pc:sldMk cId="2772276671" sldId="263"/>
            <ac:spMk id="12" creationId="{5E1FEFA6-7D4F-4746-AE64-D4D52FE76DC2}"/>
          </ac:spMkLst>
        </pc:spChg>
      </pc:sldChg>
      <pc:sldChg chg="add del">
        <pc:chgData name="VÕ ĐÌNH CAO MINH HÀO" userId="117ef4e9-d17a-4134-95de-04d4e3db2ff5" providerId="ADAL" clId="{34D5478B-B5E6-954A-AE92-4F4031202745}" dt="2025-03-28T06:45:52.225" v="1333" actId="2696"/>
        <pc:sldMkLst>
          <pc:docMk/>
          <pc:sldMk cId="4177770713" sldId="263"/>
        </pc:sldMkLst>
      </pc:sldChg>
      <pc:sldChg chg="addSp delSp modSp mod modTransition modAnim">
        <pc:chgData name="VÕ ĐÌNH CAO MINH HÀO" userId="117ef4e9-d17a-4134-95de-04d4e3db2ff5" providerId="ADAL" clId="{34D5478B-B5E6-954A-AE92-4F4031202745}" dt="2025-03-31T07:00:59.170" v="3374"/>
        <pc:sldMkLst>
          <pc:docMk/>
          <pc:sldMk cId="509708031" sldId="264"/>
        </pc:sldMkLst>
        <pc:spChg chg="mod">
          <ac:chgData name="VÕ ĐÌNH CAO MINH HÀO" userId="117ef4e9-d17a-4134-95de-04d4e3db2ff5" providerId="ADAL" clId="{34D5478B-B5E6-954A-AE92-4F4031202745}" dt="2025-03-27T09:36:44.038" v="454" actId="20577"/>
          <ac:spMkLst>
            <pc:docMk/>
            <pc:sldMk cId="509708031" sldId="264"/>
            <ac:spMk id="2" creationId="{DC05F59B-C4AF-3B5A-DE9A-12E7B1AEB3C9}"/>
          </ac:spMkLst>
        </pc:spChg>
        <pc:spChg chg="del">
          <ac:chgData name="VÕ ĐÌNH CAO MINH HÀO" userId="117ef4e9-d17a-4134-95de-04d4e3db2ff5" providerId="ADAL" clId="{34D5478B-B5E6-954A-AE92-4F4031202745}" dt="2025-03-27T09:37:12.202" v="455" actId="478"/>
          <ac:spMkLst>
            <pc:docMk/>
            <pc:sldMk cId="509708031" sldId="264"/>
            <ac:spMk id="3" creationId="{2AFA0860-5A2B-1144-A5C5-89F481933BD7}"/>
          </ac:spMkLst>
        </pc:spChg>
        <pc:spChg chg="add mod">
          <ac:chgData name="VÕ ĐÌNH CAO MINH HÀO" userId="117ef4e9-d17a-4134-95de-04d4e3db2ff5" providerId="ADAL" clId="{34D5478B-B5E6-954A-AE92-4F4031202745}" dt="2025-03-27T09:45:01.180" v="561" actId="207"/>
          <ac:spMkLst>
            <pc:docMk/>
            <pc:sldMk cId="509708031" sldId="264"/>
            <ac:spMk id="4" creationId="{4436CF88-F68A-1EF1-C078-B1DCB4FA395A}"/>
          </ac:spMkLst>
        </pc:spChg>
        <pc:spChg chg="add mod">
          <ac:chgData name="VÕ ĐÌNH CAO MINH HÀO" userId="117ef4e9-d17a-4134-95de-04d4e3db2ff5" providerId="ADAL" clId="{34D5478B-B5E6-954A-AE92-4F4031202745}" dt="2025-03-27T09:42:31.654" v="515" actId="1076"/>
          <ac:spMkLst>
            <pc:docMk/>
            <pc:sldMk cId="509708031" sldId="264"/>
            <ac:spMk id="5" creationId="{A811ABF2-B90C-9B88-6BD4-14FBD4EE31DA}"/>
          </ac:spMkLst>
        </pc:spChg>
        <pc:spChg chg="add mod">
          <ac:chgData name="VÕ ĐÌNH CAO MINH HÀO" userId="117ef4e9-d17a-4134-95de-04d4e3db2ff5" providerId="ADAL" clId="{34D5478B-B5E6-954A-AE92-4F4031202745}" dt="2025-03-27T09:42:37.155" v="516" actId="1076"/>
          <ac:spMkLst>
            <pc:docMk/>
            <pc:sldMk cId="509708031" sldId="264"/>
            <ac:spMk id="6" creationId="{861BE80A-A13C-9D22-D41D-507133C1D54D}"/>
          </ac:spMkLst>
        </pc:spChg>
        <pc:spChg chg="add mod">
          <ac:chgData name="VÕ ĐÌNH CAO MINH HÀO" userId="117ef4e9-d17a-4134-95de-04d4e3db2ff5" providerId="ADAL" clId="{34D5478B-B5E6-954A-AE92-4F4031202745}" dt="2025-03-27T09:42:41.322" v="517" actId="1076"/>
          <ac:spMkLst>
            <pc:docMk/>
            <pc:sldMk cId="509708031" sldId="264"/>
            <ac:spMk id="7" creationId="{06CACFBD-A248-DD89-9E71-05F198067BAC}"/>
          </ac:spMkLst>
        </pc:spChg>
        <pc:spChg chg="add mod">
          <ac:chgData name="VÕ ĐÌNH CAO MINH HÀO" userId="117ef4e9-d17a-4134-95de-04d4e3db2ff5" providerId="ADAL" clId="{34D5478B-B5E6-954A-AE92-4F4031202745}" dt="2025-03-27T09:41:28.839" v="505" actId="1076"/>
          <ac:spMkLst>
            <pc:docMk/>
            <pc:sldMk cId="509708031" sldId="264"/>
            <ac:spMk id="8" creationId="{F155A3A4-84E8-FCA5-33F7-0AA3C7FE7B29}"/>
          </ac:spMkLst>
        </pc:spChg>
        <pc:spChg chg="add mod">
          <ac:chgData name="VÕ ĐÌNH CAO MINH HÀO" userId="117ef4e9-d17a-4134-95de-04d4e3db2ff5" providerId="ADAL" clId="{34D5478B-B5E6-954A-AE92-4F4031202745}" dt="2025-03-27T09:41:25.155" v="504" actId="1076"/>
          <ac:spMkLst>
            <pc:docMk/>
            <pc:sldMk cId="509708031" sldId="264"/>
            <ac:spMk id="9" creationId="{4401CF47-B3F4-7C3F-A35A-4ED5DBADFE0B}"/>
          </ac:spMkLst>
        </pc:spChg>
        <pc:spChg chg="add mod">
          <ac:chgData name="VÕ ĐÌNH CAO MINH HÀO" userId="117ef4e9-d17a-4134-95de-04d4e3db2ff5" providerId="ADAL" clId="{34D5478B-B5E6-954A-AE92-4F4031202745}" dt="2025-03-27T09:41:46.352" v="510" actId="1076"/>
          <ac:spMkLst>
            <pc:docMk/>
            <pc:sldMk cId="509708031" sldId="264"/>
            <ac:spMk id="10" creationId="{C6A06D79-D12C-115A-D015-1032B72EEE82}"/>
          </ac:spMkLst>
        </pc:spChg>
        <pc:spChg chg="add mod">
          <ac:chgData name="VÕ ĐÌNH CAO MINH HÀO" userId="117ef4e9-d17a-4134-95de-04d4e3db2ff5" providerId="ADAL" clId="{34D5478B-B5E6-954A-AE92-4F4031202745}" dt="2025-03-27T09:41:52.138" v="511" actId="1076"/>
          <ac:spMkLst>
            <pc:docMk/>
            <pc:sldMk cId="509708031" sldId="264"/>
            <ac:spMk id="11" creationId="{22790EE6-A239-0874-4C64-127640A6D731}"/>
          </ac:spMkLst>
        </pc:spChg>
        <pc:spChg chg="add mod">
          <ac:chgData name="VÕ ĐÌNH CAO MINH HÀO" userId="117ef4e9-d17a-4134-95de-04d4e3db2ff5" providerId="ADAL" clId="{34D5478B-B5E6-954A-AE92-4F4031202745}" dt="2025-03-27T09:43:39.305" v="544" actId="1076"/>
          <ac:spMkLst>
            <pc:docMk/>
            <pc:sldMk cId="509708031" sldId="264"/>
            <ac:spMk id="12" creationId="{BECA1BCF-12CA-7F19-1D01-8B53ED1F2195}"/>
          </ac:spMkLst>
        </pc:spChg>
        <pc:spChg chg="add mod">
          <ac:chgData name="VÕ ĐÌNH CAO MINH HÀO" userId="117ef4e9-d17a-4134-95de-04d4e3db2ff5" providerId="ADAL" clId="{34D5478B-B5E6-954A-AE92-4F4031202745}" dt="2025-03-27T09:43:42.455" v="545" actId="1076"/>
          <ac:spMkLst>
            <pc:docMk/>
            <pc:sldMk cId="509708031" sldId="264"/>
            <ac:spMk id="13" creationId="{21B3EF83-B825-F674-EAD8-A775CC745C58}"/>
          </ac:spMkLst>
        </pc:spChg>
        <pc:spChg chg="add mod">
          <ac:chgData name="VÕ ĐÌNH CAO MINH HÀO" userId="117ef4e9-d17a-4134-95de-04d4e3db2ff5" providerId="ADAL" clId="{34D5478B-B5E6-954A-AE92-4F4031202745}" dt="2025-03-27T09:43:45.989" v="546" actId="1076"/>
          <ac:spMkLst>
            <pc:docMk/>
            <pc:sldMk cId="509708031" sldId="264"/>
            <ac:spMk id="14" creationId="{15BCF39D-4335-9DA1-82CA-A1512B4BD87D}"/>
          </ac:spMkLst>
        </pc:spChg>
        <pc:spChg chg="add mod">
          <ac:chgData name="VÕ ĐÌNH CAO MINH HÀO" userId="117ef4e9-d17a-4134-95de-04d4e3db2ff5" providerId="ADAL" clId="{34D5478B-B5E6-954A-AE92-4F4031202745}" dt="2025-03-27T09:45:04.398" v="562" actId="207"/>
          <ac:spMkLst>
            <pc:docMk/>
            <pc:sldMk cId="509708031" sldId="264"/>
            <ac:spMk id="15" creationId="{E6016BF0-578C-0DA4-3CF8-EB569AA02E2E}"/>
          </ac:spMkLst>
        </pc:spChg>
        <pc:spChg chg="add mod">
          <ac:chgData name="VÕ ĐÌNH CAO MINH HÀO" userId="117ef4e9-d17a-4134-95de-04d4e3db2ff5" providerId="ADAL" clId="{34D5478B-B5E6-954A-AE92-4F4031202745}" dt="2025-03-27T09:43:54.972" v="547" actId="1076"/>
          <ac:spMkLst>
            <pc:docMk/>
            <pc:sldMk cId="509708031" sldId="264"/>
            <ac:spMk id="16" creationId="{6993C564-904D-73B1-46B5-D933ECEC394F}"/>
          </ac:spMkLst>
        </pc:spChg>
        <pc:spChg chg="add mod">
          <ac:chgData name="VÕ ĐÌNH CAO MINH HÀO" userId="117ef4e9-d17a-4134-95de-04d4e3db2ff5" providerId="ADAL" clId="{34D5478B-B5E6-954A-AE92-4F4031202745}" dt="2025-03-27T09:43:54.972" v="547" actId="1076"/>
          <ac:spMkLst>
            <pc:docMk/>
            <pc:sldMk cId="509708031" sldId="264"/>
            <ac:spMk id="17" creationId="{E9B717D2-85E8-478E-E9F6-2BC358619A4B}"/>
          </ac:spMkLst>
        </pc:spChg>
        <pc:spChg chg="add mod">
          <ac:chgData name="VÕ ĐÌNH CAO MINH HÀO" userId="117ef4e9-d17a-4134-95de-04d4e3db2ff5" providerId="ADAL" clId="{34D5478B-B5E6-954A-AE92-4F4031202745}" dt="2025-03-27T09:43:54.972" v="547" actId="1076"/>
          <ac:spMkLst>
            <pc:docMk/>
            <pc:sldMk cId="509708031" sldId="264"/>
            <ac:spMk id="18" creationId="{74BD3369-DA46-C333-CF0C-772AA0D9F82A}"/>
          </ac:spMkLst>
        </pc:spChg>
        <pc:spChg chg="add mod">
          <ac:chgData name="VÕ ĐÌNH CAO MINH HÀO" userId="117ef4e9-d17a-4134-95de-04d4e3db2ff5" providerId="ADAL" clId="{34D5478B-B5E6-954A-AE92-4F4031202745}" dt="2025-03-27T09:43:54.972" v="547" actId="1076"/>
          <ac:spMkLst>
            <pc:docMk/>
            <pc:sldMk cId="509708031" sldId="264"/>
            <ac:spMk id="19" creationId="{0FF45486-B68A-04D4-DB56-F45EBE67A967}"/>
          </ac:spMkLst>
        </pc:spChg>
        <pc:spChg chg="add mod">
          <ac:chgData name="VÕ ĐÌNH CAO MINH HÀO" userId="117ef4e9-d17a-4134-95de-04d4e3db2ff5" providerId="ADAL" clId="{34D5478B-B5E6-954A-AE92-4F4031202745}" dt="2025-03-27T09:43:54.972" v="547" actId="1076"/>
          <ac:spMkLst>
            <pc:docMk/>
            <pc:sldMk cId="509708031" sldId="264"/>
            <ac:spMk id="20" creationId="{9ACCA3AA-02D5-CA37-0652-327884DCF7B0}"/>
          </ac:spMkLst>
        </pc:spChg>
        <pc:spChg chg="add mod">
          <ac:chgData name="VÕ ĐÌNH CAO MINH HÀO" userId="117ef4e9-d17a-4134-95de-04d4e3db2ff5" providerId="ADAL" clId="{34D5478B-B5E6-954A-AE92-4F4031202745}" dt="2025-03-27T09:43:02.987" v="532" actId="1076"/>
          <ac:spMkLst>
            <pc:docMk/>
            <pc:sldMk cId="509708031" sldId="264"/>
            <ac:spMk id="21" creationId="{419C0300-C926-A87E-684D-6EACC3751FC6}"/>
          </ac:spMkLst>
        </pc:spChg>
        <pc:spChg chg="add mod">
          <ac:chgData name="VÕ ĐÌNH CAO MINH HÀO" userId="117ef4e9-d17a-4134-95de-04d4e3db2ff5" providerId="ADAL" clId="{34D5478B-B5E6-954A-AE92-4F4031202745}" dt="2025-03-27T09:43:21.405" v="542" actId="1076"/>
          <ac:spMkLst>
            <pc:docMk/>
            <pc:sldMk cId="509708031" sldId="264"/>
            <ac:spMk id="22" creationId="{C7052243-5AEA-85EF-60E4-E6CA0D38A326}"/>
          </ac:spMkLst>
        </pc:spChg>
        <pc:spChg chg="add del mod">
          <ac:chgData name="VÕ ĐÌNH CAO MINH HÀO" userId="117ef4e9-d17a-4134-95de-04d4e3db2ff5" providerId="ADAL" clId="{34D5478B-B5E6-954A-AE92-4F4031202745}" dt="2025-03-27T09:44:29.991" v="554" actId="478"/>
          <ac:spMkLst>
            <pc:docMk/>
            <pc:sldMk cId="509708031" sldId="264"/>
            <ac:spMk id="23" creationId="{8040C213-8378-EFE4-90BD-40600C472698}"/>
          </ac:spMkLst>
        </pc:spChg>
        <pc:spChg chg="add mod">
          <ac:chgData name="VÕ ĐÌNH CAO MINH HÀO" userId="117ef4e9-d17a-4134-95de-04d4e3db2ff5" providerId="ADAL" clId="{34D5478B-B5E6-954A-AE92-4F4031202745}" dt="2025-03-29T09:29:52.084" v="3280"/>
          <ac:spMkLst>
            <pc:docMk/>
            <pc:sldMk cId="509708031" sldId="264"/>
            <ac:spMk id="23" creationId="{9646297E-C3E8-DAB5-532D-02BD6595E0AE}"/>
          </ac:spMkLst>
        </pc:spChg>
        <pc:spChg chg="add del mod">
          <ac:chgData name="VÕ ĐÌNH CAO MINH HÀO" userId="117ef4e9-d17a-4134-95de-04d4e3db2ff5" providerId="ADAL" clId="{34D5478B-B5E6-954A-AE92-4F4031202745}" dt="2025-03-27T09:44:33.245" v="556" actId="478"/>
          <ac:spMkLst>
            <pc:docMk/>
            <pc:sldMk cId="509708031" sldId="264"/>
            <ac:spMk id="24" creationId="{02318470-1950-E2B5-D3AE-9A18B24ED66C}"/>
          </ac:spMkLst>
        </pc:spChg>
        <pc:spChg chg="add del mod">
          <ac:chgData name="VÕ ĐÌNH CAO MINH HÀO" userId="117ef4e9-d17a-4134-95de-04d4e3db2ff5" providerId="ADAL" clId="{34D5478B-B5E6-954A-AE92-4F4031202745}" dt="2025-03-31T07:00:59.170" v="3374"/>
          <ac:spMkLst>
            <pc:docMk/>
            <pc:sldMk cId="509708031" sldId="264"/>
            <ac:spMk id="24" creationId="{204FEE9D-A820-AC5A-B231-C3723150CEFD}"/>
          </ac:spMkLst>
        </pc:spChg>
        <pc:picChg chg="add mod">
          <ac:chgData name="VÕ ĐÌNH CAO MINH HÀO" userId="117ef4e9-d17a-4134-95de-04d4e3db2ff5" providerId="ADAL" clId="{34D5478B-B5E6-954A-AE92-4F4031202745}" dt="2025-03-28T08:49:22.887" v="2052" actId="1076"/>
          <ac:picMkLst>
            <pc:docMk/>
            <pc:sldMk cId="509708031" sldId="264"/>
            <ac:picMk id="3" creationId="{CAC19960-21EB-EECC-0187-A1802FF64D67}"/>
          </ac:picMkLst>
        </pc:picChg>
      </pc:sldChg>
      <pc:sldChg chg="addSp delSp modSp">
        <pc:chgData name="VÕ ĐÌNH CAO MINH HÀO" userId="117ef4e9-d17a-4134-95de-04d4e3db2ff5" providerId="ADAL" clId="{34D5478B-B5E6-954A-AE92-4F4031202745}" dt="2025-03-31T07:00:59.170" v="3374"/>
        <pc:sldMkLst>
          <pc:docMk/>
          <pc:sldMk cId="2418322765" sldId="265"/>
        </pc:sldMkLst>
        <pc:spChg chg="add mod">
          <ac:chgData name="VÕ ĐÌNH CAO MINH HÀO" userId="117ef4e9-d17a-4134-95de-04d4e3db2ff5" providerId="ADAL" clId="{34D5478B-B5E6-954A-AE92-4F4031202745}" dt="2025-03-29T09:29:52.084" v="3280"/>
          <ac:spMkLst>
            <pc:docMk/>
            <pc:sldMk cId="2418322765" sldId="265"/>
            <ac:spMk id="4" creationId="{8DCDA94C-FC60-A4CD-1CBC-808CFF287E6C}"/>
          </ac:spMkLst>
        </pc:spChg>
        <pc:spChg chg="add del mod">
          <ac:chgData name="VÕ ĐÌNH CAO MINH HÀO" userId="117ef4e9-d17a-4134-95de-04d4e3db2ff5" providerId="ADAL" clId="{34D5478B-B5E6-954A-AE92-4F4031202745}" dt="2025-03-31T07:00:59.170" v="3374"/>
          <ac:spMkLst>
            <pc:docMk/>
            <pc:sldMk cId="2418322765" sldId="265"/>
            <ac:spMk id="5" creationId="{94A3C148-BBA7-3336-7226-37A47F2AE40F}"/>
          </ac:spMkLst>
        </pc:spChg>
        <pc:picChg chg="add mod">
          <ac:chgData name="VÕ ĐÌNH CAO MINH HÀO" userId="117ef4e9-d17a-4134-95de-04d4e3db2ff5" providerId="ADAL" clId="{34D5478B-B5E6-954A-AE92-4F4031202745}" dt="2025-03-28T08:50:38.456" v="2093"/>
          <ac:picMkLst>
            <pc:docMk/>
            <pc:sldMk cId="2418322765" sldId="265"/>
            <ac:picMk id="3" creationId="{89983DE1-C5EA-03ED-9B15-2D87E81143BF}"/>
          </ac:picMkLst>
        </pc:picChg>
      </pc:sldChg>
      <pc:sldChg chg="addSp delSp add del setBg delDesignElem">
        <pc:chgData name="VÕ ĐÌNH CAO MINH HÀO" userId="117ef4e9-d17a-4134-95de-04d4e3db2ff5" providerId="ADAL" clId="{34D5478B-B5E6-954A-AE92-4F4031202745}" dt="2025-03-27T08:59:15.270" v="66"/>
        <pc:sldMkLst>
          <pc:docMk/>
          <pc:sldMk cId="3490929776" sldId="266"/>
        </pc:sldMkLst>
        <pc:spChg chg="add del">
          <ac:chgData name="VÕ ĐÌNH CAO MINH HÀO" userId="117ef4e9-d17a-4134-95de-04d4e3db2ff5" providerId="ADAL" clId="{34D5478B-B5E6-954A-AE92-4F4031202745}" dt="2025-03-27T08:59:15.270" v="66"/>
          <ac:spMkLst>
            <pc:docMk/>
            <pc:sldMk cId="3490929776" sldId="266"/>
            <ac:spMk id="8" creationId="{E9048F84-ABE3-F71B-C98A-D0F87D736C59}"/>
          </ac:spMkLst>
        </pc:spChg>
        <pc:spChg chg="add del">
          <ac:chgData name="VÕ ĐÌNH CAO MINH HÀO" userId="117ef4e9-d17a-4134-95de-04d4e3db2ff5" providerId="ADAL" clId="{34D5478B-B5E6-954A-AE92-4F4031202745}" dt="2025-03-27T08:59:15.270" v="66"/>
          <ac:spMkLst>
            <pc:docMk/>
            <pc:sldMk cId="3490929776" sldId="266"/>
            <ac:spMk id="10" creationId="{7F08AB0F-6799-B0F4-C0CD-E3C48A96166D}"/>
          </ac:spMkLst>
        </pc:spChg>
        <pc:spChg chg="add del">
          <ac:chgData name="VÕ ĐÌNH CAO MINH HÀO" userId="117ef4e9-d17a-4134-95de-04d4e3db2ff5" providerId="ADAL" clId="{34D5478B-B5E6-954A-AE92-4F4031202745}" dt="2025-03-27T08:59:15.270" v="66"/>
          <ac:spMkLst>
            <pc:docMk/>
            <pc:sldMk cId="3490929776" sldId="266"/>
            <ac:spMk id="12" creationId="{03035F16-5F5F-D45A-E229-C429A52ECA92}"/>
          </ac:spMkLst>
        </pc:spChg>
      </pc:sldChg>
      <pc:sldChg chg="addSp delSp modSp add mod">
        <pc:chgData name="VÕ ĐÌNH CAO MINH HÀO" userId="117ef4e9-d17a-4134-95de-04d4e3db2ff5" providerId="ADAL" clId="{34D5478B-B5E6-954A-AE92-4F4031202745}" dt="2025-03-31T07:00:59.170" v="3374"/>
        <pc:sldMkLst>
          <pc:docMk/>
          <pc:sldMk cId="3872324782" sldId="266"/>
        </pc:sldMkLst>
        <pc:spChg chg="mod">
          <ac:chgData name="VÕ ĐÌNH CAO MINH HÀO" userId="117ef4e9-d17a-4134-95de-04d4e3db2ff5" providerId="ADAL" clId="{34D5478B-B5E6-954A-AE92-4F4031202745}" dt="2025-03-27T09:15:10.928" v="406" actId="20577"/>
          <ac:spMkLst>
            <pc:docMk/>
            <pc:sldMk cId="3872324782" sldId="266"/>
            <ac:spMk id="3" creationId="{A9FCCE0B-61DC-50AF-E75E-73D64E0D88B0}"/>
          </ac:spMkLst>
        </pc:spChg>
        <pc:spChg chg="add mod">
          <ac:chgData name="VÕ ĐÌNH CAO MINH HÀO" userId="117ef4e9-d17a-4134-95de-04d4e3db2ff5" providerId="ADAL" clId="{34D5478B-B5E6-954A-AE92-4F4031202745}" dt="2025-03-29T09:29:52.084" v="3280"/>
          <ac:spMkLst>
            <pc:docMk/>
            <pc:sldMk cId="3872324782" sldId="266"/>
            <ac:spMk id="5" creationId="{D72CB2BD-E488-643C-72EF-1D32656E3A9B}"/>
          </ac:spMkLst>
        </pc:spChg>
        <pc:spChg chg="add del mod">
          <ac:chgData name="VÕ ĐÌNH CAO MINH HÀO" userId="117ef4e9-d17a-4134-95de-04d4e3db2ff5" providerId="ADAL" clId="{34D5478B-B5E6-954A-AE92-4F4031202745}" dt="2025-03-31T07:00:59.170" v="3374"/>
          <ac:spMkLst>
            <pc:docMk/>
            <pc:sldMk cId="3872324782" sldId="266"/>
            <ac:spMk id="6" creationId="{B34C7F31-07E7-69C1-4C08-817334828311}"/>
          </ac:spMkLst>
        </pc:spChg>
        <pc:picChg chg="add mod">
          <ac:chgData name="VÕ ĐÌNH CAO MINH HÀO" userId="117ef4e9-d17a-4134-95de-04d4e3db2ff5" providerId="ADAL" clId="{34D5478B-B5E6-954A-AE92-4F4031202745}" dt="2025-03-29T04:18:49.778" v="2123" actId="1076"/>
          <ac:picMkLst>
            <pc:docMk/>
            <pc:sldMk cId="3872324782" sldId="266"/>
            <ac:picMk id="4" creationId="{C8647121-A64B-18C1-C4E2-4401AEB4DFBE}"/>
          </ac:picMkLst>
        </pc:picChg>
      </pc:sldChg>
      <pc:sldChg chg="addSp delSp add del setBg delDesignElem">
        <pc:chgData name="VÕ ĐÌNH CAO MINH HÀO" userId="117ef4e9-d17a-4134-95de-04d4e3db2ff5" providerId="ADAL" clId="{34D5478B-B5E6-954A-AE92-4F4031202745}" dt="2025-03-27T09:11:31.322" v="310"/>
        <pc:sldMkLst>
          <pc:docMk/>
          <pc:sldMk cId="1605126456" sldId="268"/>
        </pc:sldMkLst>
        <pc:spChg chg="add del">
          <ac:chgData name="VÕ ĐÌNH CAO MINH HÀO" userId="117ef4e9-d17a-4134-95de-04d4e3db2ff5" providerId="ADAL" clId="{34D5478B-B5E6-954A-AE92-4F4031202745}" dt="2025-03-27T09:11:31.322" v="310"/>
          <ac:spMkLst>
            <pc:docMk/>
            <pc:sldMk cId="1605126456" sldId="268"/>
            <ac:spMk id="8" creationId="{2075E8CB-FB96-1420-F30C-DD7636397A76}"/>
          </ac:spMkLst>
        </pc:spChg>
        <pc:spChg chg="add del">
          <ac:chgData name="VÕ ĐÌNH CAO MINH HÀO" userId="117ef4e9-d17a-4134-95de-04d4e3db2ff5" providerId="ADAL" clId="{34D5478B-B5E6-954A-AE92-4F4031202745}" dt="2025-03-27T09:11:31.322" v="310"/>
          <ac:spMkLst>
            <pc:docMk/>
            <pc:sldMk cId="1605126456" sldId="268"/>
            <ac:spMk id="10" creationId="{64EF1178-F3C2-2F25-645E-803B6D778DC6}"/>
          </ac:spMkLst>
        </pc:spChg>
        <pc:spChg chg="add del">
          <ac:chgData name="VÕ ĐÌNH CAO MINH HÀO" userId="117ef4e9-d17a-4134-95de-04d4e3db2ff5" providerId="ADAL" clId="{34D5478B-B5E6-954A-AE92-4F4031202745}" dt="2025-03-27T09:11:31.322" v="310"/>
          <ac:spMkLst>
            <pc:docMk/>
            <pc:sldMk cId="1605126456" sldId="268"/>
            <ac:spMk id="14" creationId="{DA067714-F0E9-5828-B6D7-1B3FEC3C24FC}"/>
          </ac:spMkLst>
        </pc:spChg>
      </pc:sldChg>
      <pc:sldChg chg="addSp delSp modSp add mod">
        <pc:chgData name="VÕ ĐÌNH CAO MINH HÀO" userId="117ef4e9-d17a-4134-95de-04d4e3db2ff5" providerId="ADAL" clId="{34D5478B-B5E6-954A-AE92-4F4031202745}" dt="2025-03-31T07:00:59.170" v="3374"/>
        <pc:sldMkLst>
          <pc:docMk/>
          <pc:sldMk cId="1714631811" sldId="268"/>
        </pc:sldMkLst>
        <pc:spChg chg="mod">
          <ac:chgData name="VÕ ĐÌNH CAO MINH HÀO" userId="117ef4e9-d17a-4134-95de-04d4e3db2ff5" providerId="ADAL" clId="{34D5478B-B5E6-954A-AE92-4F4031202745}" dt="2025-03-27T09:23:37.994" v="410" actId="20577"/>
          <ac:spMkLst>
            <pc:docMk/>
            <pc:sldMk cId="1714631811" sldId="268"/>
            <ac:spMk id="2" creationId="{3C81FDF4-1723-EB28-7B7A-8ABDAA3C5155}"/>
          </ac:spMkLst>
        </pc:spChg>
        <pc:spChg chg="add mod">
          <ac:chgData name="VÕ ĐÌNH CAO MINH HÀO" userId="117ef4e9-d17a-4134-95de-04d4e3db2ff5" providerId="ADAL" clId="{34D5478B-B5E6-954A-AE92-4F4031202745}" dt="2025-03-29T09:29:52.084" v="3280"/>
          <ac:spMkLst>
            <pc:docMk/>
            <pc:sldMk cId="1714631811" sldId="268"/>
            <ac:spMk id="3" creationId="{4394FC81-A032-8EBA-5F94-E9E0F3F140CC}"/>
          </ac:spMkLst>
        </pc:spChg>
        <pc:spChg chg="add del mod">
          <ac:chgData name="VÕ ĐÌNH CAO MINH HÀO" userId="117ef4e9-d17a-4134-95de-04d4e3db2ff5" providerId="ADAL" clId="{34D5478B-B5E6-954A-AE92-4F4031202745}" dt="2025-03-31T07:00:59.170" v="3374"/>
          <ac:spMkLst>
            <pc:docMk/>
            <pc:sldMk cId="1714631811" sldId="268"/>
            <ac:spMk id="5" creationId="{418140A6-AE48-9D56-93E7-7EA01A89CA4D}"/>
          </ac:spMkLst>
        </pc:spChg>
        <pc:spChg chg="mod">
          <ac:chgData name="VÕ ĐÌNH CAO MINH HÀO" userId="117ef4e9-d17a-4134-95de-04d4e3db2ff5" providerId="ADAL" clId="{34D5478B-B5E6-954A-AE92-4F4031202745}" dt="2025-03-27T09:24:26.450" v="412" actId="20577"/>
          <ac:spMkLst>
            <pc:docMk/>
            <pc:sldMk cId="1714631811" sldId="268"/>
            <ac:spMk id="15" creationId="{9B796D93-67DD-D6EB-5294-494DE046A032}"/>
          </ac:spMkLst>
        </pc:spChg>
        <pc:picChg chg="add del mod">
          <ac:chgData name="VÕ ĐÌNH CAO MINH HÀO" userId="117ef4e9-d17a-4134-95de-04d4e3db2ff5" providerId="ADAL" clId="{34D5478B-B5E6-954A-AE92-4F4031202745}" dt="2025-03-29T04:18:53.376" v="2125" actId="478"/>
          <ac:picMkLst>
            <pc:docMk/>
            <pc:sldMk cId="1714631811" sldId="268"/>
            <ac:picMk id="3" creationId="{3844DB01-5253-C84D-EF68-E0F94E0C7EE6}"/>
          </ac:picMkLst>
        </pc:picChg>
        <pc:picChg chg="add mod">
          <ac:chgData name="VÕ ĐÌNH CAO MINH HÀO" userId="117ef4e9-d17a-4134-95de-04d4e3db2ff5" providerId="ADAL" clId="{34D5478B-B5E6-954A-AE92-4F4031202745}" dt="2025-03-29T04:18:54.049" v="2126"/>
          <ac:picMkLst>
            <pc:docMk/>
            <pc:sldMk cId="1714631811" sldId="268"/>
            <ac:picMk id="4" creationId="{7C2567FD-AF8D-36A8-9C29-70B649308A7E}"/>
          </ac:picMkLst>
        </pc:picChg>
      </pc:sldChg>
      <pc:sldChg chg="addSp modSp">
        <pc:chgData name="VÕ ĐÌNH CAO MINH HÀO" userId="117ef4e9-d17a-4134-95de-04d4e3db2ff5" providerId="ADAL" clId="{34D5478B-B5E6-954A-AE92-4F4031202745}" dt="2025-03-28T08:50:39.601" v="2094"/>
        <pc:sldMkLst>
          <pc:docMk/>
          <pc:sldMk cId="494263228" sldId="269"/>
        </pc:sldMkLst>
        <pc:picChg chg="add mod">
          <ac:chgData name="VÕ ĐÌNH CAO MINH HÀO" userId="117ef4e9-d17a-4134-95de-04d4e3db2ff5" providerId="ADAL" clId="{34D5478B-B5E6-954A-AE92-4F4031202745}" dt="2025-03-28T08:50:39.601" v="2094"/>
          <ac:picMkLst>
            <pc:docMk/>
            <pc:sldMk cId="494263228" sldId="269"/>
            <ac:picMk id="3" creationId="{DCFF7E6F-DFCC-0A69-B84A-E243A36F1BEB}"/>
          </ac:picMkLst>
        </pc:picChg>
      </pc:sldChg>
      <pc:sldChg chg="addSp delSp modSp">
        <pc:chgData name="VÕ ĐÌNH CAO MINH HÀO" userId="117ef4e9-d17a-4134-95de-04d4e3db2ff5" providerId="ADAL" clId="{34D5478B-B5E6-954A-AE92-4F4031202745}" dt="2025-03-31T07:00:59.170" v="3374"/>
        <pc:sldMkLst>
          <pc:docMk/>
          <pc:sldMk cId="3069248487" sldId="270"/>
        </pc:sldMkLst>
        <pc:spChg chg="add mod">
          <ac:chgData name="VÕ ĐÌNH CAO MINH HÀO" userId="117ef4e9-d17a-4134-95de-04d4e3db2ff5" providerId="ADAL" clId="{34D5478B-B5E6-954A-AE92-4F4031202745}" dt="2025-03-29T09:29:52.084" v="3280"/>
          <ac:spMkLst>
            <pc:docMk/>
            <pc:sldMk cId="3069248487" sldId="270"/>
            <ac:spMk id="3" creationId="{D53DA7EC-A9D1-5725-5675-28891709C571}"/>
          </ac:spMkLst>
        </pc:spChg>
        <pc:spChg chg="add del mod">
          <ac:chgData name="VÕ ĐÌNH CAO MINH HÀO" userId="117ef4e9-d17a-4134-95de-04d4e3db2ff5" providerId="ADAL" clId="{34D5478B-B5E6-954A-AE92-4F4031202745}" dt="2025-03-31T07:00:59.170" v="3374"/>
          <ac:spMkLst>
            <pc:docMk/>
            <pc:sldMk cId="3069248487" sldId="270"/>
            <ac:spMk id="4" creationId="{E72A1288-07C1-39DF-79D7-560B386E3D98}"/>
          </ac:spMkLst>
        </pc:spChg>
        <pc:picChg chg="add mod">
          <ac:chgData name="VÕ ĐÌNH CAO MINH HÀO" userId="117ef4e9-d17a-4134-95de-04d4e3db2ff5" providerId="ADAL" clId="{34D5478B-B5E6-954A-AE92-4F4031202745}" dt="2025-03-28T08:50:42.288" v="2096"/>
          <ac:picMkLst>
            <pc:docMk/>
            <pc:sldMk cId="3069248487" sldId="270"/>
            <ac:picMk id="2" creationId="{D5AD648E-B266-EFE1-D7C6-353C777721C7}"/>
          </ac:picMkLst>
        </pc:picChg>
      </pc:sldChg>
      <pc:sldChg chg="addSp delSp modSp add mod ord modTransition modAnim">
        <pc:chgData name="VÕ ĐÌNH CAO MINH HÀO" userId="117ef4e9-d17a-4134-95de-04d4e3db2ff5" providerId="ADAL" clId="{34D5478B-B5E6-954A-AE92-4F4031202745}" dt="2025-03-31T07:00:59.170" v="3374"/>
        <pc:sldMkLst>
          <pc:docMk/>
          <pc:sldMk cId="1923901566" sldId="273"/>
        </pc:sldMkLst>
        <pc:spChg chg="add mod">
          <ac:chgData name="VÕ ĐÌNH CAO MINH HÀO" userId="117ef4e9-d17a-4134-95de-04d4e3db2ff5" providerId="ADAL" clId="{34D5478B-B5E6-954A-AE92-4F4031202745}" dt="2025-03-29T09:29:52.084" v="3280"/>
          <ac:spMkLst>
            <pc:docMk/>
            <pc:sldMk cId="1923901566" sldId="273"/>
            <ac:spMk id="3" creationId="{79816B98-90D9-2B29-7297-329C48BB2BEB}"/>
          </ac:spMkLst>
        </pc:spChg>
        <pc:spChg chg="mod">
          <ac:chgData name="VÕ ĐÌNH CAO MINH HÀO" userId="117ef4e9-d17a-4134-95de-04d4e3db2ff5" providerId="ADAL" clId="{34D5478B-B5E6-954A-AE92-4F4031202745}" dt="2025-03-27T09:45:36.157" v="566" actId="207"/>
          <ac:spMkLst>
            <pc:docMk/>
            <pc:sldMk cId="1923901566" sldId="273"/>
            <ac:spMk id="4" creationId="{59F4E9AE-6C51-0F22-68EA-DAD05148EBE3}"/>
          </ac:spMkLst>
        </pc:spChg>
        <pc:spChg chg="mod">
          <ac:chgData name="VÕ ĐÌNH CAO MINH HÀO" userId="117ef4e9-d17a-4134-95de-04d4e3db2ff5" providerId="ADAL" clId="{34D5478B-B5E6-954A-AE92-4F4031202745}" dt="2025-03-27T09:45:41.259" v="568" actId="207"/>
          <ac:spMkLst>
            <pc:docMk/>
            <pc:sldMk cId="1923901566" sldId="273"/>
            <ac:spMk id="5" creationId="{0F67CC0B-5388-DE2F-E685-FBD473EE0FE8}"/>
          </ac:spMkLst>
        </pc:spChg>
        <pc:spChg chg="mod">
          <ac:chgData name="VÕ ĐÌNH CAO MINH HÀO" userId="117ef4e9-d17a-4134-95de-04d4e3db2ff5" providerId="ADAL" clId="{34D5478B-B5E6-954A-AE92-4F4031202745}" dt="2025-03-27T09:45:38.183" v="567" actId="207"/>
          <ac:spMkLst>
            <pc:docMk/>
            <pc:sldMk cId="1923901566" sldId="273"/>
            <ac:spMk id="15" creationId="{B31D703B-431D-B620-3A26-3427E5FD911C}"/>
          </ac:spMkLst>
        </pc:spChg>
        <pc:spChg chg="mod">
          <ac:chgData name="VÕ ĐÌNH CAO MINH HÀO" userId="117ef4e9-d17a-4134-95de-04d4e3db2ff5" providerId="ADAL" clId="{34D5478B-B5E6-954A-AE92-4F4031202745}" dt="2025-03-27T09:45:44.807" v="569" actId="207"/>
          <ac:spMkLst>
            <pc:docMk/>
            <pc:sldMk cId="1923901566" sldId="273"/>
            <ac:spMk id="16" creationId="{49B71E61-0EF3-32AD-D777-BFCFDD756E99}"/>
          </ac:spMkLst>
        </pc:spChg>
        <pc:spChg chg="add del mod">
          <ac:chgData name="VÕ ĐÌNH CAO MINH HÀO" userId="117ef4e9-d17a-4134-95de-04d4e3db2ff5" providerId="ADAL" clId="{34D5478B-B5E6-954A-AE92-4F4031202745}" dt="2025-03-31T07:00:59.170" v="3374"/>
          <ac:spMkLst>
            <pc:docMk/>
            <pc:sldMk cId="1923901566" sldId="273"/>
            <ac:spMk id="24" creationId="{F86792F2-150E-3CAF-687C-7F0FA6BE0BC6}"/>
          </ac:spMkLst>
        </pc:spChg>
        <pc:picChg chg="add del mod">
          <ac:chgData name="VÕ ĐÌNH CAO MINH HÀO" userId="117ef4e9-d17a-4134-95de-04d4e3db2ff5" providerId="ADAL" clId="{34D5478B-B5E6-954A-AE92-4F4031202745}" dt="2025-03-28T08:49:33.610" v="2054" actId="478"/>
          <ac:picMkLst>
            <pc:docMk/>
            <pc:sldMk cId="1923901566" sldId="273"/>
            <ac:picMk id="3" creationId="{7AAB94AE-F41C-7220-7BA5-52DD9564AECD}"/>
          </ac:picMkLst>
        </pc:picChg>
        <pc:picChg chg="add mod">
          <ac:chgData name="VÕ ĐÌNH CAO MINH HÀO" userId="117ef4e9-d17a-4134-95de-04d4e3db2ff5" providerId="ADAL" clId="{34D5478B-B5E6-954A-AE92-4F4031202745}" dt="2025-03-28T08:49:36.883" v="2055"/>
          <ac:picMkLst>
            <pc:docMk/>
            <pc:sldMk cId="1923901566" sldId="273"/>
            <ac:picMk id="23" creationId="{5FE3F04D-FE5B-704E-55D9-E2384679778C}"/>
          </ac:picMkLst>
        </pc:picChg>
      </pc:sldChg>
      <pc:sldChg chg="addSp delSp modSp add mod ord modTransition modAnim">
        <pc:chgData name="VÕ ĐÌNH CAO MINH HÀO" userId="117ef4e9-d17a-4134-95de-04d4e3db2ff5" providerId="ADAL" clId="{34D5478B-B5E6-954A-AE92-4F4031202745}" dt="2025-03-31T07:00:59.170" v="3374"/>
        <pc:sldMkLst>
          <pc:docMk/>
          <pc:sldMk cId="1566757331" sldId="274"/>
        </pc:sldMkLst>
        <pc:spChg chg="mod">
          <ac:chgData name="VÕ ĐÌNH CAO MINH HÀO" userId="117ef4e9-d17a-4134-95de-04d4e3db2ff5" providerId="ADAL" clId="{34D5478B-B5E6-954A-AE92-4F4031202745}" dt="2025-03-27T09:46:02.341" v="571" actId="207"/>
          <ac:spMkLst>
            <pc:docMk/>
            <pc:sldMk cId="1566757331" sldId="274"/>
            <ac:spMk id="5" creationId="{2230E635-0206-55EC-45A3-16AEC8A8D79E}"/>
          </ac:spMkLst>
        </pc:spChg>
        <pc:spChg chg="mod">
          <ac:chgData name="VÕ ĐÌNH CAO MINH HÀO" userId="117ef4e9-d17a-4134-95de-04d4e3db2ff5" providerId="ADAL" clId="{34D5478B-B5E6-954A-AE92-4F4031202745}" dt="2025-03-27T09:46:16.185" v="573" actId="207"/>
          <ac:spMkLst>
            <pc:docMk/>
            <pc:sldMk cId="1566757331" sldId="274"/>
            <ac:spMk id="6" creationId="{E7C4F3BF-9219-241B-44BD-BE96450E63D5}"/>
          </ac:spMkLst>
        </pc:spChg>
        <pc:spChg chg="mod">
          <ac:chgData name="VÕ ĐÌNH CAO MINH HÀO" userId="117ef4e9-d17a-4134-95de-04d4e3db2ff5" providerId="ADAL" clId="{34D5478B-B5E6-954A-AE92-4F4031202745}" dt="2025-03-27T09:46:11.157" v="572" actId="207"/>
          <ac:spMkLst>
            <pc:docMk/>
            <pc:sldMk cId="1566757331" sldId="274"/>
            <ac:spMk id="16" creationId="{250494E9-86D6-A26C-34CC-25C92B5B1514}"/>
          </ac:spMkLst>
        </pc:spChg>
        <pc:spChg chg="mod">
          <ac:chgData name="VÕ ĐÌNH CAO MINH HÀO" userId="117ef4e9-d17a-4134-95de-04d4e3db2ff5" providerId="ADAL" clId="{34D5478B-B5E6-954A-AE92-4F4031202745}" dt="2025-03-27T09:46:16.185" v="573" actId="207"/>
          <ac:spMkLst>
            <pc:docMk/>
            <pc:sldMk cId="1566757331" sldId="274"/>
            <ac:spMk id="17" creationId="{E8928AC8-C431-A13C-B757-55926318C49F}"/>
          </ac:spMkLst>
        </pc:spChg>
        <pc:spChg chg="add mod">
          <ac:chgData name="VÕ ĐÌNH CAO MINH HÀO" userId="117ef4e9-d17a-4134-95de-04d4e3db2ff5" providerId="ADAL" clId="{34D5478B-B5E6-954A-AE92-4F4031202745}" dt="2025-03-29T09:29:52.084" v="3280"/>
          <ac:spMkLst>
            <pc:docMk/>
            <pc:sldMk cId="1566757331" sldId="274"/>
            <ac:spMk id="23" creationId="{B73287B5-0112-5952-A3CA-7FBB1D9CD439}"/>
          </ac:spMkLst>
        </pc:spChg>
        <pc:spChg chg="add del mod">
          <ac:chgData name="VÕ ĐÌNH CAO MINH HÀO" userId="117ef4e9-d17a-4134-95de-04d4e3db2ff5" providerId="ADAL" clId="{34D5478B-B5E6-954A-AE92-4F4031202745}" dt="2025-03-31T07:00:59.170" v="3374"/>
          <ac:spMkLst>
            <pc:docMk/>
            <pc:sldMk cId="1566757331" sldId="274"/>
            <ac:spMk id="24" creationId="{E56846EA-8A40-61BA-AD0F-37D4A2E37C04}"/>
          </ac:spMkLst>
        </pc:spChg>
        <pc:picChg chg="add mod">
          <ac:chgData name="VÕ ĐÌNH CAO MINH HÀO" userId="117ef4e9-d17a-4134-95de-04d4e3db2ff5" providerId="ADAL" clId="{34D5478B-B5E6-954A-AE92-4F4031202745}" dt="2025-03-28T08:49:38.769" v="2056"/>
          <ac:picMkLst>
            <pc:docMk/>
            <pc:sldMk cId="1566757331" sldId="274"/>
            <ac:picMk id="3" creationId="{861B502C-095A-1D02-E2BE-3640DB4F2817}"/>
          </ac:picMkLst>
        </pc:picChg>
      </pc:sldChg>
      <pc:sldChg chg="addSp delSp modSp add mod ord modTransition modAnim">
        <pc:chgData name="VÕ ĐÌNH CAO MINH HÀO" userId="117ef4e9-d17a-4134-95de-04d4e3db2ff5" providerId="ADAL" clId="{34D5478B-B5E6-954A-AE92-4F4031202745}" dt="2025-03-31T07:00:59.170" v="3374"/>
        <pc:sldMkLst>
          <pc:docMk/>
          <pc:sldMk cId="3295528009" sldId="275"/>
        </pc:sldMkLst>
        <pc:spChg chg="mod">
          <ac:chgData name="VÕ ĐÌNH CAO MINH HÀO" userId="117ef4e9-d17a-4134-95de-04d4e3db2ff5" providerId="ADAL" clId="{34D5478B-B5E6-954A-AE92-4F4031202745}" dt="2025-03-27T09:46:35.254" v="575" actId="207"/>
          <ac:spMkLst>
            <pc:docMk/>
            <pc:sldMk cId="3295528009" sldId="275"/>
            <ac:spMk id="6" creationId="{B951772D-86A6-3776-4BF3-E906E1970EB3}"/>
          </ac:spMkLst>
        </pc:spChg>
        <pc:spChg chg="mod">
          <ac:chgData name="VÕ ĐÌNH CAO MINH HÀO" userId="117ef4e9-d17a-4134-95de-04d4e3db2ff5" providerId="ADAL" clId="{34D5478B-B5E6-954A-AE92-4F4031202745}" dt="2025-03-27T09:46:35.254" v="575" actId="207"/>
          <ac:spMkLst>
            <pc:docMk/>
            <pc:sldMk cId="3295528009" sldId="275"/>
            <ac:spMk id="17" creationId="{3A2104DB-E67F-028B-7D40-5717EF9E49B9}"/>
          </ac:spMkLst>
        </pc:spChg>
        <pc:spChg chg="add mod">
          <ac:chgData name="VÕ ĐÌNH CAO MINH HÀO" userId="117ef4e9-d17a-4134-95de-04d4e3db2ff5" providerId="ADAL" clId="{34D5478B-B5E6-954A-AE92-4F4031202745}" dt="2025-03-29T09:29:52.084" v="3280"/>
          <ac:spMkLst>
            <pc:docMk/>
            <pc:sldMk cId="3295528009" sldId="275"/>
            <ac:spMk id="23" creationId="{3C109EF4-EDAA-545E-EA32-5B0BEC1B60A5}"/>
          </ac:spMkLst>
        </pc:spChg>
        <pc:spChg chg="add del mod">
          <ac:chgData name="VÕ ĐÌNH CAO MINH HÀO" userId="117ef4e9-d17a-4134-95de-04d4e3db2ff5" providerId="ADAL" clId="{34D5478B-B5E6-954A-AE92-4F4031202745}" dt="2025-03-31T07:00:59.170" v="3374"/>
          <ac:spMkLst>
            <pc:docMk/>
            <pc:sldMk cId="3295528009" sldId="275"/>
            <ac:spMk id="24" creationId="{923D04AA-4916-36AE-0531-F1B480DBD66F}"/>
          </ac:spMkLst>
        </pc:spChg>
        <pc:picChg chg="add mod">
          <ac:chgData name="VÕ ĐÌNH CAO MINH HÀO" userId="117ef4e9-d17a-4134-95de-04d4e3db2ff5" providerId="ADAL" clId="{34D5478B-B5E6-954A-AE92-4F4031202745}" dt="2025-03-28T08:49:43.966" v="2059" actId="1036"/>
          <ac:picMkLst>
            <pc:docMk/>
            <pc:sldMk cId="3295528009" sldId="275"/>
            <ac:picMk id="3" creationId="{D12224BC-A23D-5D5C-C9DA-F82F57BE0E73}"/>
          </ac:picMkLst>
        </pc:picChg>
      </pc:sldChg>
      <pc:sldChg chg="addSp delSp modSp add mod">
        <pc:chgData name="VÕ ĐÌNH CAO MINH HÀO" userId="117ef4e9-d17a-4134-95de-04d4e3db2ff5" providerId="ADAL" clId="{34D5478B-B5E6-954A-AE92-4F4031202745}" dt="2025-03-31T07:00:59.170" v="3374"/>
        <pc:sldMkLst>
          <pc:docMk/>
          <pc:sldMk cId="306471466" sldId="276"/>
        </pc:sldMkLst>
        <pc:spChg chg="mod">
          <ac:chgData name="VÕ ĐÌNH CAO MINH HÀO" userId="117ef4e9-d17a-4134-95de-04d4e3db2ff5" providerId="ADAL" clId="{34D5478B-B5E6-954A-AE92-4F4031202745}" dt="2025-03-27T09:47:45.818" v="583" actId="207"/>
          <ac:spMkLst>
            <pc:docMk/>
            <pc:sldMk cId="306471466" sldId="276"/>
            <ac:spMk id="4" creationId="{DEAB2963-9B91-9343-FA55-8D76740B9497}"/>
          </ac:spMkLst>
        </pc:spChg>
        <pc:spChg chg="mod">
          <ac:chgData name="VÕ ĐÌNH CAO MINH HÀO" userId="117ef4e9-d17a-4134-95de-04d4e3db2ff5" providerId="ADAL" clId="{34D5478B-B5E6-954A-AE92-4F4031202745}" dt="2025-03-27T09:47:45.818" v="583" actId="207"/>
          <ac:spMkLst>
            <pc:docMk/>
            <pc:sldMk cId="306471466" sldId="276"/>
            <ac:spMk id="15" creationId="{121B8492-8063-F45F-67DC-A69F6C2A9A63}"/>
          </ac:spMkLst>
        </pc:spChg>
        <pc:spChg chg="add mod">
          <ac:chgData name="VÕ ĐÌNH CAO MINH HÀO" userId="117ef4e9-d17a-4134-95de-04d4e3db2ff5" providerId="ADAL" clId="{34D5478B-B5E6-954A-AE92-4F4031202745}" dt="2025-03-29T09:29:52.084" v="3280"/>
          <ac:spMkLst>
            <pc:docMk/>
            <pc:sldMk cId="306471466" sldId="276"/>
            <ac:spMk id="23" creationId="{5D99C151-990A-A6CD-9C97-FE0CACC91686}"/>
          </ac:spMkLst>
        </pc:spChg>
        <pc:spChg chg="add del mod">
          <ac:chgData name="VÕ ĐÌNH CAO MINH HÀO" userId="117ef4e9-d17a-4134-95de-04d4e3db2ff5" providerId="ADAL" clId="{34D5478B-B5E6-954A-AE92-4F4031202745}" dt="2025-03-31T07:00:59.170" v="3374"/>
          <ac:spMkLst>
            <pc:docMk/>
            <pc:sldMk cId="306471466" sldId="276"/>
            <ac:spMk id="24" creationId="{5D066FF0-C25A-986B-04A7-FE89A3F64F3C}"/>
          </ac:spMkLst>
        </pc:spChg>
        <pc:picChg chg="add mod">
          <ac:chgData name="VÕ ĐÌNH CAO MINH HÀO" userId="117ef4e9-d17a-4134-95de-04d4e3db2ff5" providerId="ADAL" clId="{34D5478B-B5E6-954A-AE92-4F4031202745}" dt="2025-03-28T08:49:13.004" v="2048" actId="1076"/>
          <ac:picMkLst>
            <pc:docMk/>
            <pc:sldMk cId="306471466" sldId="276"/>
            <ac:picMk id="3" creationId="{B02D0104-2AF5-102D-2CCD-2766E1DFE6C6}"/>
          </ac:picMkLst>
        </pc:picChg>
      </pc:sldChg>
      <pc:sldChg chg="addSp delSp modSp add mod ord modTransition">
        <pc:chgData name="VÕ ĐÌNH CAO MINH HÀO" userId="117ef4e9-d17a-4134-95de-04d4e3db2ff5" providerId="ADAL" clId="{34D5478B-B5E6-954A-AE92-4F4031202745}" dt="2025-03-31T07:00:59.170" v="3374"/>
        <pc:sldMkLst>
          <pc:docMk/>
          <pc:sldMk cId="4091431188" sldId="277"/>
        </pc:sldMkLst>
        <pc:spChg chg="mod">
          <ac:chgData name="VÕ ĐÌNH CAO MINH HÀO" userId="117ef4e9-d17a-4134-95de-04d4e3db2ff5" providerId="ADAL" clId="{34D5478B-B5E6-954A-AE92-4F4031202745}" dt="2025-03-27T09:47:57.558" v="585" actId="207"/>
          <ac:spMkLst>
            <pc:docMk/>
            <pc:sldMk cId="4091431188" sldId="277"/>
            <ac:spMk id="4" creationId="{FE64AE3E-B546-5F4F-2E59-F24BE2ADC925}"/>
          </ac:spMkLst>
        </pc:spChg>
        <pc:spChg chg="mod">
          <ac:chgData name="VÕ ĐÌNH CAO MINH HÀO" userId="117ef4e9-d17a-4134-95de-04d4e3db2ff5" providerId="ADAL" clId="{34D5478B-B5E6-954A-AE92-4F4031202745}" dt="2025-03-27T09:48:10.842" v="586" actId="207"/>
          <ac:spMkLst>
            <pc:docMk/>
            <pc:sldMk cId="4091431188" sldId="277"/>
            <ac:spMk id="5" creationId="{D323732C-7F7A-F0B6-DC7C-550DFF541317}"/>
          </ac:spMkLst>
        </pc:spChg>
        <pc:spChg chg="mod">
          <ac:chgData name="VÕ ĐÌNH CAO MINH HÀO" userId="117ef4e9-d17a-4134-95de-04d4e3db2ff5" providerId="ADAL" clId="{34D5478B-B5E6-954A-AE92-4F4031202745}" dt="2025-03-27T09:47:57.558" v="585" actId="207"/>
          <ac:spMkLst>
            <pc:docMk/>
            <pc:sldMk cId="4091431188" sldId="277"/>
            <ac:spMk id="6" creationId="{2288957F-C20F-81D1-91C3-76293EBC1E9A}"/>
          </ac:spMkLst>
        </pc:spChg>
        <pc:spChg chg="mod">
          <ac:chgData name="VÕ ĐÌNH CAO MINH HÀO" userId="117ef4e9-d17a-4134-95de-04d4e3db2ff5" providerId="ADAL" clId="{34D5478B-B5E6-954A-AE92-4F4031202745}" dt="2025-03-27T09:48:10.842" v="586" actId="207"/>
          <ac:spMkLst>
            <pc:docMk/>
            <pc:sldMk cId="4091431188" sldId="277"/>
            <ac:spMk id="15" creationId="{B8E094CB-743C-6C13-C5E2-231732C32F5B}"/>
          </ac:spMkLst>
        </pc:spChg>
        <pc:spChg chg="mod">
          <ac:chgData name="VÕ ĐÌNH CAO MINH HÀO" userId="117ef4e9-d17a-4134-95de-04d4e3db2ff5" providerId="ADAL" clId="{34D5478B-B5E6-954A-AE92-4F4031202745}" dt="2025-03-27T09:47:57.558" v="585" actId="207"/>
          <ac:spMkLst>
            <pc:docMk/>
            <pc:sldMk cId="4091431188" sldId="277"/>
            <ac:spMk id="16" creationId="{F88F5DD8-B918-9F96-F1D8-EF2A8D1591BE}"/>
          </ac:spMkLst>
        </pc:spChg>
        <pc:spChg chg="mod">
          <ac:chgData name="VÕ ĐÌNH CAO MINH HÀO" userId="117ef4e9-d17a-4134-95de-04d4e3db2ff5" providerId="ADAL" clId="{34D5478B-B5E6-954A-AE92-4F4031202745}" dt="2025-03-27T09:47:57.558" v="585" actId="207"/>
          <ac:spMkLst>
            <pc:docMk/>
            <pc:sldMk cId="4091431188" sldId="277"/>
            <ac:spMk id="17" creationId="{65266FA7-2343-84B3-7FFD-11BA305EF7B3}"/>
          </ac:spMkLst>
        </pc:spChg>
        <pc:spChg chg="add mod">
          <ac:chgData name="VÕ ĐÌNH CAO MINH HÀO" userId="117ef4e9-d17a-4134-95de-04d4e3db2ff5" providerId="ADAL" clId="{34D5478B-B5E6-954A-AE92-4F4031202745}" dt="2025-03-29T09:29:52.084" v="3280"/>
          <ac:spMkLst>
            <pc:docMk/>
            <pc:sldMk cId="4091431188" sldId="277"/>
            <ac:spMk id="23" creationId="{02AD2B54-FA80-DED6-903A-2D57243E6AF4}"/>
          </ac:spMkLst>
        </pc:spChg>
        <pc:spChg chg="add del mod">
          <ac:chgData name="VÕ ĐÌNH CAO MINH HÀO" userId="117ef4e9-d17a-4134-95de-04d4e3db2ff5" providerId="ADAL" clId="{34D5478B-B5E6-954A-AE92-4F4031202745}" dt="2025-03-31T07:00:59.170" v="3374"/>
          <ac:spMkLst>
            <pc:docMk/>
            <pc:sldMk cId="4091431188" sldId="277"/>
            <ac:spMk id="24" creationId="{3C8B24A2-1B14-5539-DE97-908FCCB31AF9}"/>
          </ac:spMkLst>
        </pc:spChg>
        <pc:picChg chg="add mod">
          <ac:chgData name="VÕ ĐÌNH CAO MINH HÀO" userId="117ef4e9-d17a-4134-95de-04d4e3db2ff5" providerId="ADAL" clId="{34D5478B-B5E6-954A-AE92-4F4031202745}" dt="2025-03-28T08:49:45.245" v="2060"/>
          <ac:picMkLst>
            <pc:docMk/>
            <pc:sldMk cId="4091431188" sldId="277"/>
            <ac:picMk id="3" creationId="{6A41802C-54F8-BE08-9F78-2072A6ED65CE}"/>
          </ac:picMkLst>
        </pc:picChg>
      </pc:sldChg>
      <pc:sldChg chg="addSp delSp modSp add mod ord modTransition">
        <pc:chgData name="VÕ ĐÌNH CAO MINH HÀO" userId="117ef4e9-d17a-4134-95de-04d4e3db2ff5" providerId="ADAL" clId="{34D5478B-B5E6-954A-AE92-4F4031202745}" dt="2025-03-31T07:00:59.170" v="3374"/>
        <pc:sldMkLst>
          <pc:docMk/>
          <pc:sldMk cId="3542910029" sldId="278"/>
        </pc:sldMkLst>
        <pc:spChg chg="mod">
          <ac:chgData name="VÕ ĐÌNH CAO MINH HÀO" userId="117ef4e9-d17a-4134-95de-04d4e3db2ff5" providerId="ADAL" clId="{34D5478B-B5E6-954A-AE92-4F4031202745}" dt="2025-03-27T09:48:19.757" v="588" actId="207"/>
          <ac:spMkLst>
            <pc:docMk/>
            <pc:sldMk cId="3542910029" sldId="278"/>
            <ac:spMk id="5" creationId="{A2C65EF5-E2AA-A8E0-FEE8-42357CED2183}"/>
          </ac:spMkLst>
        </pc:spChg>
        <pc:spChg chg="mod">
          <ac:chgData name="VÕ ĐÌNH CAO MINH HÀO" userId="117ef4e9-d17a-4134-95de-04d4e3db2ff5" providerId="ADAL" clId="{34D5478B-B5E6-954A-AE92-4F4031202745}" dt="2025-03-27T09:48:19.757" v="588" actId="207"/>
          <ac:spMkLst>
            <pc:docMk/>
            <pc:sldMk cId="3542910029" sldId="278"/>
            <ac:spMk id="15" creationId="{2E6B75C7-B2C3-C273-77DC-3BD3E22B36E8}"/>
          </ac:spMkLst>
        </pc:spChg>
        <pc:spChg chg="add mod">
          <ac:chgData name="VÕ ĐÌNH CAO MINH HÀO" userId="117ef4e9-d17a-4134-95de-04d4e3db2ff5" providerId="ADAL" clId="{34D5478B-B5E6-954A-AE92-4F4031202745}" dt="2025-03-29T09:29:52.084" v="3280"/>
          <ac:spMkLst>
            <pc:docMk/>
            <pc:sldMk cId="3542910029" sldId="278"/>
            <ac:spMk id="23" creationId="{2BD2E0C4-2C5E-D9B9-50B5-E6B87E1177D3}"/>
          </ac:spMkLst>
        </pc:spChg>
        <pc:spChg chg="add del mod">
          <ac:chgData name="VÕ ĐÌNH CAO MINH HÀO" userId="117ef4e9-d17a-4134-95de-04d4e3db2ff5" providerId="ADAL" clId="{34D5478B-B5E6-954A-AE92-4F4031202745}" dt="2025-03-31T07:00:59.170" v="3374"/>
          <ac:spMkLst>
            <pc:docMk/>
            <pc:sldMk cId="3542910029" sldId="278"/>
            <ac:spMk id="24" creationId="{0EEF99CE-6850-3609-58B0-BA6EF6612A63}"/>
          </ac:spMkLst>
        </pc:spChg>
        <pc:picChg chg="add mod">
          <ac:chgData name="VÕ ĐÌNH CAO MINH HÀO" userId="117ef4e9-d17a-4134-95de-04d4e3db2ff5" providerId="ADAL" clId="{34D5478B-B5E6-954A-AE92-4F4031202745}" dt="2025-03-28T08:49:46.556" v="2061"/>
          <ac:picMkLst>
            <pc:docMk/>
            <pc:sldMk cId="3542910029" sldId="278"/>
            <ac:picMk id="3" creationId="{D92D54E2-4251-B316-A475-237E2AA43449}"/>
          </ac:picMkLst>
        </pc:picChg>
      </pc:sldChg>
      <pc:sldChg chg="addSp delSp modSp add mod modTransition">
        <pc:chgData name="VÕ ĐÌNH CAO MINH HÀO" userId="117ef4e9-d17a-4134-95de-04d4e3db2ff5" providerId="ADAL" clId="{34D5478B-B5E6-954A-AE92-4F4031202745}" dt="2025-03-31T07:00:59.170" v="3374"/>
        <pc:sldMkLst>
          <pc:docMk/>
          <pc:sldMk cId="3540033957" sldId="279"/>
        </pc:sldMkLst>
        <pc:spChg chg="mod">
          <ac:chgData name="VÕ ĐÌNH CAO MINH HÀO" userId="117ef4e9-d17a-4134-95de-04d4e3db2ff5" providerId="ADAL" clId="{34D5478B-B5E6-954A-AE92-4F4031202745}" dt="2025-03-27T09:49:16.916" v="590" actId="207"/>
          <ac:spMkLst>
            <pc:docMk/>
            <pc:sldMk cId="3540033957" sldId="279"/>
            <ac:spMk id="5" creationId="{5A22785B-A511-3EAA-C7ED-1495224038EB}"/>
          </ac:spMkLst>
        </pc:spChg>
        <pc:spChg chg="mod">
          <ac:chgData name="VÕ ĐÌNH CAO MINH HÀO" userId="117ef4e9-d17a-4134-95de-04d4e3db2ff5" providerId="ADAL" clId="{34D5478B-B5E6-954A-AE92-4F4031202745}" dt="2025-03-27T09:49:29.721" v="591" actId="207"/>
          <ac:spMkLst>
            <pc:docMk/>
            <pc:sldMk cId="3540033957" sldId="279"/>
            <ac:spMk id="6" creationId="{322A1D3D-A02F-3D98-99F6-8523BD61EADD}"/>
          </ac:spMkLst>
        </pc:spChg>
        <pc:spChg chg="mod">
          <ac:chgData name="VÕ ĐÌNH CAO MINH HÀO" userId="117ef4e9-d17a-4134-95de-04d4e3db2ff5" providerId="ADAL" clId="{34D5478B-B5E6-954A-AE92-4F4031202745}" dt="2025-03-27T09:49:29.721" v="591" actId="207"/>
          <ac:spMkLst>
            <pc:docMk/>
            <pc:sldMk cId="3540033957" sldId="279"/>
            <ac:spMk id="15" creationId="{4BEEE273-B43E-CE8C-D6A0-624E51D673C1}"/>
          </ac:spMkLst>
        </pc:spChg>
        <pc:spChg chg="add mod">
          <ac:chgData name="VÕ ĐÌNH CAO MINH HÀO" userId="117ef4e9-d17a-4134-95de-04d4e3db2ff5" providerId="ADAL" clId="{34D5478B-B5E6-954A-AE92-4F4031202745}" dt="2025-03-29T09:29:52.084" v="3280"/>
          <ac:spMkLst>
            <pc:docMk/>
            <pc:sldMk cId="3540033957" sldId="279"/>
            <ac:spMk id="23" creationId="{574D0DE8-D248-7EC7-67D6-2D67882D3457}"/>
          </ac:spMkLst>
        </pc:spChg>
        <pc:spChg chg="add del mod">
          <ac:chgData name="VÕ ĐÌNH CAO MINH HÀO" userId="117ef4e9-d17a-4134-95de-04d4e3db2ff5" providerId="ADAL" clId="{34D5478B-B5E6-954A-AE92-4F4031202745}" dt="2025-03-31T07:00:59.170" v="3374"/>
          <ac:spMkLst>
            <pc:docMk/>
            <pc:sldMk cId="3540033957" sldId="279"/>
            <ac:spMk id="24" creationId="{B7C5DB1B-EC7B-BE24-FDC1-263D40513466}"/>
          </ac:spMkLst>
        </pc:spChg>
        <pc:picChg chg="add mod">
          <ac:chgData name="VÕ ĐÌNH CAO MINH HÀO" userId="117ef4e9-d17a-4134-95de-04d4e3db2ff5" providerId="ADAL" clId="{34D5478B-B5E6-954A-AE92-4F4031202745}" dt="2025-03-28T08:49:47.696" v="2062"/>
          <ac:picMkLst>
            <pc:docMk/>
            <pc:sldMk cId="3540033957" sldId="279"/>
            <ac:picMk id="3" creationId="{ADCD5A24-41CF-132D-E53B-A7580CFC2C40}"/>
          </ac:picMkLst>
        </pc:picChg>
      </pc:sldChg>
      <pc:sldChg chg="addSp delSp modSp add mod modTransition">
        <pc:chgData name="VÕ ĐÌNH CAO MINH HÀO" userId="117ef4e9-d17a-4134-95de-04d4e3db2ff5" providerId="ADAL" clId="{34D5478B-B5E6-954A-AE92-4F4031202745}" dt="2025-03-31T07:00:59.170" v="3374"/>
        <pc:sldMkLst>
          <pc:docMk/>
          <pc:sldMk cId="3308339492" sldId="280"/>
        </pc:sldMkLst>
        <pc:spChg chg="mod">
          <ac:chgData name="VÕ ĐÌNH CAO MINH HÀO" userId="117ef4e9-d17a-4134-95de-04d4e3db2ff5" providerId="ADAL" clId="{34D5478B-B5E6-954A-AE92-4F4031202745}" dt="2025-03-27T09:49:41.604" v="593" actId="207"/>
          <ac:spMkLst>
            <pc:docMk/>
            <pc:sldMk cId="3308339492" sldId="280"/>
            <ac:spMk id="6" creationId="{0033B7C0-6C89-B74C-57F7-0C50397D84E5}"/>
          </ac:spMkLst>
        </pc:spChg>
        <pc:spChg chg="mod">
          <ac:chgData name="VÕ ĐÌNH CAO MINH HÀO" userId="117ef4e9-d17a-4134-95de-04d4e3db2ff5" providerId="ADAL" clId="{34D5478B-B5E6-954A-AE92-4F4031202745}" dt="2025-03-27T09:49:41.604" v="593" actId="207"/>
          <ac:spMkLst>
            <pc:docMk/>
            <pc:sldMk cId="3308339492" sldId="280"/>
            <ac:spMk id="15" creationId="{9A956CA7-906E-742B-A1E7-C044040CAB10}"/>
          </ac:spMkLst>
        </pc:spChg>
        <pc:spChg chg="add mod">
          <ac:chgData name="VÕ ĐÌNH CAO MINH HÀO" userId="117ef4e9-d17a-4134-95de-04d4e3db2ff5" providerId="ADAL" clId="{34D5478B-B5E6-954A-AE92-4F4031202745}" dt="2025-03-29T09:29:52.084" v="3280"/>
          <ac:spMkLst>
            <pc:docMk/>
            <pc:sldMk cId="3308339492" sldId="280"/>
            <ac:spMk id="23" creationId="{DD01658B-F7D2-B1AC-08CB-CB58B51288B6}"/>
          </ac:spMkLst>
        </pc:spChg>
        <pc:spChg chg="add del mod">
          <ac:chgData name="VÕ ĐÌNH CAO MINH HÀO" userId="117ef4e9-d17a-4134-95de-04d4e3db2ff5" providerId="ADAL" clId="{34D5478B-B5E6-954A-AE92-4F4031202745}" dt="2025-03-31T07:00:59.170" v="3374"/>
          <ac:spMkLst>
            <pc:docMk/>
            <pc:sldMk cId="3308339492" sldId="280"/>
            <ac:spMk id="24" creationId="{9AD5CF04-0BC2-A131-9A84-5FC16F45479B}"/>
          </ac:spMkLst>
        </pc:spChg>
        <pc:picChg chg="add mod">
          <ac:chgData name="VÕ ĐÌNH CAO MINH HÀO" userId="117ef4e9-d17a-4134-95de-04d4e3db2ff5" providerId="ADAL" clId="{34D5478B-B5E6-954A-AE92-4F4031202745}" dt="2025-03-28T08:49:48.723" v="2063"/>
          <ac:picMkLst>
            <pc:docMk/>
            <pc:sldMk cId="3308339492" sldId="280"/>
            <ac:picMk id="3" creationId="{FA62213E-B2B4-89F7-86FD-4B000B902C47}"/>
          </ac:picMkLst>
        </pc:picChg>
      </pc:sldChg>
      <pc:sldChg chg="addSp delSp modSp add mod modTransition">
        <pc:chgData name="VÕ ĐÌNH CAO MINH HÀO" userId="117ef4e9-d17a-4134-95de-04d4e3db2ff5" providerId="ADAL" clId="{34D5478B-B5E6-954A-AE92-4F4031202745}" dt="2025-03-31T07:00:59.170" v="3374"/>
        <pc:sldMkLst>
          <pc:docMk/>
          <pc:sldMk cId="2814188663" sldId="281"/>
        </pc:sldMkLst>
        <pc:spChg chg="add mod">
          <ac:chgData name="VÕ ĐÌNH CAO MINH HÀO" userId="117ef4e9-d17a-4134-95de-04d4e3db2ff5" providerId="ADAL" clId="{34D5478B-B5E6-954A-AE92-4F4031202745}" dt="2025-03-27T09:50:01.595" v="597"/>
          <ac:spMkLst>
            <pc:docMk/>
            <pc:sldMk cId="2814188663" sldId="281"/>
            <ac:spMk id="3" creationId="{ABEEDB51-588A-BF91-98A0-FBCA1A4ECBE9}"/>
          </ac:spMkLst>
        </pc:spChg>
        <pc:spChg chg="mod">
          <ac:chgData name="VÕ ĐÌNH CAO MINH HÀO" userId="117ef4e9-d17a-4134-95de-04d4e3db2ff5" providerId="ADAL" clId="{34D5478B-B5E6-954A-AE92-4F4031202745}" dt="2025-03-27T09:49:52.976" v="595" actId="207"/>
          <ac:spMkLst>
            <pc:docMk/>
            <pc:sldMk cId="2814188663" sldId="281"/>
            <ac:spMk id="6" creationId="{CB1DD009-66A4-9B4B-3FE0-70CFF9D40DA8}"/>
          </ac:spMkLst>
        </pc:spChg>
        <pc:spChg chg="mod">
          <ac:chgData name="VÕ ĐÌNH CAO MINH HÀO" userId="117ef4e9-d17a-4134-95de-04d4e3db2ff5" providerId="ADAL" clId="{34D5478B-B5E6-954A-AE92-4F4031202745}" dt="2025-03-27T09:49:58.175" v="596" actId="207"/>
          <ac:spMkLst>
            <pc:docMk/>
            <pc:sldMk cId="2814188663" sldId="281"/>
            <ac:spMk id="7" creationId="{540CAB3B-6778-C034-69EC-9951E3C23B88}"/>
          </ac:spMkLst>
        </pc:spChg>
        <pc:spChg chg="add mod">
          <ac:chgData name="VÕ ĐÌNH CAO MINH HÀO" userId="117ef4e9-d17a-4134-95de-04d4e3db2ff5" providerId="ADAL" clId="{34D5478B-B5E6-954A-AE92-4F4031202745}" dt="2025-03-27T09:50:05.557" v="598"/>
          <ac:spMkLst>
            <pc:docMk/>
            <pc:sldMk cId="2814188663" sldId="281"/>
            <ac:spMk id="23" creationId="{2EF9C58E-C70A-D464-6168-AEB5F74CEC5E}"/>
          </ac:spMkLst>
        </pc:spChg>
        <pc:spChg chg="add mod">
          <ac:chgData name="VÕ ĐÌNH CAO MINH HÀO" userId="117ef4e9-d17a-4134-95de-04d4e3db2ff5" providerId="ADAL" clId="{34D5478B-B5E6-954A-AE92-4F4031202745}" dt="2025-03-29T09:29:52.084" v="3280"/>
          <ac:spMkLst>
            <pc:docMk/>
            <pc:sldMk cId="2814188663" sldId="281"/>
            <ac:spMk id="23" creationId="{E7AB1E17-6E0D-9C02-BA91-99F81708E600}"/>
          </ac:spMkLst>
        </pc:spChg>
        <pc:spChg chg="add del mod">
          <ac:chgData name="VÕ ĐÌNH CAO MINH HÀO" userId="117ef4e9-d17a-4134-95de-04d4e3db2ff5" providerId="ADAL" clId="{34D5478B-B5E6-954A-AE92-4F4031202745}" dt="2025-03-31T07:00:59.170" v="3374"/>
          <ac:spMkLst>
            <pc:docMk/>
            <pc:sldMk cId="2814188663" sldId="281"/>
            <ac:spMk id="24" creationId="{47A35A45-F5F0-7899-F055-8E3D4966EE6A}"/>
          </ac:spMkLst>
        </pc:spChg>
        <pc:picChg chg="add mod">
          <ac:chgData name="VÕ ĐÌNH CAO MINH HÀO" userId="117ef4e9-d17a-4134-95de-04d4e3db2ff5" providerId="ADAL" clId="{34D5478B-B5E6-954A-AE92-4F4031202745}" dt="2025-03-28T08:49:49.772" v="2064"/>
          <ac:picMkLst>
            <pc:docMk/>
            <pc:sldMk cId="2814188663" sldId="281"/>
            <ac:picMk id="3" creationId="{F5CA049B-62D3-B155-F2F3-C6DECCC2AE36}"/>
          </ac:picMkLst>
        </pc:picChg>
      </pc:sldChg>
      <pc:sldChg chg="addSp delSp modSp add mod modTransition">
        <pc:chgData name="VÕ ĐÌNH CAO MINH HÀO" userId="117ef4e9-d17a-4134-95de-04d4e3db2ff5" providerId="ADAL" clId="{34D5478B-B5E6-954A-AE92-4F4031202745}" dt="2025-03-31T07:00:59.170" v="3374"/>
        <pc:sldMkLst>
          <pc:docMk/>
          <pc:sldMk cId="4127221687" sldId="282"/>
        </pc:sldMkLst>
        <pc:spChg chg="mod">
          <ac:chgData name="VÕ ĐÌNH CAO MINH HÀO" userId="117ef4e9-d17a-4134-95de-04d4e3db2ff5" providerId="ADAL" clId="{34D5478B-B5E6-954A-AE92-4F4031202745}" dt="2025-03-27T09:50:36.171" v="601" actId="207"/>
          <ac:spMkLst>
            <pc:docMk/>
            <pc:sldMk cId="4127221687" sldId="282"/>
            <ac:spMk id="7" creationId="{0D7B9056-9630-FA0A-F48A-73139A2224BA}"/>
          </ac:spMkLst>
        </pc:spChg>
        <pc:spChg chg="mod">
          <ac:chgData name="VÕ ĐÌNH CAO MINH HÀO" userId="117ef4e9-d17a-4134-95de-04d4e3db2ff5" providerId="ADAL" clId="{34D5478B-B5E6-954A-AE92-4F4031202745}" dt="2025-03-27T09:50:32.603" v="600" actId="207"/>
          <ac:spMkLst>
            <pc:docMk/>
            <pc:sldMk cId="4127221687" sldId="282"/>
            <ac:spMk id="8" creationId="{07C33600-038A-5DE9-684A-9C6D5515FB88}"/>
          </ac:spMkLst>
        </pc:spChg>
        <pc:spChg chg="mod">
          <ac:chgData name="VÕ ĐÌNH CAO MINH HÀO" userId="117ef4e9-d17a-4134-95de-04d4e3db2ff5" providerId="ADAL" clId="{34D5478B-B5E6-954A-AE92-4F4031202745}" dt="2025-03-27T09:50:36.171" v="601" actId="207"/>
          <ac:spMkLst>
            <pc:docMk/>
            <pc:sldMk cId="4127221687" sldId="282"/>
            <ac:spMk id="15" creationId="{CC9F8D73-FBA9-A731-D546-2F665A35636B}"/>
          </ac:spMkLst>
        </pc:spChg>
        <pc:spChg chg="mod">
          <ac:chgData name="VÕ ĐÌNH CAO MINH HÀO" userId="117ef4e9-d17a-4134-95de-04d4e3db2ff5" providerId="ADAL" clId="{34D5478B-B5E6-954A-AE92-4F4031202745}" dt="2025-03-27T09:50:32.603" v="600" actId="207"/>
          <ac:spMkLst>
            <pc:docMk/>
            <pc:sldMk cId="4127221687" sldId="282"/>
            <ac:spMk id="16" creationId="{DB19AA93-893B-7F59-84A1-FDB1FD97E3BB}"/>
          </ac:spMkLst>
        </pc:spChg>
        <pc:spChg chg="add mod">
          <ac:chgData name="VÕ ĐÌNH CAO MINH HÀO" userId="117ef4e9-d17a-4134-95de-04d4e3db2ff5" providerId="ADAL" clId="{34D5478B-B5E6-954A-AE92-4F4031202745}" dt="2025-03-29T09:29:52.084" v="3280"/>
          <ac:spMkLst>
            <pc:docMk/>
            <pc:sldMk cId="4127221687" sldId="282"/>
            <ac:spMk id="23" creationId="{CBEA21CE-F4A3-1775-6286-0B3951820191}"/>
          </ac:spMkLst>
        </pc:spChg>
        <pc:spChg chg="add del mod">
          <ac:chgData name="VÕ ĐÌNH CAO MINH HÀO" userId="117ef4e9-d17a-4134-95de-04d4e3db2ff5" providerId="ADAL" clId="{34D5478B-B5E6-954A-AE92-4F4031202745}" dt="2025-03-31T07:00:59.170" v="3374"/>
          <ac:spMkLst>
            <pc:docMk/>
            <pc:sldMk cId="4127221687" sldId="282"/>
            <ac:spMk id="24" creationId="{7C73F35F-6EC8-AE7B-364D-372A9B2DECDA}"/>
          </ac:spMkLst>
        </pc:spChg>
        <pc:picChg chg="add mod">
          <ac:chgData name="VÕ ĐÌNH CAO MINH HÀO" userId="117ef4e9-d17a-4134-95de-04d4e3db2ff5" providerId="ADAL" clId="{34D5478B-B5E6-954A-AE92-4F4031202745}" dt="2025-03-28T08:49:50.940" v="2065"/>
          <ac:picMkLst>
            <pc:docMk/>
            <pc:sldMk cId="4127221687" sldId="282"/>
            <ac:picMk id="3" creationId="{EDC59206-E708-3FC6-5279-D08A611C446A}"/>
          </ac:picMkLst>
        </pc:picChg>
      </pc:sldChg>
      <pc:sldChg chg="addSp delSp modSp add mod modTransition">
        <pc:chgData name="VÕ ĐÌNH CAO MINH HÀO" userId="117ef4e9-d17a-4134-95de-04d4e3db2ff5" providerId="ADAL" clId="{34D5478B-B5E6-954A-AE92-4F4031202745}" dt="2025-03-31T07:00:59.170" v="3374"/>
        <pc:sldMkLst>
          <pc:docMk/>
          <pc:sldMk cId="3714169471" sldId="283"/>
        </pc:sldMkLst>
        <pc:spChg chg="add mod">
          <ac:chgData name="VÕ ĐÌNH CAO MINH HÀO" userId="117ef4e9-d17a-4134-95de-04d4e3db2ff5" providerId="ADAL" clId="{34D5478B-B5E6-954A-AE92-4F4031202745}" dt="2025-03-27T09:50:56.732" v="605"/>
          <ac:spMkLst>
            <pc:docMk/>
            <pc:sldMk cId="3714169471" sldId="283"/>
            <ac:spMk id="3" creationId="{7DB36505-4491-7A35-2FFC-CA4EE8095B25}"/>
          </ac:spMkLst>
        </pc:spChg>
        <pc:spChg chg="mod">
          <ac:chgData name="VÕ ĐÌNH CAO MINH HÀO" userId="117ef4e9-d17a-4134-95de-04d4e3db2ff5" providerId="ADAL" clId="{34D5478B-B5E6-954A-AE92-4F4031202745}" dt="2025-03-27T09:50:44.919" v="603" actId="207"/>
          <ac:spMkLst>
            <pc:docMk/>
            <pc:sldMk cId="3714169471" sldId="283"/>
            <ac:spMk id="8" creationId="{1C8903CA-A9A5-91F4-DBC5-9109F6E7725A}"/>
          </ac:spMkLst>
        </pc:spChg>
        <pc:spChg chg="mod">
          <ac:chgData name="VÕ ĐÌNH CAO MINH HÀO" userId="117ef4e9-d17a-4134-95de-04d4e3db2ff5" providerId="ADAL" clId="{34D5478B-B5E6-954A-AE92-4F4031202745}" dt="2025-03-27T09:50:54.554" v="604" actId="207"/>
          <ac:spMkLst>
            <pc:docMk/>
            <pc:sldMk cId="3714169471" sldId="283"/>
            <ac:spMk id="9" creationId="{E8997F42-C53E-51AC-E9E0-B0934AAD5A77}"/>
          </ac:spMkLst>
        </pc:spChg>
        <pc:spChg chg="mod">
          <ac:chgData name="VÕ ĐÌNH CAO MINH HÀO" userId="117ef4e9-d17a-4134-95de-04d4e3db2ff5" providerId="ADAL" clId="{34D5478B-B5E6-954A-AE92-4F4031202745}" dt="2025-03-27T09:50:44.919" v="603" actId="207"/>
          <ac:spMkLst>
            <pc:docMk/>
            <pc:sldMk cId="3714169471" sldId="283"/>
            <ac:spMk id="16" creationId="{0B4AC1E3-E580-7B2C-2613-B62619BE9FC4}"/>
          </ac:spMkLst>
        </pc:spChg>
        <pc:spChg chg="mod">
          <ac:chgData name="VÕ ĐÌNH CAO MINH HÀO" userId="117ef4e9-d17a-4134-95de-04d4e3db2ff5" providerId="ADAL" clId="{34D5478B-B5E6-954A-AE92-4F4031202745}" dt="2025-03-27T09:50:54.554" v="604" actId="207"/>
          <ac:spMkLst>
            <pc:docMk/>
            <pc:sldMk cId="3714169471" sldId="283"/>
            <ac:spMk id="17" creationId="{DF9DCE75-242C-63AA-AB33-20B6EE074C24}"/>
          </ac:spMkLst>
        </pc:spChg>
        <pc:spChg chg="add mod">
          <ac:chgData name="VÕ ĐÌNH CAO MINH HÀO" userId="117ef4e9-d17a-4134-95de-04d4e3db2ff5" providerId="ADAL" clId="{34D5478B-B5E6-954A-AE92-4F4031202745}" dt="2025-03-29T09:29:52.084" v="3280"/>
          <ac:spMkLst>
            <pc:docMk/>
            <pc:sldMk cId="3714169471" sldId="283"/>
            <ac:spMk id="23" creationId="{99A3263C-4D11-2158-1ACD-063A2DE972FB}"/>
          </ac:spMkLst>
        </pc:spChg>
        <pc:spChg chg="add mod">
          <ac:chgData name="VÕ ĐÌNH CAO MINH HÀO" userId="117ef4e9-d17a-4134-95de-04d4e3db2ff5" providerId="ADAL" clId="{34D5478B-B5E6-954A-AE92-4F4031202745}" dt="2025-03-27T09:50:56.732" v="605"/>
          <ac:spMkLst>
            <pc:docMk/>
            <pc:sldMk cId="3714169471" sldId="283"/>
            <ac:spMk id="23" creationId="{9AFC2CDC-2C2F-0616-47F5-F883883AC454}"/>
          </ac:spMkLst>
        </pc:spChg>
        <pc:spChg chg="add del mod">
          <ac:chgData name="VÕ ĐÌNH CAO MINH HÀO" userId="117ef4e9-d17a-4134-95de-04d4e3db2ff5" providerId="ADAL" clId="{34D5478B-B5E6-954A-AE92-4F4031202745}" dt="2025-03-31T07:00:59.170" v="3374"/>
          <ac:spMkLst>
            <pc:docMk/>
            <pc:sldMk cId="3714169471" sldId="283"/>
            <ac:spMk id="24" creationId="{BBFFB1EC-1196-87C8-EE53-EDE61B245278}"/>
          </ac:spMkLst>
        </pc:spChg>
        <pc:picChg chg="add mod">
          <ac:chgData name="VÕ ĐÌNH CAO MINH HÀO" userId="117ef4e9-d17a-4134-95de-04d4e3db2ff5" providerId="ADAL" clId="{34D5478B-B5E6-954A-AE92-4F4031202745}" dt="2025-03-28T08:49:52.074" v="2066"/>
          <ac:picMkLst>
            <pc:docMk/>
            <pc:sldMk cId="3714169471" sldId="283"/>
            <ac:picMk id="3" creationId="{7D2BE494-E01E-605A-BD3E-EFCB8089A6AA}"/>
          </ac:picMkLst>
        </pc:picChg>
      </pc:sldChg>
      <pc:sldChg chg="addSp delSp modSp add mod modTransition">
        <pc:chgData name="VÕ ĐÌNH CAO MINH HÀO" userId="117ef4e9-d17a-4134-95de-04d4e3db2ff5" providerId="ADAL" clId="{34D5478B-B5E6-954A-AE92-4F4031202745}" dt="2025-03-31T07:00:59.170" v="3374"/>
        <pc:sldMkLst>
          <pc:docMk/>
          <pc:sldMk cId="206455757" sldId="284"/>
        </pc:sldMkLst>
        <pc:spChg chg="mod">
          <ac:chgData name="VÕ ĐÌNH CAO MINH HÀO" userId="117ef4e9-d17a-4134-95de-04d4e3db2ff5" providerId="ADAL" clId="{34D5478B-B5E6-954A-AE92-4F4031202745}" dt="2025-03-27T09:51:12.682" v="608" actId="207"/>
          <ac:spMkLst>
            <pc:docMk/>
            <pc:sldMk cId="206455757" sldId="284"/>
            <ac:spMk id="9" creationId="{525F08AD-2C82-029C-66B2-06D1BBAE8D4D}"/>
          </ac:spMkLst>
        </pc:spChg>
        <pc:spChg chg="mod">
          <ac:chgData name="VÕ ĐÌNH CAO MINH HÀO" userId="117ef4e9-d17a-4134-95de-04d4e3db2ff5" providerId="ADAL" clId="{34D5478B-B5E6-954A-AE92-4F4031202745}" dt="2025-03-27T09:51:20.066" v="609" actId="207"/>
          <ac:spMkLst>
            <pc:docMk/>
            <pc:sldMk cId="206455757" sldId="284"/>
            <ac:spMk id="10" creationId="{59BB79D7-127F-6DE3-F3AE-605781799834}"/>
          </ac:spMkLst>
        </pc:spChg>
        <pc:spChg chg="mod">
          <ac:chgData name="VÕ ĐÌNH CAO MINH HÀO" userId="117ef4e9-d17a-4134-95de-04d4e3db2ff5" providerId="ADAL" clId="{34D5478B-B5E6-954A-AE92-4F4031202745}" dt="2025-03-27T09:51:09.926" v="607" actId="207"/>
          <ac:spMkLst>
            <pc:docMk/>
            <pc:sldMk cId="206455757" sldId="284"/>
            <ac:spMk id="17" creationId="{725972A8-410C-556E-186C-438AF688F557}"/>
          </ac:spMkLst>
        </pc:spChg>
        <pc:spChg chg="mod">
          <ac:chgData name="VÕ ĐÌNH CAO MINH HÀO" userId="117ef4e9-d17a-4134-95de-04d4e3db2ff5" providerId="ADAL" clId="{34D5478B-B5E6-954A-AE92-4F4031202745}" dt="2025-03-27T09:51:20.066" v="609" actId="207"/>
          <ac:spMkLst>
            <pc:docMk/>
            <pc:sldMk cId="206455757" sldId="284"/>
            <ac:spMk id="18" creationId="{1D36FFF2-C2B4-91F0-A9EF-B54E5E579C07}"/>
          </ac:spMkLst>
        </pc:spChg>
        <pc:spChg chg="add mod">
          <ac:chgData name="VÕ ĐÌNH CAO MINH HÀO" userId="117ef4e9-d17a-4134-95de-04d4e3db2ff5" providerId="ADAL" clId="{34D5478B-B5E6-954A-AE92-4F4031202745}" dt="2025-03-29T09:29:52.084" v="3280"/>
          <ac:spMkLst>
            <pc:docMk/>
            <pc:sldMk cId="206455757" sldId="284"/>
            <ac:spMk id="23" creationId="{4E6D9723-6F6F-4747-F037-75AEF2A1583E}"/>
          </ac:spMkLst>
        </pc:spChg>
        <pc:spChg chg="add del mod">
          <ac:chgData name="VÕ ĐÌNH CAO MINH HÀO" userId="117ef4e9-d17a-4134-95de-04d4e3db2ff5" providerId="ADAL" clId="{34D5478B-B5E6-954A-AE92-4F4031202745}" dt="2025-03-31T07:00:59.170" v="3374"/>
          <ac:spMkLst>
            <pc:docMk/>
            <pc:sldMk cId="206455757" sldId="284"/>
            <ac:spMk id="24" creationId="{288773D8-F4CC-7E4B-064A-1A73F55EAB3E}"/>
          </ac:spMkLst>
        </pc:spChg>
        <pc:picChg chg="add mod">
          <ac:chgData name="VÕ ĐÌNH CAO MINH HÀO" userId="117ef4e9-d17a-4134-95de-04d4e3db2ff5" providerId="ADAL" clId="{34D5478B-B5E6-954A-AE92-4F4031202745}" dt="2025-03-28T08:49:53.695" v="2067"/>
          <ac:picMkLst>
            <pc:docMk/>
            <pc:sldMk cId="206455757" sldId="284"/>
            <ac:picMk id="3" creationId="{756EB9B0-4DE9-0EC2-9BEC-42D539899CFC}"/>
          </ac:picMkLst>
        </pc:picChg>
      </pc:sldChg>
      <pc:sldChg chg="addSp delSp modSp add mod modTransition">
        <pc:chgData name="VÕ ĐÌNH CAO MINH HÀO" userId="117ef4e9-d17a-4134-95de-04d4e3db2ff5" providerId="ADAL" clId="{34D5478B-B5E6-954A-AE92-4F4031202745}" dt="2025-03-31T07:00:59.170" v="3374"/>
        <pc:sldMkLst>
          <pc:docMk/>
          <pc:sldMk cId="3151980100" sldId="285"/>
        </pc:sldMkLst>
        <pc:spChg chg="mod">
          <ac:chgData name="VÕ ĐÌNH CAO MINH HÀO" userId="117ef4e9-d17a-4134-95de-04d4e3db2ff5" providerId="ADAL" clId="{34D5478B-B5E6-954A-AE92-4F4031202745}" dt="2025-03-27T09:51:29.086" v="611" actId="207"/>
          <ac:spMkLst>
            <pc:docMk/>
            <pc:sldMk cId="3151980100" sldId="285"/>
            <ac:spMk id="10" creationId="{5DB8F165-9B02-E0E0-A5AF-87738F20BD27}"/>
          </ac:spMkLst>
        </pc:spChg>
        <pc:spChg chg="mod">
          <ac:chgData name="VÕ ĐÌNH CAO MINH HÀO" userId="117ef4e9-d17a-4134-95de-04d4e3db2ff5" providerId="ADAL" clId="{34D5478B-B5E6-954A-AE92-4F4031202745}" dt="2025-03-27T09:51:34.120" v="612" actId="207"/>
          <ac:spMkLst>
            <pc:docMk/>
            <pc:sldMk cId="3151980100" sldId="285"/>
            <ac:spMk id="11" creationId="{1B254E2D-8673-5A9C-DD2C-B22F5D47AB81}"/>
          </ac:spMkLst>
        </pc:spChg>
        <pc:spChg chg="mod">
          <ac:chgData name="VÕ ĐÌNH CAO MINH HÀO" userId="117ef4e9-d17a-4134-95de-04d4e3db2ff5" providerId="ADAL" clId="{34D5478B-B5E6-954A-AE92-4F4031202745}" dt="2025-03-27T09:51:29.086" v="611" actId="207"/>
          <ac:spMkLst>
            <pc:docMk/>
            <pc:sldMk cId="3151980100" sldId="285"/>
            <ac:spMk id="18" creationId="{CB2E687A-B068-2A8C-B412-32B24E5D906B}"/>
          </ac:spMkLst>
        </pc:spChg>
        <pc:spChg chg="mod">
          <ac:chgData name="VÕ ĐÌNH CAO MINH HÀO" userId="117ef4e9-d17a-4134-95de-04d4e3db2ff5" providerId="ADAL" clId="{34D5478B-B5E6-954A-AE92-4F4031202745}" dt="2025-03-27T09:51:34.120" v="612" actId="207"/>
          <ac:spMkLst>
            <pc:docMk/>
            <pc:sldMk cId="3151980100" sldId="285"/>
            <ac:spMk id="19" creationId="{DDB245BD-61CB-8F9E-74EE-9A78C44A7BE3}"/>
          </ac:spMkLst>
        </pc:spChg>
        <pc:spChg chg="add mod">
          <ac:chgData name="VÕ ĐÌNH CAO MINH HÀO" userId="117ef4e9-d17a-4134-95de-04d4e3db2ff5" providerId="ADAL" clId="{34D5478B-B5E6-954A-AE92-4F4031202745}" dt="2025-03-29T09:29:52.084" v="3280"/>
          <ac:spMkLst>
            <pc:docMk/>
            <pc:sldMk cId="3151980100" sldId="285"/>
            <ac:spMk id="23" creationId="{E58B7B26-B6B6-491B-42B6-4B9EE4A4E5ED}"/>
          </ac:spMkLst>
        </pc:spChg>
        <pc:spChg chg="add del mod">
          <ac:chgData name="VÕ ĐÌNH CAO MINH HÀO" userId="117ef4e9-d17a-4134-95de-04d4e3db2ff5" providerId="ADAL" clId="{34D5478B-B5E6-954A-AE92-4F4031202745}" dt="2025-03-31T07:00:59.170" v="3374"/>
          <ac:spMkLst>
            <pc:docMk/>
            <pc:sldMk cId="3151980100" sldId="285"/>
            <ac:spMk id="24" creationId="{213640BD-835D-327A-02F7-CBA6D75C5689}"/>
          </ac:spMkLst>
        </pc:spChg>
        <pc:picChg chg="add mod">
          <ac:chgData name="VÕ ĐÌNH CAO MINH HÀO" userId="117ef4e9-d17a-4134-95de-04d4e3db2ff5" providerId="ADAL" clId="{34D5478B-B5E6-954A-AE92-4F4031202745}" dt="2025-03-28T08:49:54.937" v="2068"/>
          <ac:picMkLst>
            <pc:docMk/>
            <pc:sldMk cId="3151980100" sldId="285"/>
            <ac:picMk id="3" creationId="{4BF0FDD2-7F21-B941-C937-E752A0B2027D}"/>
          </ac:picMkLst>
        </pc:picChg>
      </pc:sldChg>
      <pc:sldChg chg="add">
        <pc:chgData name="VÕ ĐÌNH CAO MINH HÀO" userId="117ef4e9-d17a-4134-95de-04d4e3db2ff5" providerId="ADAL" clId="{34D5478B-B5E6-954A-AE92-4F4031202745}" dt="2025-03-27T09:51:37.527" v="613"/>
        <pc:sldMkLst>
          <pc:docMk/>
          <pc:sldMk cId="1850490791" sldId="286"/>
        </pc:sldMkLst>
      </pc:sldChg>
      <pc:sldChg chg="del">
        <pc:chgData name="VÕ ĐÌNH CAO MINH HÀO" userId="117ef4e9-d17a-4134-95de-04d4e3db2ff5" providerId="ADAL" clId="{34D5478B-B5E6-954A-AE92-4F4031202745}" dt="2025-03-27T09:51:41.871" v="614" actId="2696"/>
        <pc:sldMkLst>
          <pc:docMk/>
          <pc:sldMk cId="1850490791" sldId="287"/>
        </pc:sldMkLst>
      </pc:sldChg>
      <pc:sldChg chg="addSp delSp modSp add mod modTransition">
        <pc:chgData name="VÕ ĐÌNH CAO MINH HÀO" userId="117ef4e9-d17a-4134-95de-04d4e3db2ff5" providerId="ADAL" clId="{34D5478B-B5E6-954A-AE92-4F4031202745}" dt="2025-03-31T07:00:59.170" v="3374"/>
        <pc:sldMkLst>
          <pc:docMk/>
          <pc:sldMk cId="3383886508" sldId="289"/>
        </pc:sldMkLst>
        <pc:spChg chg="mod">
          <ac:chgData name="VÕ ĐÌNH CAO MINH HÀO" userId="117ef4e9-d17a-4134-95de-04d4e3db2ff5" providerId="ADAL" clId="{34D5478B-B5E6-954A-AE92-4F4031202745}" dt="2025-03-27T09:52:07.305" v="616" actId="207"/>
          <ac:spMkLst>
            <pc:docMk/>
            <pc:sldMk cId="3383886508" sldId="289"/>
            <ac:spMk id="11" creationId="{63D506C8-81F3-5C6A-B255-A83C2727F2FB}"/>
          </ac:spMkLst>
        </pc:spChg>
        <pc:spChg chg="mod">
          <ac:chgData name="VÕ ĐÌNH CAO MINH HÀO" userId="117ef4e9-d17a-4134-95de-04d4e3db2ff5" providerId="ADAL" clId="{34D5478B-B5E6-954A-AE92-4F4031202745}" dt="2025-03-27T09:52:24.755" v="617" actId="207"/>
          <ac:spMkLst>
            <pc:docMk/>
            <pc:sldMk cId="3383886508" sldId="289"/>
            <ac:spMk id="12" creationId="{62CB1980-26EA-3BAC-6946-4596BEC7C784}"/>
          </ac:spMkLst>
        </pc:spChg>
        <pc:spChg chg="mod">
          <ac:chgData name="VÕ ĐÌNH CAO MINH HÀO" userId="117ef4e9-d17a-4134-95de-04d4e3db2ff5" providerId="ADAL" clId="{34D5478B-B5E6-954A-AE92-4F4031202745}" dt="2025-03-27T09:52:07.305" v="616" actId="207"/>
          <ac:spMkLst>
            <pc:docMk/>
            <pc:sldMk cId="3383886508" sldId="289"/>
            <ac:spMk id="19" creationId="{E1FC11CA-9028-DF8E-8BB2-06056F9A1F00}"/>
          </ac:spMkLst>
        </pc:spChg>
        <pc:spChg chg="mod">
          <ac:chgData name="VÕ ĐÌNH CAO MINH HÀO" userId="117ef4e9-d17a-4134-95de-04d4e3db2ff5" providerId="ADAL" clId="{34D5478B-B5E6-954A-AE92-4F4031202745}" dt="2025-03-27T09:52:24.755" v="617" actId="207"/>
          <ac:spMkLst>
            <pc:docMk/>
            <pc:sldMk cId="3383886508" sldId="289"/>
            <ac:spMk id="20" creationId="{9D366641-DC18-5ACF-8E07-FC5DFB53851A}"/>
          </ac:spMkLst>
        </pc:spChg>
        <pc:spChg chg="add mod">
          <ac:chgData name="VÕ ĐÌNH CAO MINH HÀO" userId="117ef4e9-d17a-4134-95de-04d4e3db2ff5" providerId="ADAL" clId="{34D5478B-B5E6-954A-AE92-4F4031202745}" dt="2025-03-29T09:29:52.084" v="3280"/>
          <ac:spMkLst>
            <pc:docMk/>
            <pc:sldMk cId="3383886508" sldId="289"/>
            <ac:spMk id="23" creationId="{18E9E70C-8B31-66B2-327F-01E5124EF3BA}"/>
          </ac:spMkLst>
        </pc:spChg>
        <pc:spChg chg="add del mod">
          <ac:chgData name="VÕ ĐÌNH CAO MINH HÀO" userId="117ef4e9-d17a-4134-95de-04d4e3db2ff5" providerId="ADAL" clId="{34D5478B-B5E6-954A-AE92-4F4031202745}" dt="2025-03-31T07:00:59.170" v="3374"/>
          <ac:spMkLst>
            <pc:docMk/>
            <pc:sldMk cId="3383886508" sldId="289"/>
            <ac:spMk id="24" creationId="{D5EA6288-AE0B-F98A-25E8-FA3A8574F208}"/>
          </ac:spMkLst>
        </pc:spChg>
        <pc:picChg chg="add mod">
          <ac:chgData name="VÕ ĐÌNH CAO MINH HÀO" userId="117ef4e9-d17a-4134-95de-04d4e3db2ff5" providerId="ADAL" clId="{34D5478B-B5E6-954A-AE92-4F4031202745}" dt="2025-03-28T08:49:57.339" v="2070"/>
          <ac:picMkLst>
            <pc:docMk/>
            <pc:sldMk cId="3383886508" sldId="289"/>
            <ac:picMk id="3" creationId="{23097D20-79A0-929D-9578-561BB9F72127}"/>
          </ac:picMkLst>
        </pc:picChg>
      </pc:sldChg>
      <pc:sldChg chg="addSp delSp modSp add mod modTransition">
        <pc:chgData name="VÕ ĐÌNH CAO MINH HÀO" userId="117ef4e9-d17a-4134-95de-04d4e3db2ff5" providerId="ADAL" clId="{34D5478B-B5E6-954A-AE92-4F4031202745}" dt="2025-03-31T07:00:59.170" v="3374"/>
        <pc:sldMkLst>
          <pc:docMk/>
          <pc:sldMk cId="1459513422" sldId="290"/>
        </pc:sldMkLst>
        <pc:spChg chg="mod">
          <ac:chgData name="VÕ ĐÌNH CAO MINH HÀO" userId="117ef4e9-d17a-4134-95de-04d4e3db2ff5" providerId="ADAL" clId="{34D5478B-B5E6-954A-AE92-4F4031202745}" dt="2025-03-27T09:52:40.586" v="619" actId="207"/>
          <ac:spMkLst>
            <pc:docMk/>
            <pc:sldMk cId="1459513422" sldId="290"/>
            <ac:spMk id="12" creationId="{3C99DD24-EB3F-F106-22BC-EBBB98907975}"/>
          </ac:spMkLst>
        </pc:spChg>
        <pc:spChg chg="mod">
          <ac:chgData name="VÕ ĐÌNH CAO MINH HÀO" userId="117ef4e9-d17a-4134-95de-04d4e3db2ff5" providerId="ADAL" clId="{34D5478B-B5E6-954A-AE92-4F4031202745}" dt="2025-03-27T09:52:40.586" v="619" actId="207"/>
          <ac:spMkLst>
            <pc:docMk/>
            <pc:sldMk cId="1459513422" sldId="290"/>
            <ac:spMk id="20" creationId="{9F0BE326-5B01-C3CB-8259-A61071F593E0}"/>
          </ac:spMkLst>
        </pc:spChg>
        <pc:spChg chg="add mod">
          <ac:chgData name="VÕ ĐÌNH CAO MINH HÀO" userId="117ef4e9-d17a-4134-95de-04d4e3db2ff5" providerId="ADAL" clId="{34D5478B-B5E6-954A-AE92-4F4031202745}" dt="2025-03-29T09:29:52.084" v="3280"/>
          <ac:spMkLst>
            <pc:docMk/>
            <pc:sldMk cId="1459513422" sldId="290"/>
            <ac:spMk id="23" creationId="{E115F2F8-B773-1B1B-3B60-8751416FE1E6}"/>
          </ac:spMkLst>
        </pc:spChg>
        <pc:spChg chg="add del mod">
          <ac:chgData name="VÕ ĐÌNH CAO MINH HÀO" userId="117ef4e9-d17a-4134-95de-04d4e3db2ff5" providerId="ADAL" clId="{34D5478B-B5E6-954A-AE92-4F4031202745}" dt="2025-03-31T07:00:59.170" v="3374"/>
          <ac:spMkLst>
            <pc:docMk/>
            <pc:sldMk cId="1459513422" sldId="290"/>
            <ac:spMk id="24" creationId="{EE07BA91-25E9-F252-4BCD-E5C8D0611409}"/>
          </ac:spMkLst>
        </pc:spChg>
        <pc:picChg chg="add mod">
          <ac:chgData name="VÕ ĐÌNH CAO MINH HÀO" userId="117ef4e9-d17a-4134-95de-04d4e3db2ff5" providerId="ADAL" clId="{34D5478B-B5E6-954A-AE92-4F4031202745}" dt="2025-03-28T08:49:58.413" v="2071"/>
          <ac:picMkLst>
            <pc:docMk/>
            <pc:sldMk cId="1459513422" sldId="290"/>
            <ac:picMk id="3" creationId="{DBB9D4AB-1C4A-F638-E6D0-C3670FF90D42}"/>
          </ac:picMkLst>
        </pc:picChg>
      </pc:sldChg>
      <pc:sldChg chg="addSp delSp modSp add mod modTransition">
        <pc:chgData name="VÕ ĐÌNH CAO MINH HÀO" userId="117ef4e9-d17a-4134-95de-04d4e3db2ff5" providerId="ADAL" clId="{34D5478B-B5E6-954A-AE92-4F4031202745}" dt="2025-03-31T07:00:59.170" v="3374"/>
        <pc:sldMkLst>
          <pc:docMk/>
          <pc:sldMk cId="2047409148" sldId="291"/>
        </pc:sldMkLst>
        <pc:spChg chg="mod">
          <ac:chgData name="VÕ ĐÌNH CAO MINH HÀO" userId="117ef4e9-d17a-4134-95de-04d4e3db2ff5" providerId="ADAL" clId="{34D5478B-B5E6-954A-AE92-4F4031202745}" dt="2025-03-27T09:53:20.988" v="621" actId="207"/>
          <ac:spMkLst>
            <pc:docMk/>
            <pc:sldMk cId="2047409148" sldId="291"/>
            <ac:spMk id="7" creationId="{276FC6F6-8EBE-AD8E-04FB-260088C116BC}"/>
          </ac:spMkLst>
        </pc:spChg>
        <pc:spChg chg="mod">
          <ac:chgData name="VÕ ĐÌNH CAO MINH HÀO" userId="117ef4e9-d17a-4134-95de-04d4e3db2ff5" providerId="ADAL" clId="{34D5478B-B5E6-954A-AE92-4F4031202745}" dt="2025-03-27T09:53:27.368" v="622" actId="207"/>
          <ac:spMkLst>
            <pc:docMk/>
            <pc:sldMk cId="2047409148" sldId="291"/>
            <ac:spMk id="8" creationId="{9C6F0188-1008-2273-C2CD-E12531AC4886}"/>
          </ac:spMkLst>
        </pc:spChg>
        <pc:spChg chg="mod">
          <ac:chgData name="VÕ ĐÌNH CAO MINH HÀO" userId="117ef4e9-d17a-4134-95de-04d4e3db2ff5" providerId="ADAL" clId="{34D5478B-B5E6-954A-AE92-4F4031202745}" dt="2025-03-27T09:53:20.988" v="621" actId="207"/>
          <ac:spMkLst>
            <pc:docMk/>
            <pc:sldMk cId="2047409148" sldId="291"/>
            <ac:spMk id="9" creationId="{2DC438BB-3BB1-9670-53B2-63315716F6A8}"/>
          </ac:spMkLst>
        </pc:spChg>
        <pc:spChg chg="mod">
          <ac:chgData name="VÕ ĐÌNH CAO MINH HÀO" userId="117ef4e9-d17a-4134-95de-04d4e3db2ff5" providerId="ADAL" clId="{34D5478B-B5E6-954A-AE92-4F4031202745}" dt="2025-03-27T09:53:20.988" v="621" actId="207"/>
          <ac:spMkLst>
            <pc:docMk/>
            <pc:sldMk cId="2047409148" sldId="291"/>
            <ac:spMk id="10" creationId="{2D82AA4B-4ACE-913A-D0B0-73D51B00BCD3}"/>
          </ac:spMkLst>
        </pc:spChg>
        <pc:spChg chg="mod">
          <ac:chgData name="VÕ ĐÌNH CAO MINH HÀO" userId="117ef4e9-d17a-4134-95de-04d4e3db2ff5" providerId="ADAL" clId="{34D5478B-B5E6-954A-AE92-4F4031202745}" dt="2025-03-27T09:53:20.988" v="621" actId="207"/>
          <ac:spMkLst>
            <pc:docMk/>
            <pc:sldMk cId="2047409148" sldId="291"/>
            <ac:spMk id="11" creationId="{DF6D2983-AD9F-23BC-2FF7-A647CE72EBCB}"/>
          </ac:spMkLst>
        </pc:spChg>
        <pc:spChg chg="mod">
          <ac:chgData name="VÕ ĐÌNH CAO MINH HÀO" userId="117ef4e9-d17a-4134-95de-04d4e3db2ff5" providerId="ADAL" clId="{34D5478B-B5E6-954A-AE92-4F4031202745}" dt="2025-03-27T09:53:20.988" v="621" actId="207"/>
          <ac:spMkLst>
            <pc:docMk/>
            <pc:sldMk cId="2047409148" sldId="291"/>
            <ac:spMk id="12" creationId="{CC79D8F0-CFC4-0116-A46E-0A6AE4EA2A0C}"/>
          </ac:spMkLst>
        </pc:spChg>
        <pc:spChg chg="mod">
          <ac:chgData name="VÕ ĐÌNH CAO MINH HÀO" userId="117ef4e9-d17a-4134-95de-04d4e3db2ff5" providerId="ADAL" clId="{34D5478B-B5E6-954A-AE92-4F4031202745}" dt="2025-03-27T09:53:27.368" v="622" actId="207"/>
          <ac:spMkLst>
            <pc:docMk/>
            <pc:sldMk cId="2047409148" sldId="291"/>
            <ac:spMk id="15" creationId="{0B65B028-3D6A-796C-C3B3-29F129E7ED09}"/>
          </ac:spMkLst>
        </pc:spChg>
        <pc:spChg chg="mod">
          <ac:chgData name="VÕ ĐÌNH CAO MINH HÀO" userId="117ef4e9-d17a-4134-95de-04d4e3db2ff5" providerId="ADAL" clId="{34D5478B-B5E6-954A-AE92-4F4031202745}" dt="2025-03-27T09:53:20.988" v="621" actId="207"/>
          <ac:spMkLst>
            <pc:docMk/>
            <pc:sldMk cId="2047409148" sldId="291"/>
            <ac:spMk id="16" creationId="{DBC3EBF8-68CC-F378-EC07-5C63619CB8CD}"/>
          </ac:spMkLst>
        </pc:spChg>
        <pc:spChg chg="mod">
          <ac:chgData name="VÕ ĐÌNH CAO MINH HÀO" userId="117ef4e9-d17a-4134-95de-04d4e3db2ff5" providerId="ADAL" clId="{34D5478B-B5E6-954A-AE92-4F4031202745}" dt="2025-03-27T09:53:20.988" v="621" actId="207"/>
          <ac:spMkLst>
            <pc:docMk/>
            <pc:sldMk cId="2047409148" sldId="291"/>
            <ac:spMk id="17" creationId="{66E0A8E1-8650-0C29-0176-375BD63CB6F6}"/>
          </ac:spMkLst>
        </pc:spChg>
        <pc:spChg chg="mod">
          <ac:chgData name="VÕ ĐÌNH CAO MINH HÀO" userId="117ef4e9-d17a-4134-95de-04d4e3db2ff5" providerId="ADAL" clId="{34D5478B-B5E6-954A-AE92-4F4031202745}" dt="2025-03-27T09:53:20.988" v="621" actId="207"/>
          <ac:spMkLst>
            <pc:docMk/>
            <pc:sldMk cId="2047409148" sldId="291"/>
            <ac:spMk id="18" creationId="{CB0CE633-6877-3044-6D48-0FFAC8D3ADF4}"/>
          </ac:spMkLst>
        </pc:spChg>
        <pc:spChg chg="mod">
          <ac:chgData name="VÕ ĐÌNH CAO MINH HÀO" userId="117ef4e9-d17a-4134-95de-04d4e3db2ff5" providerId="ADAL" clId="{34D5478B-B5E6-954A-AE92-4F4031202745}" dt="2025-03-27T09:53:20.988" v="621" actId="207"/>
          <ac:spMkLst>
            <pc:docMk/>
            <pc:sldMk cId="2047409148" sldId="291"/>
            <ac:spMk id="19" creationId="{79E99BCF-FEC2-1090-A9E7-1196698D9AF1}"/>
          </ac:spMkLst>
        </pc:spChg>
        <pc:spChg chg="mod">
          <ac:chgData name="VÕ ĐÌNH CAO MINH HÀO" userId="117ef4e9-d17a-4134-95de-04d4e3db2ff5" providerId="ADAL" clId="{34D5478B-B5E6-954A-AE92-4F4031202745}" dt="2025-03-27T09:53:20.988" v="621" actId="207"/>
          <ac:spMkLst>
            <pc:docMk/>
            <pc:sldMk cId="2047409148" sldId="291"/>
            <ac:spMk id="20" creationId="{A8AEE428-3F73-4AD8-6E72-20C8A5D6B4F2}"/>
          </ac:spMkLst>
        </pc:spChg>
        <pc:spChg chg="add mod">
          <ac:chgData name="VÕ ĐÌNH CAO MINH HÀO" userId="117ef4e9-d17a-4134-95de-04d4e3db2ff5" providerId="ADAL" clId="{34D5478B-B5E6-954A-AE92-4F4031202745}" dt="2025-03-29T09:29:52.084" v="3280"/>
          <ac:spMkLst>
            <pc:docMk/>
            <pc:sldMk cId="2047409148" sldId="291"/>
            <ac:spMk id="23" creationId="{15C45B1C-90F2-FBF0-4F88-5C2950F8B63D}"/>
          </ac:spMkLst>
        </pc:spChg>
        <pc:spChg chg="add del mod">
          <ac:chgData name="VÕ ĐÌNH CAO MINH HÀO" userId="117ef4e9-d17a-4134-95de-04d4e3db2ff5" providerId="ADAL" clId="{34D5478B-B5E6-954A-AE92-4F4031202745}" dt="2025-03-31T07:00:59.170" v="3374"/>
          <ac:spMkLst>
            <pc:docMk/>
            <pc:sldMk cId="2047409148" sldId="291"/>
            <ac:spMk id="24" creationId="{F7DCD9D3-E781-6734-0D6A-07CDFAF7B4BE}"/>
          </ac:spMkLst>
        </pc:spChg>
        <pc:picChg chg="add mod">
          <ac:chgData name="VÕ ĐÌNH CAO MINH HÀO" userId="117ef4e9-d17a-4134-95de-04d4e3db2ff5" providerId="ADAL" clId="{34D5478B-B5E6-954A-AE92-4F4031202745}" dt="2025-03-28T08:49:59.487" v="2072"/>
          <ac:picMkLst>
            <pc:docMk/>
            <pc:sldMk cId="2047409148" sldId="291"/>
            <ac:picMk id="3" creationId="{B831AA56-D63D-8FAE-6D60-07A3EA151CD3}"/>
          </ac:picMkLst>
        </pc:picChg>
      </pc:sldChg>
      <pc:sldChg chg="addSp delSp modSp add mod modTransition">
        <pc:chgData name="VÕ ĐÌNH CAO MINH HÀO" userId="117ef4e9-d17a-4134-95de-04d4e3db2ff5" providerId="ADAL" clId="{34D5478B-B5E6-954A-AE92-4F4031202745}" dt="2025-03-31T07:00:59.170" v="3374"/>
        <pc:sldMkLst>
          <pc:docMk/>
          <pc:sldMk cId="3462388046" sldId="292"/>
        </pc:sldMkLst>
        <pc:spChg chg="mod">
          <ac:chgData name="VÕ ĐÌNH CAO MINH HÀO" userId="117ef4e9-d17a-4134-95de-04d4e3db2ff5" providerId="ADAL" clId="{34D5478B-B5E6-954A-AE92-4F4031202745}" dt="2025-03-27T09:53:39.090" v="624" actId="207"/>
          <ac:spMkLst>
            <pc:docMk/>
            <pc:sldMk cId="3462388046" sldId="292"/>
            <ac:spMk id="8" creationId="{DE36CDF2-1BD1-38DF-B744-B5604DDA8695}"/>
          </ac:spMkLst>
        </pc:spChg>
        <pc:spChg chg="mod">
          <ac:chgData name="VÕ ĐÌNH CAO MINH HÀO" userId="117ef4e9-d17a-4134-95de-04d4e3db2ff5" providerId="ADAL" clId="{34D5478B-B5E6-954A-AE92-4F4031202745}" dt="2025-03-27T09:53:39.090" v="624" actId="207"/>
          <ac:spMkLst>
            <pc:docMk/>
            <pc:sldMk cId="3462388046" sldId="292"/>
            <ac:spMk id="15" creationId="{2319EE14-6CEA-98AA-1269-18BD78227FF5}"/>
          </ac:spMkLst>
        </pc:spChg>
        <pc:spChg chg="add mod">
          <ac:chgData name="VÕ ĐÌNH CAO MINH HÀO" userId="117ef4e9-d17a-4134-95de-04d4e3db2ff5" providerId="ADAL" clId="{34D5478B-B5E6-954A-AE92-4F4031202745}" dt="2025-03-29T09:29:52.084" v="3280"/>
          <ac:spMkLst>
            <pc:docMk/>
            <pc:sldMk cId="3462388046" sldId="292"/>
            <ac:spMk id="23" creationId="{E66799FD-4132-3A01-639E-C9B008EB7AAE}"/>
          </ac:spMkLst>
        </pc:spChg>
        <pc:spChg chg="add del mod">
          <ac:chgData name="VÕ ĐÌNH CAO MINH HÀO" userId="117ef4e9-d17a-4134-95de-04d4e3db2ff5" providerId="ADAL" clId="{34D5478B-B5E6-954A-AE92-4F4031202745}" dt="2025-03-31T07:00:59.170" v="3374"/>
          <ac:spMkLst>
            <pc:docMk/>
            <pc:sldMk cId="3462388046" sldId="292"/>
            <ac:spMk id="24" creationId="{5B0F38C7-A570-9A43-E7C2-9A8ADA1F31A5}"/>
          </ac:spMkLst>
        </pc:spChg>
        <pc:picChg chg="add mod">
          <ac:chgData name="VÕ ĐÌNH CAO MINH HÀO" userId="117ef4e9-d17a-4134-95de-04d4e3db2ff5" providerId="ADAL" clId="{34D5478B-B5E6-954A-AE92-4F4031202745}" dt="2025-03-28T08:50:00.892" v="2073"/>
          <ac:picMkLst>
            <pc:docMk/>
            <pc:sldMk cId="3462388046" sldId="292"/>
            <ac:picMk id="3" creationId="{3F122715-CFD7-C624-2D51-82AA64DEDAA0}"/>
          </ac:picMkLst>
        </pc:picChg>
      </pc:sldChg>
      <pc:sldChg chg="addSp delSp modSp add mod modTransition">
        <pc:chgData name="VÕ ĐÌNH CAO MINH HÀO" userId="117ef4e9-d17a-4134-95de-04d4e3db2ff5" providerId="ADAL" clId="{34D5478B-B5E6-954A-AE92-4F4031202745}" dt="2025-03-31T07:00:59.170" v="3374"/>
        <pc:sldMkLst>
          <pc:docMk/>
          <pc:sldMk cId="1466681596" sldId="293"/>
        </pc:sldMkLst>
        <pc:spChg chg="mod">
          <ac:chgData name="VÕ ĐÌNH CAO MINH HÀO" userId="117ef4e9-d17a-4134-95de-04d4e3db2ff5" providerId="ADAL" clId="{34D5478B-B5E6-954A-AE92-4F4031202745}" dt="2025-03-27T09:53:53.997" v="626" actId="207"/>
          <ac:spMkLst>
            <pc:docMk/>
            <pc:sldMk cId="1466681596" sldId="293"/>
            <ac:spMk id="8" creationId="{BABD65B5-1CE4-3CF7-A32D-6C08120ACDFD}"/>
          </ac:spMkLst>
        </pc:spChg>
        <pc:spChg chg="mod">
          <ac:chgData name="VÕ ĐÌNH CAO MINH HÀO" userId="117ef4e9-d17a-4134-95de-04d4e3db2ff5" providerId="ADAL" clId="{34D5478B-B5E6-954A-AE92-4F4031202745}" dt="2025-03-27T09:54:04.616" v="627" actId="207"/>
          <ac:spMkLst>
            <pc:docMk/>
            <pc:sldMk cId="1466681596" sldId="293"/>
            <ac:spMk id="9" creationId="{EF5B3CEF-73DC-0309-6A90-40D1B13B8027}"/>
          </ac:spMkLst>
        </pc:spChg>
        <pc:spChg chg="mod">
          <ac:chgData name="VÕ ĐÌNH CAO MINH HÀO" userId="117ef4e9-d17a-4134-95de-04d4e3db2ff5" providerId="ADAL" clId="{34D5478B-B5E6-954A-AE92-4F4031202745}" dt="2025-03-27T09:54:04.616" v="627" actId="207"/>
          <ac:spMkLst>
            <pc:docMk/>
            <pc:sldMk cId="1466681596" sldId="293"/>
            <ac:spMk id="15" creationId="{02C26FC5-4B22-63CD-7B69-913215B5B8DE}"/>
          </ac:spMkLst>
        </pc:spChg>
        <pc:spChg chg="add mod">
          <ac:chgData name="VÕ ĐÌNH CAO MINH HÀO" userId="117ef4e9-d17a-4134-95de-04d4e3db2ff5" providerId="ADAL" clId="{34D5478B-B5E6-954A-AE92-4F4031202745}" dt="2025-03-29T09:29:52.084" v="3280"/>
          <ac:spMkLst>
            <pc:docMk/>
            <pc:sldMk cId="1466681596" sldId="293"/>
            <ac:spMk id="23" creationId="{E2B3FDB3-F362-DDCF-EA06-B521931160DD}"/>
          </ac:spMkLst>
        </pc:spChg>
        <pc:spChg chg="add del mod">
          <ac:chgData name="VÕ ĐÌNH CAO MINH HÀO" userId="117ef4e9-d17a-4134-95de-04d4e3db2ff5" providerId="ADAL" clId="{34D5478B-B5E6-954A-AE92-4F4031202745}" dt="2025-03-31T07:00:59.170" v="3374"/>
          <ac:spMkLst>
            <pc:docMk/>
            <pc:sldMk cId="1466681596" sldId="293"/>
            <ac:spMk id="24" creationId="{FC553B7C-EB6A-5E0B-0A4C-82EEAE32EE8A}"/>
          </ac:spMkLst>
        </pc:spChg>
        <pc:picChg chg="add mod">
          <ac:chgData name="VÕ ĐÌNH CAO MINH HÀO" userId="117ef4e9-d17a-4134-95de-04d4e3db2ff5" providerId="ADAL" clId="{34D5478B-B5E6-954A-AE92-4F4031202745}" dt="2025-03-28T08:50:02.004" v="2074"/>
          <ac:picMkLst>
            <pc:docMk/>
            <pc:sldMk cId="1466681596" sldId="293"/>
            <ac:picMk id="3" creationId="{61B03EA1-1842-3E2F-CFC0-70545193B3D3}"/>
          </ac:picMkLst>
        </pc:picChg>
      </pc:sldChg>
      <pc:sldChg chg="addSp delSp modSp add mod modTransition">
        <pc:chgData name="VÕ ĐÌNH CAO MINH HÀO" userId="117ef4e9-d17a-4134-95de-04d4e3db2ff5" providerId="ADAL" clId="{34D5478B-B5E6-954A-AE92-4F4031202745}" dt="2025-03-31T07:00:59.170" v="3374"/>
        <pc:sldMkLst>
          <pc:docMk/>
          <pc:sldMk cId="2633665469" sldId="294"/>
        </pc:sldMkLst>
        <pc:spChg chg="mod">
          <ac:chgData name="VÕ ĐÌNH CAO MINH HÀO" userId="117ef4e9-d17a-4134-95de-04d4e3db2ff5" providerId="ADAL" clId="{34D5478B-B5E6-954A-AE92-4F4031202745}" dt="2025-03-27T09:54:13.341" v="629" actId="207"/>
          <ac:spMkLst>
            <pc:docMk/>
            <pc:sldMk cId="2633665469" sldId="294"/>
            <ac:spMk id="9" creationId="{A0FFC1A7-FA34-9381-4D6D-D9576BDBC06D}"/>
          </ac:spMkLst>
        </pc:spChg>
        <pc:spChg chg="mod">
          <ac:chgData name="VÕ ĐÌNH CAO MINH HÀO" userId="117ef4e9-d17a-4134-95de-04d4e3db2ff5" providerId="ADAL" clId="{34D5478B-B5E6-954A-AE92-4F4031202745}" dt="2025-03-27T09:54:21.536" v="630" actId="207"/>
          <ac:spMkLst>
            <pc:docMk/>
            <pc:sldMk cId="2633665469" sldId="294"/>
            <ac:spMk id="10" creationId="{2A039F0C-FE4E-D7AD-4717-6A5A5B59A12E}"/>
          </ac:spMkLst>
        </pc:spChg>
        <pc:spChg chg="mod">
          <ac:chgData name="VÕ ĐÌNH CAO MINH HÀO" userId="117ef4e9-d17a-4134-95de-04d4e3db2ff5" providerId="ADAL" clId="{34D5478B-B5E6-954A-AE92-4F4031202745}" dt="2025-03-27T09:54:13.341" v="629" actId="207"/>
          <ac:spMkLst>
            <pc:docMk/>
            <pc:sldMk cId="2633665469" sldId="294"/>
            <ac:spMk id="15" creationId="{3A17456B-CFBE-46D1-5358-52D9A016EB05}"/>
          </ac:spMkLst>
        </pc:spChg>
        <pc:spChg chg="mod">
          <ac:chgData name="VÕ ĐÌNH CAO MINH HÀO" userId="117ef4e9-d17a-4134-95de-04d4e3db2ff5" providerId="ADAL" clId="{34D5478B-B5E6-954A-AE92-4F4031202745}" dt="2025-03-27T09:54:21.536" v="630" actId="207"/>
          <ac:spMkLst>
            <pc:docMk/>
            <pc:sldMk cId="2633665469" sldId="294"/>
            <ac:spMk id="16" creationId="{5E8BEC12-5FE8-6479-B049-5745AC20882A}"/>
          </ac:spMkLst>
        </pc:spChg>
        <pc:spChg chg="add mod">
          <ac:chgData name="VÕ ĐÌNH CAO MINH HÀO" userId="117ef4e9-d17a-4134-95de-04d4e3db2ff5" providerId="ADAL" clId="{34D5478B-B5E6-954A-AE92-4F4031202745}" dt="2025-03-29T09:29:52.084" v="3280"/>
          <ac:spMkLst>
            <pc:docMk/>
            <pc:sldMk cId="2633665469" sldId="294"/>
            <ac:spMk id="23" creationId="{1E598007-8418-E73D-DB17-D3CCF0B60257}"/>
          </ac:spMkLst>
        </pc:spChg>
        <pc:spChg chg="add del mod">
          <ac:chgData name="VÕ ĐÌNH CAO MINH HÀO" userId="117ef4e9-d17a-4134-95de-04d4e3db2ff5" providerId="ADAL" clId="{34D5478B-B5E6-954A-AE92-4F4031202745}" dt="2025-03-31T07:00:59.170" v="3374"/>
          <ac:spMkLst>
            <pc:docMk/>
            <pc:sldMk cId="2633665469" sldId="294"/>
            <ac:spMk id="24" creationId="{9FD4FDCE-1CF2-8416-3950-90D3BF885B7A}"/>
          </ac:spMkLst>
        </pc:spChg>
        <pc:picChg chg="add mod">
          <ac:chgData name="VÕ ĐÌNH CAO MINH HÀO" userId="117ef4e9-d17a-4134-95de-04d4e3db2ff5" providerId="ADAL" clId="{34D5478B-B5E6-954A-AE92-4F4031202745}" dt="2025-03-28T08:50:04.031" v="2075"/>
          <ac:picMkLst>
            <pc:docMk/>
            <pc:sldMk cId="2633665469" sldId="294"/>
            <ac:picMk id="3" creationId="{5208FF22-AC08-231F-2FB6-55FAD00E7DF1}"/>
          </ac:picMkLst>
        </pc:picChg>
      </pc:sldChg>
      <pc:sldChg chg="addSp delSp modSp add mod modTransition">
        <pc:chgData name="VÕ ĐÌNH CAO MINH HÀO" userId="117ef4e9-d17a-4134-95de-04d4e3db2ff5" providerId="ADAL" clId="{34D5478B-B5E6-954A-AE92-4F4031202745}" dt="2025-03-31T07:00:59.170" v="3374"/>
        <pc:sldMkLst>
          <pc:docMk/>
          <pc:sldMk cId="1319874815" sldId="295"/>
        </pc:sldMkLst>
        <pc:spChg chg="mod">
          <ac:chgData name="VÕ ĐÌNH CAO MINH HÀO" userId="117ef4e9-d17a-4134-95de-04d4e3db2ff5" providerId="ADAL" clId="{34D5478B-B5E6-954A-AE92-4F4031202745}" dt="2025-03-27T09:54:30.737" v="632" actId="207"/>
          <ac:spMkLst>
            <pc:docMk/>
            <pc:sldMk cId="1319874815" sldId="295"/>
            <ac:spMk id="10" creationId="{0B71D793-F3F2-D722-A50A-6A971960B254}"/>
          </ac:spMkLst>
        </pc:spChg>
        <pc:spChg chg="mod">
          <ac:chgData name="VÕ ĐÌNH CAO MINH HÀO" userId="117ef4e9-d17a-4134-95de-04d4e3db2ff5" providerId="ADAL" clId="{34D5478B-B5E6-954A-AE92-4F4031202745}" dt="2025-03-27T09:54:35.865" v="633" actId="207"/>
          <ac:spMkLst>
            <pc:docMk/>
            <pc:sldMk cId="1319874815" sldId="295"/>
            <ac:spMk id="11" creationId="{E483207E-5E9B-9C0F-C6D1-90A22D39E669}"/>
          </ac:spMkLst>
        </pc:spChg>
        <pc:spChg chg="mod">
          <ac:chgData name="VÕ ĐÌNH CAO MINH HÀO" userId="117ef4e9-d17a-4134-95de-04d4e3db2ff5" providerId="ADAL" clId="{34D5478B-B5E6-954A-AE92-4F4031202745}" dt="2025-03-27T09:54:30.737" v="632" actId="207"/>
          <ac:spMkLst>
            <pc:docMk/>
            <pc:sldMk cId="1319874815" sldId="295"/>
            <ac:spMk id="16" creationId="{337116DA-8047-0C52-F7FA-F3D3BD08289C}"/>
          </ac:spMkLst>
        </pc:spChg>
        <pc:spChg chg="mod">
          <ac:chgData name="VÕ ĐÌNH CAO MINH HÀO" userId="117ef4e9-d17a-4134-95de-04d4e3db2ff5" providerId="ADAL" clId="{34D5478B-B5E6-954A-AE92-4F4031202745}" dt="2025-03-27T09:54:35.865" v="633" actId="207"/>
          <ac:spMkLst>
            <pc:docMk/>
            <pc:sldMk cId="1319874815" sldId="295"/>
            <ac:spMk id="17" creationId="{DCAEA03D-5467-4CD8-F9F3-99B2FC4A78C8}"/>
          </ac:spMkLst>
        </pc:spChg>
        <pc:spChg chg="add mod">
          <ac:chgData name="VÕ ĐÌNH CAO MINH HÀO" userId="117ef4e9-d17a-4134-95de-04d4e3db2ff5" providerId="ADAL" clId="{34D5478B-B5E6-954A-AE92-4F4031202745}" dt="2025-03-29T09:29:52.084" v="3280"/>
          <ac:spMkLst>
            <pc:docMk/>
            <pc:sldMk cId="1319874815" sldId="295"/>
            <ac:spMk id="23" creationId="{3E2B6A3A-E23E-0E71-0E56-1808DD7F7FFC}"/>
          </ac:spMkLst>
        </pc:spChg>
        <pc:spChg chg="add del mod">
          <ac:chgData name="VÕ ĐÌNH CAO MINH HÀO" userId="117ef4e9-d17a-4134-95de-04d4e3db2ff5" providerId="ADAL" clId="{34D5478B-B5E6-954A-AE92-4F4031202745}" dt="2025-03-31T07:00:59.170" v="3374"/>
          <ac:spMkLst>
            <pc:docMk/>
            <pc:sldMk cId="1319874815" sldId="295"/>
            <ac:spMk id="24" creationId="{38A14127-3122-1DB6-F18C-002B34F16A87}"/>
          </ac:spMkLst>
        </pc:spChg>
        <pc:picChg chg="add mod">
          <ac:chgData name="VÕ ĐÌNH CAO MINH HÀO" userId="117ef4e9-d17a-4134-95de-04d4e3db2ff5" providerId="ADAL" clId="{34D5478B-B5E6-954A-AE92-4F4031202745}" dt="2025-03-28T08:50:05.091" v="2076"/>
          <ac:picMkLst>
            <pc:docMk/>
            <pc:sldMk cId="1319874815" sldId="295"/>
            <ac:picMk id="3" creationId="{D8CC9472-2C45-57B2-941C-B31A703AD4EE}"/>
          </ac:picMkLst>
        </pc:picChg>
      </pc:sldChg>
      <pc:sldChg chg="addSp delSp modSp add mod modTransition">
        <pc:chgData name="VÕ ĐÌNH CAO MINH HÀO" userId="117ef4e9-d17a-4134-95de-04d4e3db2ff5" providerId="ADAL" clId="{34D5478B-B5E6-954A-AE92-4F4031202745}" dt="2025-03-31T07:00:59.170" v="3374"/>
        <pc:sldMkLst>
          <pc:docMk/>
          <pc:sldMk cId="1082622610" sldId="296"/>
        </pc:sldMkLst>
        <pc:spChg chg="mod">
          <ac:chgData name="VÕ ĐÌNH CAO MINH HÀO" userId="117ef4e9-d17a-4134-95de-04d4e3db2ff5" providerId="ADAL" clId="{34D5478B-B5E6-954A-AE92-4F4031202745}" dt="2025-03-27T09:54:55.839" v="635" actId="207"/>
          <ac:spMkLst>
            <pc:docMk/>
            <pc:sldMk cId="1082622610" sldId="296"/>
            <ac:spMk id="11" creationId="{FC3024E3-7B1D-B59D-FD55-6EE3060FEB3A}"/>
          </ac:spMkLst>
        </pc:spChg>
        <pc:spChg chg="mod">
          <ac:chgData name="VÕ ĐÌNH CAO MINH HÀO" userId="117ef4e9-d17a-4134-95de-04d4e3db2ff5" providerId="ADAL" clId="{34D5478B-B5E6-954A-AE92-4F4031202745}" dt="2025-03-27T09:55:00.852" v="636" actId="207"/>
          <ac:spMkLst>
            <pc:docMk/>
            <pc:sldMk cId="1082622610" sldId="296"/>
            <ac:spMk id="12" creationId="{EE41D80B-FBA5-3EB9-6F8F-F0BB911FD598}"/>
          </ac:spMkLst>
        </pc:spChg>
        <pc:spChg chg="mod">
          <ac:chgData name="VÕ ĐÌNH CAO MINH HÀO" userId="117ef4e9-d17a-4134-95de-04d4e3db2ff5" providerId="ADAL" clId="{34D5478B-B5E6-954A-AE92-4F4031202745}" dt="2025-03-27T09:54:55.839" v="635" actId="207"/>
          <ac:spMkLst>
            <pc:docMk/>
            <pc:sldMk cId="1082622610" sldId="296"/>
            <ac:spMk id="17" creationId="{83053F39-5501-E9C6-0F8B-5E0126DC1702}"/>
          </ac:spMkLst>
        </pc:spChg>
        <pc:spChg chg="mod">
          <ac:chgData name="VÕ ĐÌNH CAO MINH HÀO" userId="117ef4e9-d17a-4134-95de-04d4e3db2ff5" providerId="ADAL" clId="{34D5478B-B5E6-954A-AE92-4F4031202745}" dt="2025-03-27T09:55:00.852" v="636" actId="207"/>
          <ac:spMkLst>
            <pc:docMk/>
            <pc:sldMk cId="1082622610" sldId="296"/>
            <ac:spMk id="18" creationId="{ED42ECBF-1DEB-F622-E5FC-5091006B071A}"/>
          </ac:spMkLst>
        </pc:spChg>
        <pc:spChg chg="add mod">
          <ac:chgData name="VÕ ĐÌNH CAO MINH HÀO" userId="117ef4e9-d17a-4134-95de-04d4e3db2ff5" providerId="ADAL" clId="{34D5478B-B5E6-954A-AE92-4F4031202745}" dt="2025-03-29T09:29:52.084" v="3280"/>
          <ac:spMkLst>
            <pc:docMk/>
            <pc:sldMk cId="1082622610" sldId="296"/>
            <ac:spMk id="23" creationId="{117CFBD2-4685-DFEF-5477-8D8688263BD1}"/>
          </ac:spMkLst>
        </pc:spChg>
        <pc:spChg chg="add del mod">
          <ac:chgData name="VÕ ĐÌNH CAO MINH HÀO" userId="117ef4e9-d17a-4134-95de-04d4e3db2ff5" providerId="ADAL" clId="{34D5478B-B5E6-954A-AE92-4F4031202745}" dt="2025-03-31T07:00:59.170" v="3374"/>
          <ac:spMkLst>
            <pc:docMk/>
            <pc:sldMk cId="1082622610" sldId="296"/>
            <ac:spMk id="24" creationId="{6C4F651F-81A1-5087-0A79-63D3B535D1E9}"/>
          </ac:spMkLst>
        </pc:spChg>
        <pc:picChg chg="add mod">
          <ac:chgData name="VÕ ĐÌNH CAO MINH HÀO" userId="117ef4e9-d17a-4134-95de-04d4e3db2ff5" providerId="ADAL" clId="{34D5478B-B5E6-954A-AE92-4F4031202745}" dt="2025-03-28T08:50:06.058" v="2077"/>
          <ac:picMkLst>
            <pc:docMk/>
            <pc:sldMk cId="1082622610" sldId="296"/>
            <ac:picMk id="3" creationId="{DB419135-C5C3-A94B-724B-272198A8A43D}"/>
          </ac:picMkLst>
        </pc:picChg>
      </pc:sldChg>
      <pc:sldChg chg="addSp delSp modSp add mod modTransition">
        <pc:chgData name="VÕ ĐÌNH CAO MINH HÀO" userId="117ef4e9-d17a-4134-95de-04d4e3db2ff5" providerId="ADAL" clId="{34D5478B-B5E6-954A-AE92-4F4031202745}" dt="2025-03-31T07:00:59.170" v="3374"/>
        <pc:sldMkLst>
          <pc:docMk/>
          <pc:sldMk cId="1112207596" sldId="297"/>
        </pc:sldMkLst>
        <pc:spChg chg="mod">
          <ac:chgData name="VÕ ĐÌNH CAO MINH HÀO" userId="117ef4e9-d17a-4134-95de-04d4e3db2ff5" providerId="ADAL" clId="{34D5478B-B5E6-954A-AE92-4F4031202745}" dt="2025-03-27T09:55:08.953" v="638" actId="207"/>
          <ac:spMkLst>
            <pc:docMk/>
            <pc:sldMk cId="1112207596" sldId="297"/>
            <ac:spMk id="12" creationId="{73F0862D-D226-BF81-1F41-2CB75D57ECD5}"/>
          </ac:spMkLst>
        </pc:spChg>
        <pc:spChg chg="mod">
          <ac:chgData name="VÕ ĐÌNH CAO MINH HÀO" userId="117ef4e9-d17a-4134-95de-04d4e3db2ff5" providerId="ADAL" clId="{34D5478B-B5E6-954A-AE92-4F4031202745}" dt="2025-03-27T09:55:12.903" v="639" actId="207"/>
          <ac:spMkLst>
            <pc:docMk/>
            <pc:sldMk cId="1112207596" sldId="297"/>
            <ac:spMk id="13" creationId="{9C4A57CD-B5F7-B0C8-2CA2-24B4EBFA636D}"/>
          </ac:spMkLst>
        </pc:spChg>
        <pc:spChg chg="mod">
          <ac:chgData name="VÕ ĐÌNH CAO MINH HÀO" userId="117ef4e9-d17a-4134-95de-04d4e3db2ff5" providerId="ADAL" clId="{34D5478B-B5E6-954A-AE92-4F4031202745}" dt="2025-03-27T09:55:08.953" v="638" actId="207"/>
          <ac:spMkLst>
            <pc:docMk/>
            <pc:sldMk cId="1112207596" sldId="297"/>
            <ac:spMk id="18" creationId="{82226DDF-A036-A75B-08F1-CAF4D2F3A211}"/>
          </ac:spMkLst>
        </pc:spChg>
        <pc:spChg chg="mod">
          <ac:chgData name="VÕ ĐÌNH CAO MINH HÀO" userId="117ef4e9-d17a-4134-95de-04d4e3db2ff5" providerId="ADAL" clId="{34D5478B-B5E6-954A-AE92-4F4031202745}" dt="2025-03-27T09:55:12.903" v="639" actId="207"/>
          <ac:spMkLst>
            <pc:docMk/>
            <pc:sldMk cId="1112207596" sldId="297"/>
            <ac:spMk id="19" creationId="{90ED8D74-16D3-1346-9C50-82C94FEA68DC}"/>
          </ac:spMkLst>
        </pc:spChg>
        <pc:spChg chg="add mod">
          <ac:chgData name="VÕ ĐÌNH CAO MINH HÀO" userId="117ef4e9-d17a-4134-95de-04d4e3db2ff5" providerId="ADAL" clId="{34D5478B-B5E6-954A-AE92-4F4031202745}" dt="2025-03-29T09:29:52.084" v="3280"/>
          <ac:spMkLst>
            <pc:docMk/>
            <pc:sldMk cId="1112207596" sldId="297"/>
            <ac:spMk id="23" creationId="{7DDCAED3-60C5-C55C-CD3F-80D9CF413843}"/>
          </ac:spMkLst>
        </pc:spChg>
        <pc:spChg chg="add del mod">
          <ac:chgData name="VÕ ĐÌNH CAO MINH HÀO" userId="117ef4e9-d17a-4134-95de-04d4e3db2ff5" providerId="ADAL" clId="{34D5478B-B5E6-954A-AE92-4F4031202745}" dt="2025-03-31T07:00:59.170" v="3374"/>
          <ac:spMkLst>
            <pc:docMk/>
            <pc:sldMk cId="1112207596" sldId="297"/>
            <ac:spMk id="24" creationId="{ACAFB32F-C6F6-2892-B7B5-3881E7C2C297}"/>
          </ac:spMkLst>
        </pc:spChg>
        <pc:picChg chg="add mod">
          <ac:chgData name="VÕ ĐÌNH CAO MINH HÀO" userId="117ef4e9-d17a-4134-95de-04d4e3db2ff5" providerId="ADAL" clId="{34D5478B-B5E6-954A-AE92-4F4031202745}" dt="2025-03-28T08:50:07.854" v="2078"/>
          <ac:picMkLst>
            <pc:docMk/>
            <pc:sldMk cId="1112207596" sldId="297"/>
            <ac:picMk id="3" creationId="{9B203C4F-C8E2-7E1C-13A8-C82371D7D9E4}"/>
          </ac:picMkLst>
        </pc:picChg>
      </pc:sldChg>
      <pc:sldChg chg="modSp add del mod modTransition">
        <pc:chgData name="VÕ ĐÌNH CAO MINH HÀO" userId="117ef4e9-d17a-4134-95de-04d4e3db2ff5" providerId="ADAL" clId="{34D5478B-B5E6-954A-AE92-4F4031202745}" dt="2025-03-27T09:59:29.179" v="669" actId="2696"/>
        <pc:sldMkLst>
          <pc:docMk/>
          <pc:sldMk cId="1511250996" sldId="298"/>
        </pc:sldMkLst>
        <pc:spChg chg="mod">
          <ac:chgData name="VÕ ĐÌNH CAO MINH HÀO" userId="117ef4e9-d17a-4134-95de-04d4e3db2ff5" providerId="ADAL" clId="{34D5478B-B5E6-954A-AE92-4F4031202745}" dt="2025-03-27T09:55:22.102" v="641" actId="207"/>
          <ac:spMkLst>
            <pc:docMk/>
            <pc:sldMk cId="1511250996" sldId="298"/>
            <ac:spMk id="13" creationId="{66FB51B5-DC4D-9D60-7B16-D84946B220E8}"/>
          </ac:spMkLst>
        </pc:spChg>
        <pc:spChg chg="mod">
          <ac:chgData name="VÕ ĐÌNH CAO MINH HÀO" userId="117ef4e9-d17a-4134-95de-04d4e3db2ff5" providerId="ADAL" clId="{34D5478B-B5E6-954A-AE92-4F4031202745}" dt="2025-03-27T09:55:29.168" v="642" actId="207"/>
          <ac:spMkLst>
            <pc:docMk/>
            <pc:sldMk cId="1511250996" sldId="298"/>
            <ac:spMk id="14" creationId="{00F5805F-E88B-93AC-E3A9-DF11D6C1A961}"/>
          </ac:spMkLst>
        </pc:spChg>
        <pc:spChg chg="mod">
          <ac:chgData name="VÕ ĐÌNH CAO MINH HÀO" userId="117ef4e9-d17a-4134-95de-04d4e3db2ff5" providerId="ADAL" clId="{34D5478B-B5E6-954A-AE92-4F4031202745}" dt="2025-03-27T09:55:22.102" v="641" actId="207"/>
          <ac:spMkLst>
            <pc:docMk/>
            <pc:sldMk cId="1511250996" sldId="298"/>
            <ac:spMk id="19" creationId="{D9DC4810-7BB4-B5A3-5F80-6433B962E6D6}"/>
          </ac:spMkLst>
        </pc:spChg>
        <pc:spChg chg="mod">
          <ac:chgData name="VÕ ĐÌNH CAO MINH HÀO" userId="117ef4e9-d17a-4134-95de-04d4e3db2ff5" providerId="ADAL" clId="{34D5478B-B5E6-954A-AE92-4F4031202745}" dt="2025-03-27T09:55:29.168" v="642" actId="207"/>
          <ac:spMkLst>
            <pc:docMk/>
            <pc:sldMk cId="1511250996" sldId="298"/>
            <ac:spMk id="20" creationId="{8AF8D656-97F6-11C6-241C-C6D35524D16D}"/>
          </ac:spMkLst>
        </pc:spChg>
      </pc:sldChg>
      <pc:sldChg chg="addSp delSp modSp add mod modTransition modAnim">
        <pc:chgData name="VÕ ĐÌNH CAO MINH HÀO" userId="117ef4e9-d17a-4134-95de-04d4e3db2ff5" providerId="ADAL" clId="{34D5478B-B5E6-954A-AE92-4F4031202745}" dt="2025-03-31T07:00:59.170" v="3374"/>
        <pc:sldMkLst>
          <pc:docMk/>
          <pc:sldMk cId="2289379951" sldId="299"/>
        </pc:sldMkLst>
        <pc:spChg chg="add del mod">
          <ac:chgData name="VÕ ĐÌNH CAO MINH HÀO" userId="117ef4e9-d17a-4134-95de-04d4e3db2ff5" providerId="ADAL" clId="{34D5478B-B5E6-954A-AE92-4F4031202745}" dt="2025-03-27T10:04:23.173" v="694" actId="478"/>
          <ac:spMkLst>
            <pc:docMk/>
            <pc:sldMk cId="2289379951" sldId="299"/>
            <ac:spMk id="3" creationId="{52A074EA-08C6-5F51-7541-31DAC826E1A0}"/>
          </ac:spMkLst>
        </pc:spChg>
        <pc:spChg chg="mod">
          <ac:chgData name="VÕ ĐÌNH CAO MINH HÀO" userId="117ef4e9-d17a-4134-95de-04d4e3db2ff5" providerId="ADAL" clId="{34D5478B-B5E6-954A-AE92-4F4031202745}" dt="2025-03-27T09:55:43.203" v="644" actId="207"/>
          <ac:spMkLst>
            <pc:docMk/>
            <pc:sldMk cId="2289379951" sldId="299"/>
            <ac:spMk id="14" creationId="{E7C80253-14C7-EF7F-B6EF-B61E32AC6ECF}"/>
          </ac:spMkLst>
        </pc:spChg>
        <pc:spChg chg="mod">
          <ac:chgData name="VÕ ĐÌNH CAO MINH HÀO" userId="117ef4e9-d17a-4134-95de-04d4e3db2ff5" providerId="ADAL" clId="{34D5478B-B5E6-954A-AE92-4F4031202745}" dt="2025-03-27T09:55:43.203" v="644" actId="207"/>
          <ac:spMkLst>
            <pc:docMk/>
            <pc:sldMk cId="2289379951" sldId="299"/>
            <ac:spMk id="20" creationId="{A131E53F-5AF1-EEC0-8333-36750EE4E433}"/>
          </ac:spMkLst>
        </pc:spChg>
        <pc:spChg chg="add mod">
          <ac:chgData name="VÕ ĐÌNH CAO MINH HÀO" userId="117ef4e9-d17a-4134-95de-04d4e3db2ff5" providerId="ADAL" clId="{34D5478B-B5E6-954A-AE92-4F4031202745}" dt="2025-03-27T10:04:41.890" v="712" actId="1076"/>
          <ac:spMkLst>
            <pc:docMk/>
            <pc:sldMk cId="2289379951" sldId="299"/>
            <ac:spMk id="23" creationId="{1B6C5547-8253-7CB7-61B7-3E701CC23525}"/>
          </ac:spMkLst>
        </pc:spChg>
        <pc:spChg chg="add mod">
          <ac:chgData name="VÕ ĐÌNH CAO MINH HÀO" userId="117ef4e9-d17a-4134-95de-04d4e3db2ff5" providerId="ADAL" clId="{34D5478B-B5E6-954A-AE92-4F4031202745}" dt="2025-03-28T08:52:21.860" v="2116" actId="16959"/>
          <ac:spMkLst>
            <pc:docMk/>
            <pc:sldMk cId="2289379951" sldId="299"/>
            <ac:spMk id="24" creationId="{51C01647-7E74-F0DE-C925-32A3AD9B40BE}"/>
          </ac:spMkLst>
        </pc:spChg>
        <pc:spChg chg="add mod">
          <ac:chgData name="VÕ ĐÌNH CAO MINH HÀO" userId="117ef4e9-d17a-4134-95de-04d4e3db2ff5" providerId="ADAL" clId="{34D5478B-B5E6-954A-AE92-4F4031202745}" dt="2025-03-27T10:06:22.267" v="758" actId="1076"/>
          <ac:spMkLst>
            <pc:docMk/>
            <pc:sldMk cId="2289379951" sldId="299"/>
            <ac:spMk id="25" creationId="{DCA3C7FE-AB4F-4FE8-C625-C15DCF1BC35B}"/>
          </ac:spMkLst>
        </pc:spChg>
        <pc:spChg chg="add mod">
          <ac:chgData name="VÕ ĐÌNH CAO MINH HÀO" userId="117ef4e9-d17a-4134-95de-04d4e3db2ff5" providerId="ADAL" clId="{34D5478B-B5E6-954A-AE92-4F4031202745}" dt="2025-03-28T08:52:32.092" v="2119" actId="16959"/>
          <ac:spMkLst>
            <pc:docMk/>
            <pc:sldMk cId="2289379951" sldId="299"/>
            <ac:spMk id="26" creationId="{46BB453B-C392-EBF5-A63F-6744D59BE8DD}"/>
          </ac:spMkLst>
        </pc:spChg>
        <pc:spChg chg="add mod">
          <ac:chgData name="VÕ ĐÌNH CAO MINH HÀO" userId="117ef4e9-d17a-4134-95de-04d4e3db2ff5" providerId="ADAL" clId="{34D5478B-B5E6-954A-AE92-4F4031202745}" dt="2025-03-29T09:29:52.084" v="3280"/>
          <ac:spMkLst>
            <pc:docMk/>
            <pc:sldMk cId="2289379951" sldId="299"/>
            <ac:spMk id="27" creationId="{D0B192CB-9819-38C2-1735-A2EDA0E3FA1E}"/>
          </ac:spMkLst>
        </pc:spChg>
        <pc:spChg chg="add del mod">
          <ac:chgData name="VÕ ĐÌNH CAO MINH HÀO" userId="117ef4e9-d17a-4134-95de-04d4e3db2ff5" providerId="ADAL" clId="{34D5478B-B5E6-954A-AE92-4F4031202745}" dt="2025-03-31T07:00:59.170" v="3374"/>
          <ac:spMkLst>
            <pc:docMk/>
            <pc:sldMk cId="2289379951" sldId="299"/>
            <ac:spMk id="28" creationId="{9899A996-C0B4-576C-01D0-20E8E7C8F678}"/>
          </ac:spMkLst>
        </pc:spChg>
        <pc:picChg chg="add mod">
          <ac:chgData name="VÕ ĐÌNH CAO MINH HÀO" userId="117ef4e9-d17a-4134-95de-04d4e3db2ff5" providerId="ADAL" clId="{34D5478B-B5E6-954A-AE92-4F4031202745}" dt="2025-03-28T08:50:11.304" v="2081"/>
          <ac:picMkLst>
            <pc:docMk/>
            <pc:sldMk cId="2289379951" sldId="299"/>
            <ac:picMk id="3" creationId="{3C2A3AB0-2DF6-BCC3-F57B-DBDEAC45EA1B}"/>
          </ac:picMkLst>
        </pc:picChg>
      </pc:sldChg>
      <pc:sldChg chg="addSp delSp modSp add mod">
        <pc:chgData name="VÕ ĐÌNH CAO MINH HÀO" userId="117ef4e9-d17a-4134-95de-04d4e3db2ff5" providerId="ADAL" clId="{34D5478B-B5E6-954A-AE92-4F4031202745}" dt="2025-03-31T07:00:59.170" v="3374"/>
        <pc:sldMkLst>
          <pc:docMk/>
          <pc:sldMk cId="971969148" sldId="301"/>
        </pc:sldMkLst>
        <pc:spChg chg="mod">
          <ac:chgData name="VÕ ĐÌNH CAO MINH HÀO" userId="117ef4e9-d17a-4134-95de-04d4e3db2ff5" providerId="ADAL" clId="{34D5478B-B5E6-954A-AE92-4F4031202745}" dt="2025-03-27T09:59:35.672" v="671" actId="207"/>
          <ac:spMkLst>
            <pc:docMk/>
            <pc:sldMk cId="971969148" sldId="301"/>
            <ac:spMk id="13" creationId="{926E2807-6339-5111-7A25-64752AAACC6D}"/>
          </ac:spMkLst>
        </pc:spChg>
        <pc:spChg chg="mod">
          <ac:chgData name="VÕ ĐÌNH CAO MINH HÀO" userId="117ef4e9-d17a-4134-95de-04d4e3db2ff5" providerId="ADAL" clId="{34D5478B-B5E6-954A-AE92-4F4031202745}" dt="2025-03-27T09:59:40.306" v="672" actId="207"/>
          <ac:spMkLst>
            <pc:docMk/>
            <pc:sldMk cId="971969148" sldId="301"/>
            <ac:spMk id="14" creationId="{3DE98C12-B3FB-5206-C0F5-436DBE3292C6}"/>
          </ac:spMkLst>
        </pc:spChg>
        <pc:spChg chg="mod">
          <ac:chgData name="VÕ ĐÌNH CAO MINH HÀO" userId="117ef4e9-d17a-4134-95de-04d4e3db2ff5" providerId="ADAL" clId="{34D5478B-B5E6-954A-AE92-4F4031202745}" dt="2025-03-27T09:59:35.672" v="671" actId="207"/>
          <ac:spMkLst>
            <pc:docMk/>
            <pc:sldMk cId="971969148" sldId="301"/>
            <ac:spMk id="19" creationId="{84B5F263-6802-9098-04E7-80592EFC89A9}"/>
          </ac:spMkLst>
        </pc:spChg>
        <pc:spChg chg="mod">
          <ac:chgData name="VÕ ĐÌNH CAO MINH HÀO" userId="117ef4e9-d17a-4134-95de-04d4e3db2ff5" providerId="ADAL" clId="{34D5478B-B5E6-954A-AE92-4F4031202745}" dt="2025-03-27T09:59:40.306" v="672" actId="207"/>
          <ac:spMkLst>
            <pc:docMk/>
            <pc:sldMk cId="971969148" sldId="301"/>
            <ac:spMk id="20" creationId="{C1861A30-CC1F-8DA8-05AF-06D8527979E6}"/>
          </ac:spMkLst>
        </pc:spChg>
        <pc:spChg chg="add mod">
          <ac:chgData name="VÕ ĐÌNH CAO MINH HÀO" userId="117ef4e9-d17a-4134-95de-04d4e3db2ff5" providerId="ADAL" clId="{34D5478B-B5E6-954A-AE92-4F4031202745}" dt="2025-03-29T09:29:52.084" v="3280"/>
          <ac:spMkLst>
            <pc:docMk/>
            <pc:sldMk cId="971969148" sldId="301"/>
            <ac:spMk id="23" creationId="{FFEFA6E0-3C91-3FB4-3D86-3D847E2F7A45}"/>
          </ac:spMkLst>
        </pc:spChg>
        <pc:spChg chg="add del mod">
          <ac:chgData name="VÕ ĐÌNH CAO MINH HÀO" userId="117ef4e9-d17a-4134-95de-04d4e3db2ff5" providerId="ADAL" clId="{34D5478B-B5E6-954A-AE92-4F4031202745}" dt="2025-03-31T07:00:59.170" v="3374"/>
          <ac:spMkLst>
            <pc:docMk/>
            <pc:sldMk cId="971969148" sldId="301"/>
            <ac:spMk id="24" creationId="{8A065535-EA63-40E7-99E7-21A8BA82CCBA}"/>
          </ac:spMkLst>
        </pc:spChg>
        <pc:picChg chg="add mod">
          <ac:chgData name="VÕ ĐÌNH CAO MINH HÀO" userId="117ef4e9-d17a-4134-95de-04d4e3db2ff5" providerId="ADAL" clId="{34D5478B-B5E6-954A-AE92-4F4031202745}" dt="2025-03-28T08:50:10.216" v="2080"/>
          <ac:picMkLst>
            <pc:docMk/>
            <pc:sldMk cId="971969148" sldId="301"/>
            <ac:picMk id="3" creationId="{13666C5B-3BDC-3CF4-E7E8-0D3C22C30ED1}"/>
          </ac:picMkLst>
        </pc:picChg>
      </pc:sldChg>
      <pc:sldChg chg="addSp delSp modSp add mod modTransition">
        <pc:chgData name="VÕ ĐÌNH CAO MINH HÀO" userId="117ef4e9-d17a-4134-95de-04d4e3db2ff5" providerId="ADAL" clId="{34D5478B-B5E6-954A-AE92-4F4031202745}" dt="2025-03-31T07:00:59.170" v="3374"/>
        <pc:sldMkLst>
          <pc:docMk/>
          <pc:sldMk cId="1378933869" sldId="302"/>
        </pc:sldMkLst>
        <pc:spChg chg="mod">
          <ac:chgData name="VÕ ĐÌNH CAO MINH HÀO" userId="117ef4e9-d17a-4134-95de-04d4e3db2ff5" providerId="ADAL" clId="{34D5478B-B5E6-954A-AE92-4F4031202745}" dt="2025-03-27T10:00:15.904" v="674" actId="207"/>
          <ac:spMkLst>
            <pc:docMk/>
            <pc:sldMk cId="1378933869" sldId="302"/>
            <ac:spMk id="13" creationId="{BB3ADC82-CF28-DF7D-EF19-DB4745C7C1CC}"/>
          </ac:spMkLst>
        </pc:spChg>
        <pc:spChg chg="mod">
          <ac:chgData name="VÕ ĐÌNH CAO MINH HÀO" userId="117ef4e9-d17a-4134-95de-04d4e3db2ff5" providerId="ADAL" clId="{34D5478B-B5E6-954A-AE92-4F4031202745}" dt="2025-03-27T10:00:15.904" v="674" actId="207"/>
          <ac:spMkLst>
            <pc:docMk/>
            <pc:sldMk cId="1378933869" sldId="302"/>
            <ac:spMk id="19" creationId="{4C565210-1041-D75A-D763-B1F3FFAFE650}"/>
          </ac:spMkLst>
        </pc:spChg>
        <pc:spChg chg="add mod">
          <ac:chgData name="VÕ ĐÌNH CAO MINH HÀO" userId="117ef4e9-d17a-4134-95de-04d4e3db2ff5" providerId="ADAL" clId="{34D5478B-B5E6-954A-AE92-4F4031202745}" dt="2025-03-29T09:29:52.084" v="3280"/>
          <ac:spMkLst>
            <pc:docMk/>
            <pc:sldMk cId="1378933869" sldId="302"/>
            <ac:spMk id="23" creationId="{0773865E-9D85-896A-99CD-87C7EDB581F3}"/>
          </ac:spMkLst>
        </pc:spChg>
        <pc:spChg chg="add del mod">
          <ac:chgData name="VÕ ĐÌNH CAO MINH HÀO" userId="117ef4e9-d17a-4134-95de-04d4e3db2ff5" providerId="ADAL" clId="{34D5478B-B5E6-954A-AE92-4F4031202745}" dt="2025-03-31T07:00:59.170" v="3374"/>
          <ac:spMkLst>
            <pc:docMk/>
            <pc:sldMk cId="1378933869" sldId="302"/>
            <ac:spMk id="24" creationId="{2F5D45C6-A1BF-1239-B168-4BC456D0A531}"/>
          </ac:spMkLst>
        </pc:spChg>
        <pc:picChg chg="add mod">
          <ac:chgData name="VÕ ĐÌNH CAO MINH HÀO" userId="117ef4e9-d17a-4134-95de-04d4e3db2ff5" providerId="ADAL" clId="{34D5478B-B5E6-954A-AE92-4F4031202745}" dt="2025-03-28T08:50:09.002" v="2079"/>
          <ac:picMkLst>
            <pc:docMk/>
            <pc:sldMk cId="1378933869" sldId="302"/>
            <ac:picMk id="3" creationId="{B821CF71-E003-E7C7-A014-D6BB4128DF54}"/>
          </ac:picMkLst>
        </pc:picChg>
      </pc:sldChg>
      <pc:sldChg chg="addSp delSp modSp add mod modTransition">
        <pc:chgData name="VÕ ĐÌNH CAO MINH HÀO" userId="117ef4e9-d17a-4134-95de-04d4e3db2ff5" providerId="ADAL" clId="{34D5478B-B5E6-954A-AE92-4F4031202745}" dt="2025-03-31T07:00:59.170" v="3374"/>
        <pc:sldMkLst>
          <pc:docMk/>
          <pc:sldMk cId="407228104" sldId="303"/>
        </pc:sldMkLst>
        <pc:spChg chg="mod">
          <ac:chgData name="VÕ ĐÌNH CAO MINH HÀO" userId="117ef4e9-d17a-4134-95de-04d4e3db2ff5" providerId="ADAL" clId="{34D5478B-B5E6-954A-AE92-4F4031202745}" dt="2025-03-27T10:01:14.570" v="676" actId="207"/>
          <ac:spMkLst>
            <pc:docMk/>
            <pc:sldMk cId="407228104" sldId="303"/>
            <ac:spMk id="11" creationId="{8B1CF10E-E33B-59F6-4056-0FE5B2F16865}"/>
          </ac:spMkLst>
        </pc:spChg>
        <pc:spChg chg="mod">
          <ac:chgData name="VÕ ĐÌNH CAO MINH HÀO" userId="117ef4e9-d17a-4134-95de-04d4e3db2ff5" providerId="ADAL" clId="{34D5478B-B5E6-954A-AE92-4F4031202745}" dt="2025-03-27T10:01:14.570" v="676" actId="207"/>
          <ac:spMkLst>
            <pc:docMk/>
            <pc:sldMk cId="407228104" sldId="303"/>
            <ac:spMk id="19" creationId="{455C90FF-72F7-3325-9D84-0DC818F579F3}"/>
          </ac:spMkLst>
        </pc:spChg>
        <pc:spChg chg="add mod">
          <ac:chgData name="VÕ ĐÌNH CAO MINH HÀO" userId="117ef4e9-d17a-4134-95de-04d4e3db2ff5" providerId="ADAL" clId="{34D5478B-B5E6-954A-AE92-4F4031202745}" dt="2025-03-29T09:29:52.084" v="3280"/>
          <ac:spMkLst>
            <pc:docMk/>
            <pc:sldMk cId="407228104" sldId="303"/>
            <ac:spMk id="23" creationId="{AA101F34-6E45-89BC-7BE0-40F0574CA812}"/>
          </ac:spMkLst>
        </pc:spChg>
        <pc:spChg chg="add del mod">
          <ac:chgData name="VÕ ĐÌNH CAO MINH HÀO" userId="117ef4e9-d17a-4134-95de-04d4e3db2ff5" providerId="ADAL" clId="{34D5478B-B5E6-954A-AE92-4F4031202745}" dt="2025-03-31T07:00:59.170" v="3374"/>
          <ac:spMkLst>
            <pc:docMk/>
            <pc:sldMk cId="407228104" sldId="303"/>
            <ac:spMk id="24" creationId="{442423D6-5498-7652-687C-5D809BFF7AFA}"/>
          </ac:spMkLst>
        </pc:spChg>
        <pc:picChg chg="add mod">
          <ac:chgData name="VÕ ĐÌNH CAO MINH HÀO" userId="117ef4e9-d17a-4134-95de-04d4e3db2ff5" providerId="ADAL" clId="{34D5478B-B5E6-954A-AE92-4F4031202745}" dt="2025-03-28T08:49:56.184" v="2069"/>
          <ac:picMkLst>
            <pc:docMk/>
            <pc:sldMk cId="407228104" sldId="303"/>
            <ac:picMk id="3" creationId="{DC7619A1-8BFC-C23F-2843-F30237676D0F}"/>
          </ac:picMkLst>
        </pc:picChg>
      </pc:sldChg>
      <pc:sldChg chg="addSp delSp modSp new mod ord modAnim">
        <pc:chgData name="VÕ ĐÌNH CAO MINH HÀO" userId="117ef4e9-d17a-4134-95de-04d4e3db2ff5" providerId="ADAL" clId="{34D5478B-B5E6-954A-AE92-4F4031202745}" dt="2025-03-31T07:53:00.304" v="3384" actId="20577"/>
        <pc:sldMkLst>
          <pc:docMk/>
          <pc:sldMk cId="39634460" sldId="306"/>
        </pc:sldMkLst>
        <pc:spChg chg="mod">
          <ac:chgData name="VÕ ĐÌNH CAO MINH HÀO" userId="117ef4e9-d17a-4134-95de-04d4e3db2ff5" providerId="ADAL" clId="{34D5478B-B5E6-954A-AE92-4F4031202745}" dt="2025-03-27T10:09:15.565" v="802" actId="20577"/>
          <ac:spMkLst>
            <pc:docMk/>
            <pc:sldMk cId="39634460" sldId="306"/>
            <ac:spMk id="2" creationId="{CB824C64-99EC-8B77-D21B-20FA8FB22C85}"/>
          </ac:spMkLst>
        </pc:spChg>
        <pc:spChg chg="add del mod">
          <ac:chgData name="VÕ ĐÌNH CAO MINH HÀO" userId="117ef4e9-d17a-4134-95de-04d4e3db2ff5" providerId="ADAL" clId="{34D5478B-B5E6-954A-AE92-4F4031202745}" dt="2025-03-31T07:53:00.304" v="3384" actId="20577"/>
          <ac:spMkLst>
            <pc:docMk/>
            <pc:sldMk cId="39634460" sldId="306"/>
            <ac:spMk id="3" creationId="{B5DED2FE-4432-A725-B9DC-4EDF39838E91}"/>
          </ac:spMkLst>
        </pc:spChg>
        <pc:spChg chg="add mod">
          <ac:chgData name="VÕ ĐÌNH CAO MINH HÀO" userId="117ef4e9-d17a-4134-95de-04d4e3db2ff5" providerId="ADAL" clId="{34D5478B-B5E6-954A-AE92-4F4031202745}" dt="2025-03-29T09:29:52.084" v="3280"/>
          <ac:spMkLst>
            <pc:docMk/>
            <pc:sldMk cId="39634460" sldId="306"/>
            <ac:spMk id="5" creationId="{1C1F0584-168E-AC7E-6353-B96C4DADAE27}"/>
          </ac:spMkLst>
        </pc:spChg>
        <pc:spChg chg="add del mod">
          <ac:chgData name="VÕ ĐÌNH CAO MINH HÀO" userId="117ef4e9-d17a-4134-95de-04d4e3db2ff5" providerId="ADAL" clId="{34D5478B-B5E6-954A-AE92-4F4031202745}" dt="2025-03-27T10:15:01.108" v="906" actId="478"/>
          <ac:spMkLst>
            <pc:docMk/>
            <pc:sldMk cId="39634460" sldId="306"/>
            <ac:spMk id="5" creationId="{D18BE074-778E-7CAD-F7F8-746234C891C4}"/>
          </ac:spMkLst>
        </pc:spChg>
        <pc:spChg chg="add del mod">
          <ac:chgData name="VÕ ĐÌNH CAO MINH HÀO" userId="117ef4e9-d17a-4134-95de-04d4e3db2ff5" providerId="ADAL" clId="{34D5478B-B5E6-954A-AE92-4F4031202745}" dt="2025-03-31T07:00:59.170" v="3374"/>
          <ac:spMkLst>
            <pc:docMk/>
            <pc:sldMk cId="39634460" sldId="306"/>
            <ac:spMk id="7" creationId="{DC2CE6EB-17B0-C614-528D-3E16C35DCECA}"/>
          </ac:spMkLst>
        </pc:spChg>
        <pc:picChg chg="add mod">
          <ac:chgData name="VÕ ĐÌNH CAO MINH HÀO" userId="117ef4e9-d17a-4134-95de-04d4e3db2ff5" providerId="ADAL" clId="{34D5478B-B5E6-954A-AE92-4F4031202745}" dt="2025-03-28T08:50:12.667" v="2082"/>
          <ac:picMkLst>
            <pc:docMk/>
            <pc:sldMk cId="39634460" sldId="306"/>
            <ac:picMk id="4" creationId="{0FE10B74-8C02-A03A-5A91-FD63EC999255}"/>
          </ac:picMkLst>
        </pc:picChg>
        <pc:picChg chg="add mod">
          <ac:chgData name="VÕ ĐÌNH CAO MINH HÀO" userId="117ef4e9-d17a-4134-95de-04d4e3db2ff5" providerId="ADAL" clId="{34D5478B-B5E6-954A-AE92-4F4031202745}" dt="2025-03-27T11:14:40.495" v="1234" actId="1076"/>
          <ac:picMkLst>
            <pc:docMk/>
            <pc:sldMk cId="39634460" sldId="306"/>
            <ac:picMk id="6" creationId="{D0CD4353-5569-7DE9-4312-71746BE265C5}"/>
          </ac:picMkLst>
        </pc:picChg>
      </pc:sldChg>
      <pc:sldChg chg="addSp delSp modSp">
        <pc:chgData name="VÕ ĐÌNH CAO MINH HÀO" userId="117ef4e9-d17a-4134-95de-04d4e3db2ff5" providerId="ADAL" clId="{34D5478B-B5E6-954A-AE92-4F4031202745}" dt="2025-03-31T07:00:59.170" v="3374"/>
        <pc:sldMkLst>
          <pc:docMk/>
          <pc:sldMk cId="83478730" sldId="307"/>
        </pc:sldMkLst>
        <pc:spChg chg="add mod">
          <ac:chgData name="VÕ ĐÌNH CAO MINH HÀO" userId="117ef4e9-d17a-4134-95de-04d4e3db2ff5" providerId="ADAL" clId="{34D5478B-B5E6-954A-AE92-4F4031202745}" dt="2025-03-29T09:29:52.084" v="3280"/>
          <ac:spMkLst>
            <pc:docMk/>
            <pc:sldMk cId="83478730" sldId="307"/>
            <ac:spMk id="3" creationId="{D31A8514-109F-A718-640F-A92D3800B200}"/>
          </ac:spMkLst>
        </pc:spChg>
        <pc:spChg chg="add del mod">
          <ac:chgData name="VÕ ĐÌNH CAO MINH HÀO" userId="117ef4e9-d17a-4134-95de-04d4e3db2ff5" providerId="ADAL" clId="{34D5478B-B5E6-954A-AE92-4F4031202745}" dt="2025-03-31T07:00:59.170" v="3374"/>
          <ac:spMkLst>
            <pc:docMk/>
            <pc:sldMk cId="83478730" sldId="307"/>
            <ac:spMk id="4" creationId="{AF0BE309-9F3D-0ADD-638E-D7533900341E}"/>
          </ac:spMkLst>
        </pc:spChg>
        <pc:picChg chg="add mod">
          <ac:chgData name="VÕ ĐÌNH CAO MINH HÀO" userId="117ef4e9-d17a-4134-95de-04d4e3db2ff5" providerId="ADAL" clId="{34D5478B-B5E6-954A-AE92-4F4031202745}" dt="2025-03-28T08:50:45.213" v="2098"/>
          <ac:picMkLst>
            <pc:docMk/>
            <pc:sldMk cId="83478730" sldId="307"/>
            <ac:picMk id="2" creationId="{9937E6B4-08D0-DC9D-DBDE-CFCF787BB03A}"/>
          </ac:picMkLst>
        </pc:picChg>
      </pc:sldChg>
      <pc:sldChg chg="addSp delSp modSp">
        <pc:chgData name="VÕ ĐÌNH CAO MINH HÀO" userId="117ef4e9-d17a-4134-95de-04d4e3db2ff5" providerId="ADAL" clId="{34D5478B-B5E6-954A-AE92-4F4031202745}" dt="2025-03-31T07:00:59.170" v="3374"/>
        <pc:sldMkLst>
          <pc:docMk/>
          <pc:sldMk cId="3673508576" sldId="308"/>
        </pc:sldMkLst>
        <pc:spChg chg="add mod">
          <ac:chgData name="VÕ ĐÌNH CAO MINH HÀO" userId="117ef4e9-d17a-4134-95de-04d4e3db2ff5" providerId="ADAL" clId="{34D5478B-B5E6-954A-AE92-4F4031202745}" dt="2025-03-29T09:29:52.084" v="3280"/>
          <ac:spMkLst>
            <pc:docMk/>
            <pc:sldMk cId="3673508576" sldId="308"/>
            <ac:spMk id="3" creationId="{BF58130C-42A4-69B8-83AB-D46EA64DCF43}"/>
          </ac:spMkLst>
        </pc:spChg>
        <pc:spChg chg="add del mod">
          <ac:chgData name="VÕ ĐÌNH CAO MINH HÀO" userId="117ef4e9-d17a-4134-95de-04d4e3db2ff5" providerId="ADAL" clId="{34D5478B-B5E6-954A-AE92-4F4031202745}" dt="2025-03-31T07:00:59.170" v="3374"/>
          <ac:spMkLst>
            <pc:docMk/>
            <pc:sldMk cId="3673508576" sldId="308"/>
            <ac:spMk id="4" creationId="{E7AAC735-5374-9480-16A4-BAB57346F3BA}"/>
          </ac:spMkLst>
        </pc:spChg>
        <pc:picChg chg="add mod">
          <ac:chgData name="VÕ ĐÌNH CAO MINH HÀO" userId="117ef4e9-d17a-4134-95de-04d4e3db2ff5" providerId="ADAL" clId="{34D5478B-B5E6-954A-AE92-4F4031202745}" dt="2025-03-28T08:50:49.415" v="2101"/>
          <ac:picMkLst>
            <pc:docMk/>
            <pc:sldMk cId="3673508576" sldId="308"/>
            <ac:picMk id="2" creationId="{734E3649-8368-C1D0-AFAC-12BD02E5A011}"/>
          </ac:picMkLst>
        </pc:picChg>
      </pc:sldChg>
      <pc:sldChg chg="addSp delSp modSp">
        <pc:chgData name="VÕ ĐÌNH CAO MINH HÀO" userId="117ef4e9-d17a-4134-95de-04d4e3db2ff5" providerId="ADAL" clId="{34D5478B-B5E6-954A-AE92-4F4031202745}" dt="2025-03-31T07:00:59.170" v="3374"/>
        <pc:sldMkLst>
          <pc:docMk/>
          <pc:sldMk cId="2194892407" sldId="309"/>
        </pc:sldMkLst>
        <pc:spChg chg="add mod">
          <ac:chgData name="VÕ ĐÌNH CAO MINH HÀO" userId="117ef4e9-d17a-4134-95de-04d4e3db2ff5" providerId="ADAL" clId="{34D5478B-B5E6-954A-AE92-4F4031202745}" dt="2025-03-29T09:29:52.084" v="3280"/>
          <ac:spMkLst>
            <pc:docMk/>
            <pc:sldMk cId="2194892407" sldId="309"/>
            <ac:spMk id="32" creationId="{76432A93-DE12-2DF9-A2F7-2AD21D4F8C3C}"/>
          </ac:spMkLst>
        </pc:spChg>
        <pc:spChg chg="add del mod">
          <ac:chgData name="VÕ ĐÌNH CAO MINH HÀO" userId="117ef4e9-d17a-4134-95de-04d4e3db2ff5" providerId="ADAL" clId="{34D5478B-B5E6-954A-AE92-4F4031202745}" dt="2025-03-31T07:00:59.170" v="3374"/>
          <ac:spMkLst>
            <pc:docMk/>
            <pc:sldMk cId="2194892407" sldId="309"/>
            <ac:spMk id="42" creationId="{7EC0DAAF-4859-748E-7C47-1A6E2558190E}"/>
          </ac:spMkLst>
        </pc:spChg>
        <pc:picChg chg="add mod">
          <ac:chgData name="VÕ ĐÌNH CAO MINH HÀO" userId="117ef4e9-d17a-4134-95de-04d4e3db2ff5" providerId="ADAL" clId="{34D5478B-B5E6-954A-AE92-4F4031202745}" dt="2025-03-28T08:50:50.588" v="2102"/>
          <ac:picMkLst>
            <pc:docMk/>
            <pc:sldMk cId="2194892407" sldId="309"/>
            <ac:picMk id="3" creationId="{D2D99ED9-755A-79E8-F801-2137BFD82C3F}"/>
          </ac:picMkLst>
        </pc:picChg>
      </pc:sldChg>
      <pc:sldChg chg="addSp delSp modSp">
        <pc:chgData name="VÕ ĐÌNH CAO MINH HÀO" userId="117ef4e9-d17a-4134-95de-04d4e3db2ff5" providerId="ADAL" clId="{34D5478B-B5E6-954A-AE92-4F4031202745}" dt="2025-03-31T07:00:59.170" v="3374"/>
        <pc:sldMkLst>
          <pc:docMk/>
          <pc:sldMk cId="396378975" sldId="310"/>
        </pc:sldMkLst>
        <pc:spChg chg="add mod">
          <ac:chgData name="VÕ ĐÌNH CAO MINH HÀO" userId="117ef4e9-d17a-4134-95de-04d4e3db2ff5" providerId="ADAL" clId="{34D5478B-B5E6-954A-AE92-4F4031202745}" dt="2025-03-29T09:29:52.084" v="3280"/>
          <ac:spMkLst>
            <pc:docMk/>
            <pc:sldMk cId="396378975" sldId="310"/>
            <ac:spMk id="4" creationId="{ABF55341-30C7-A9DA-6387-F2901A8DF0C3}"/>
          </ac:spMkLst>
        </pc:spChg>
        <pc:spChg chg="add del mod">
          <ac:chgData name="VÕ ĐÌNH CAO MINH HÀO" userId="117ef4e9-d17a-4134-95de-04d4e3db2ff5" providerId="ADAL" clId="{34D5478B-B5E6-954A-AE92-4F4031202745}" dt="2025-03-31T07:00:59.170" v="3374"/>
          <ac:spMkLst>
            <pc:docMk/>
            <pc:sldMk cId="396378975" sldId="310"/>
            <ac:spMk id="32" creationId="{36D9CBDA-B822-7364-54C4-C0B62FC51A98}"/>
          </ac:spMkLst>
        </pc:spChg>
        <pc:picChg chg="add mod">
          <ac:chgData name="VÕ ĐÌNH CAO MINH HÀO" userId="117ef4e9-d17a-4134-95de-04d4e3db2ff5" providerId="ADAL" clId="{34D5478B-B5E6-954A-AE92-4F4031202745}" dt="2025-03-28T08:50:53.194" v="2104"/>
          <ac:picMkLst>
            <pc:docMk/>
            <pc:sldMk cId="396378975" sldId="310"/>
            <ac:picMk id="3" creationId="{39361D0B-4DA2-43F3-3B49-6AAB414ED4CD}"/>
          </ac:picMkLst>
        </pc:picChg>
      </pc:sldChg>
      <pc:sldChg chg="addSp delSp modSp">
        <pc:chgData name="VÕ ĐÌNH CAO MINH HÀO" userId="117ef4e9-d17a-4134-95de-04d4e3db2ff5" providerId="ADAL" clId="{34D5478B-B5E6-954A-AE92-4F4031202745}" dt="2025-03-31T07:00:59.170" v="3374"/>
        <pc:sldMkLst>
          <pc:docMk/>
          <pc:sldMk cId="2658949283" sldId="311"/>
        </pc:sldMkLst>
        <pc:spChg chg="add mod">
          <ac:chgData name="VÕ ĐÌNH CAO MINH HÀO" userId="117ef4e9-d17a-4134-95de-04d4e3db2ff5" providerId="ADAL" clId="{34D5478B-B5E6-954A-AE92-4F4031202745}" dt="2025-03-29T09:29:52.084" v="3280"/>
          <ac:spMkLst>
            <pc:docMk/>
            <pc:sldMk cId="2658949283" sldId="311"/>
            <ac:spMk id="32" creationId="{DD02F715-E450-8F2C-C0CD-AD2264E9D54C}"/>
          </ac:spMkLst>
        </pc:spChg>
        <pc:spChg chg="add del mod">
          <ac:chgData name="VÕ ĐÌNH CAO MINH HÀO" userId="117ef4e9-d17a-4134-95de-04d4e3db2ff5" providerId="ADAL" clId="{34D5478B-B5E6-954A-AE92-4F4031202745}" dt="2025-03-31T07:00:59.170" v="3374"/>
          <ac:spMkLst>
            <pc:docMk/>
            <pc:sldMk cId="2658949283" sldId="311"/>
            <ac:spMk id="33" creationId="{2ACD53AF-A8BE-28E3-C743-CA780675E27B}"/>
          </ac:spMkLst>
        </pc:spChg>
        <pc:picChg chg="add mod">
          <ac:chgData name="VÕ ĐÌNH CAO MINH HÀO" userId="117ef4e9-d17a-4134-95de-04d4e3db2ff5" providerId="ADAL" clId="{34D5478B-B5E6-954A-AE92-4F4031202745}" dt="2025-03-28T08:50:54.479" v="2105"/>
          <ac:picMkLst>
            <pc:docMk/>
            <pc:sldMk cId="2658949283" sldId="311"/>
            <ac:picMk id="4" creationId="{0FF50805-765E-DB1C-E03F-C4D93AC350F6}"/>
          </ac:picMkLst>
        </pc:picChg>
      </pc:sldChg>
      <pc:sldChg chg="addSp delSp modSp add mod addAnim delAnim modAnim">
        <pc:chgData name="VÕ ĐÌNH CAO MINH HÀO" userId="117ef4e9-d17a-4134-95de-04d4e3db2ff5" providerId="ADAL" clId="{34D5478B-B5E6-954A-AE92-4F4031202745}" dt="2025-03-31T07:00:59.170" v="3374"/>
        <pc:sldMkLst>
          <pc:docMk/>
          <pc:sldMk cId="92594955" sldId="312"/>
        </pc:sldMkLst>
        <pc:spChg chg="mod">
          <ac:chgData name="VÕ ĐÌNH CAO MINH HÀO" userId="117ef4e9-d17a-4134-95de-04d4e3db2ff5" providerId="ADAL" clId="{34D5478B-B5E6-954A-AE92-4F4031202745}" dt="2025-03-27T10:15:26.829" v="926" actId="20577"/>
          <ac:spMkLst>
            <pc:docMk/>
            <pc:sldMk cId="92594955" sldId="312"/>
            <ac:spMk id="2" creationId="{BF23CD4B-6F45-8784-579A-51C3D7672684}"/>
          </ac:spMkLst>
        </pc:spChg>
        <pc:spChg chg="add del mod">
          <ac:chgData name="VÕ ĐÌNH CAO MINH HÀO" userId="117ef4e9-d17a-4134-95de-04d4e3db2ff5" providerId="ADAL" clId="{34D5478B-B5E6-954A-AE92-4F4031202745}" dt="2025-03-27T10:16:20.529" v="935" actId="478"/>
          <ac:spMkLst>
            <pc:docMk/>
            <pc:sldMk cId="92594955" sldId="312"/>
            <ac:spMk id="3" creationId="{94517B26-F526-7EC7-D2C6-9F623E6C75C2}"/>
          </ac:spMkLst>
        </pc:spChg>
        <pc:spChg chg="del">
          <ac:chgData name="VÕ ĐÌNH CAO MINH HÀO" userId="117ef4e9-d17a-4134-95de-04d4e3db2ff5" providerId="ADAL" clId="{34D5478B-B5E6-954A-AE92-4F4031202745}" dt="2025-03-27T10:15:29.933" v="927" actId="478"/>
          <ac:spMkLst>
            <pc:docMk/>
            <pc:sldMk cId="92594955" sldId="312"/>
            <ac:spMk id="4" creationId="{5DF1366E-19C4-C55C-5B87-D3E54D186541}"/>
          </ac:spMkLst>
        </pc:spChg>
        <pc:spChg chg="add mod">
          <ac:chgData name="VÕ ĐÌNH CAO MINH HÀO" userId="117ef4e9-d17a-4134-95de-04d4e3db2ff5" providerId="ADAL" clId="{34D5478B-B5E6-954A-AE92-4F4031202745}" dt="2025-03-29T09:29:52.084" v="3280"/>
          <ac:spMkLst>
            <pc:docMk/>
            <pc:sldMk cId="92594955" sldId="312"/>
            <ac:spMk id="4" creationId="{D84E1CAA-5A11-39AF-579D-A085615F5501}"/>
          </ac:spMkLst>
        </pc:spChg>
        <pc:spChg chg="add del mod">
          <ac:chgData name="VÕ ĐÌNH CAO MINH HÀO" userId="117ef4e9-d17a-4134-95de-04d4e3db2ff5" providerId="ADAL" clId="{34D5478B-B5E6-954A-AE92-4F4031202745}" dt="2025-03-31T07:00:59.170" v="3374"/>
          <ac:spMkLst>
            <pc:docMk/>
            <pc:sldMk cId="92594955" sldId="312"/>
            <ac:spMk id="5" creationId="{841A41AE-7189-894B-E186-93D83166139B}"/>
          </ac:spMkLst>
        </pc:spChg>
        <pc:spChg chg="del">
          <ac:chgData name="VÕ ĐÌNH CAO MINH HÀO" userId="117ef4e9-d17a-4134-95de-04d4e3db2ff5" providerId="ADAL" clId="{34D5478B-B5E6-954A-AE92-4F4031202745}" dt="2025-03-27T10:15:29.933" v="927" actId="478"/>
          <ac:spMkLst>
            <pc:docMk/>
            <pc:sldMk cId="92594955" sldId="312"/>
            <ac:spMk id="5" creationId="{B54E7307-21FB-E2A9-5C55-9C89DF9FEA73}"/>
          </ac:spMkLst>
        </pc:spChg>
        <pc:spChg chg="del">
          <ac:chgData name="VÕ ĐÌNH CAO MINH HÀO" userId="117ef4e9-d17a-4134-95de-04d4e3db2ff5" providerId="ADAL" clId="{34D5478B-B5E6-954A-AE92-4F4031202745}" dt="2025-03-27T10:15:29.933" v="927" actId="478"/>
          <ac:spMkLst>
            <pc:docMk/>
            <pc:sldMk cId="92594955" sldId="312"/>
            <ac:spMk id="6" creationId="{64C54CB4-7BEB-BC51-30EB-A88F810CEC46}"/>
          </ac:spMkLst>
        </pc:spChg>
        <pc:spChg chg="del">
          <ac:chgData name="VÕ ĐÌNH CAO MINH HÀO" userId="117ef4e9-d17a-4134-95de-04d4e3db2ff5" providerId="ADAL" clId="{34D5478B-B5E6-954A-AE92-4F4031202745}" dt="2025-03-27T10:15:29.933" v="927" actId="478"/>
          <ac:spMkLst>
            <pc:docMk/>
            <pc:sldMk cId="92594955" sldId="312"/>
            <ac:spMk id="7" creationId="{F46C27E2-582F-9002-6538-0B54CD881B23}"/>
          </ac:spMkLst>
        </pc:spChg>
        <pc:spChg chg="del">
          <ac:chgData name="VÕ ĐÌNH CAO MINH HÀO" userId="117ef4e9-d17a-4134-95de-04d4e3db2ff5" providerId="ADAL" clId="{34D5478B-B5E6-954A-AE92-4F4031202745}" dt="2025-03-27T10:15:29.933" v="927" actId="478"/>
          <ac:spMkLst>
            <pc:docMk/>
            <pc:sldMk cId="92594955" sldId="312"/>
            <ac:spMk id="8" creationId="{F8FCE4E9-3AF1-6F41-0177-EAD250264555}"/>
          </ac:spMkLst>
        </pc:spChg>
        <pc:spChg chg="del">
          <ac:chgData name="VÕ ĐÌNH CAO MINH HÀO" userId="117ef4e9-d17a-4134-95de-04d4e3db2ff5" providerId="ADAL" clId="{34D5478B-B5E6-954A-AE92-4F4031202745}" dt="2025-03-27T10:15:29.933" v="927" actId="478"/>
          <ac:spMkLst>
            <pc:docMk/>
            <pc:sldMk cId="92594955" sldId="312"/>
            <ac:spMk id="9" creationId="{419ED09C-5DCE-6568-0C96-25728071D090}"/>
          </ac:spMkLst>
        </pc:spChg>
        <pc:spChg chg="del">
          <ac:chgData name="VÕ ĐÌNH CAO MINH HÀO" userId="117ef4e9-d17a-4134-95de-04d4e3db2ff5" providerId="ADAL" clId="{34D5478B-B5E6-954A-AE92-4F4031202745}" dt="2025-03-27T10:15:29.933" v="927" actId="478"/>
          <ac:spMkLst>
            <pc:docMk/>
            <pc:sldMk cId="92594955" sldId="312"/>
            <ac:spMk id="10" creationId="{26127759-4F25-3ECE-463C-338264464A87}"/>
          </ac:spMkLst>
        </pc:spChg>
        <pc:spChg chg="del">
          <ac:chgData name="VÕ ĐÌNH CAO MINH HÀO" userId="117ef4e9-d17a-4134-95de-04d4e3db2ff5" providerId="ADAL" clId="{34D5478B-B5E6-954A-AE92-4F4031202745}" dt="2025-03-27T10:15:29.933" v="927" actId="478"/>
          <ac:spMkLst>
            <pc:docMk/>
            <pc:sldMk cId="92594955" sldId="312"/>
            <ac:spMk id="11" creationId="{791DB3DD-D99E-D403-5BF9-E8E42023742F}"/>
          </ac:spMkLst>
        </pc:spChg>
        <pc:spChg chg="del">
          <ac:chgData name="VÕ ĐÌNH CAO MINH HÀO" userId="117ef4e9-d17a-4134-95de-04d4e3db2ff5" providerId="ADAL" clId="{34D5478B-B5E6-954A-AE92-4F4031202745}" dt="2025-03-27T10:15:29.933" v="927" actId="478"/>
          <ac:spMkLst>
            <pc:docMk/>
            <pc:sldMk cId="92594955" sldId="312"/>
            <ac:spMk id="12" creationId="{163E98BD-AC50-7ADC-32C5-D6BB0BFF89AC}"/>
          </ac:spMkLst>
        </pc:spChg>
        <pc:spChg chg="del">
          <ac:chgData name="VÕ ĐÌNH CAO MINH HÀO" userId="117ef4e9-d17a-4134-95de-04d4e3db2ff5" providerId="ADAL" clId="{34D5478B-B5E6-954A-AE92-4F4031202745}" dt="2025-03-27T10:15:29.933" v="927" actId="478"/>
          <ac:spMkLst>
            <pc:docMk/>
            <pc:sldMk cId="92594955" sldId="312"/>
            <ac:spMk id="13" creationId="{8B99EC4F-57C2-96A5-1EC3-F70915FCF13F}"/>
          </ac:spMkLst>
        </pc:spChg>
        <pc:spChg chg="del">
          <ac:chgData name="VÕ ĐÌNH CAO MINH HÀO" userId="117ef4e9-d17a-4134-95de-04d4e3db2ff5" providerId="ADAL" clId="{34D5478B-B5E6-954A-AE92-4F4031202745}" dt="2025-03-27T10:15:29.933" v="927" actId="478"/>
          <ac:spMkLst>
            <pc:docMk/>
            <pc:sldMk cId="92594955" sldId="312"/>
            <ac:spMk id="14" creationId="{B0515868-999B-F65D-E9A8-A24FA5369874}"/>
          </ac:spMkLst>
        </pc:spChg>
        <pc:spChg chg="del mod">
          <ac:chgData name="VÕ ĐÌNH CAO MINH HÀO" userId="117ef4e9-d17a-4134-95de-04d4e3db2ff5" providerId="ADAL" clId="{34D5478B-B5E6-954A-AE92-4F4031202745}" dt="2025-03-27T10:16:20.529" v="935" actId="478"/>
          <ac:spMkLst>
            <pc:docMk/>
            <pc:sldMk cId="92594955" sldId="312"/>
            <ac:spMk id="15" creationId="{23F38405-4650-EEF0-D149-5F46E2DB9D08}"/>
          </ac:spMkLst>
        </pc:spChg>
        <pc:spChg chg="del mod">
          <ac:chgData name="VÕ ĐÌNH CAO MINH HÀO" userId="117ef4e9-d17a-4134-95de-04d4e3db2ff5" providerId="ADAL" clId="{34D5478B-B5E6-954A-AE92-4F4031202745}" dt="2025-03-27T10:16:20.529" v="935" actId="478"/>
          <ac:spMkLst>
            <pc:docMk/>
            <pc:sldMk cId="92594955" sldId="312"/>
            <ac:spMk id="16" creationId="{7F830D0B-6258-287B-346D-949776CD0ABE}"/>
          </ac:spMkLst>
        </pc:spChg>
        <pc:spChg chg="del mod">
          <ac:chgData name="VÕ ĐÌNH CAO MINH HÀO" userId="117ef4e9-d17a-4134-95de-04d4e3db2ff5" providerId="ADAL" clId="{34D5478B-B5E6-954A-AE92-4F4031202745}" dt="2025-03-27T10:16:20.529" v="935" actId="478"/>
          <ac:spMkLst>
            <pc:docMk/>
            <pc:sldMk cId="92594955" sldId="312"/>
            <ac:spMk id="17" creationId="{D79BCB6D-DAC1-50CE-2181-A9906644DCE2}"/>
          </ac:spMkLst>
        </pc:spChg>
        <pc:spChg chg="del mod">
          <ac:chgData name="VÕ ĐÌNH CAO MINH HÀO" userId="117ef4e9-d17a-4134-95de-04d4e3db2ff5" providerId="ADAL" clId="{34D5478B-B5E6-954A-AE92-4F4031202745}" dt="2025-03-27T10:16:20.529" v="935" actId="478"/>
          <ac:spMkLst>
            <pc:docMk/>
            <pc:sldMk cId="92594955" sldId="312"/>
            <ac:spMk id="18" creationId="{C4921D33-C031-D099-6253-721331FF2AB4}"/>
          </ac:spMkLst>
        </pc:spChg>
        <pc:spChg chg="del mod">
          <ac:chgData name="VÕ ĐÌNH CAO MINH HÀO" userId="117ef4e9-d17a-4134-95de-04d4e3db2ff5" providerId="ADAL" clId="{34D5478B-B5E6-954A-AE92-4F4031202745}" dt="2025-03-27T10:16:20.529" v="935" actId="478"/>
          <ac:spMkLst>
            <pc:docMk/>
            <pc:sldMk cId="92594955" sldId="312"/>
            <ac:spMk id="19" creationId="{DF208297-BE28-0751-6CB1-8721A9DDF9ED}"/>
          </ac:spMkLst>
        </pc:spChg>
        <pc:spChg chg="del mod">
          <ac:chgData name="VÕ ĐÌNH CAO MINH HÀO" userId="117ef4e9-d17a-4134-95de-04d4e3db2ff5" providerId="ADAL" clId="{34D5478B-B5E6-954A-AE92-4F4031202745}" dt="2025-03-27T10:16:20.529" v="935" actId="478"/>
          <ac:spMkLst>
            <pc:docMk/>
            <pc:sldMk cId="92594955" sldId="312"/>
            <ac:spMk id="20" creationId="{DF4BF188-F94A-57D4-FBE1-9E4F569FFEB0}"/>
          </ac:spMkLst>
        </pc:spChg>
        <pc:spChg chg="del">
          <ac:chgData name="VÕ ĐÌNH CAO MINH HÀO" userId="117ef4e9-d17a-4134-95de-04d4e3db2ff5" providerId="ADAL" clId="{34D5478B-B5E6-954A-AE92-4F4031202745}" dt="2025-03-27T10:15:33.658" v="928" actId="478"/>
          <ac:spMkLst>
            <pc:docMk/>
            <pc:sldMk cId="92594955" sldId="312"/>
            <ac:spMk id="21" creationId="{11FD2FB1-2A48-9750-27EC-E8AC2905CC67}"/>
          </ac:spMkLst>
        </pc:spChg>
        <pc:spChg chg="del">
          <ac:chgData name="VÕ ĐÌNH CAO MINH HÀO" userId="117ef4e9-d17a-4134-95de-04d4e3db2ff5" providerId="ADAL" clId="{34D5478B-B5E6-954A-AE92-4F4031202745}" dt="2025-03-27T10:15:29.933" v="927" actId="478"/>
          <ac:spMkLst>
            <pc:docMk/>
            <pc:sldMk cId="92594955" sldId="312"/>
            <ac:spMk id="22" creationId="{C7B0B1E8-D731-F212-437C-CCC95452D3F3}"/>
          </ac:spMkLst>
        </pc:spChg>
        <pc:spChg chg="del">
          <ac:chgData name="VÕ ĐÌNH CAO MINH HÀO" userId="117ef4e9-d17a-4134-95de-04d4e3db2ff5" providerId="ADAL" clId="{34D5478B-B5E6-954A-AE92-4F4031202745}" dt="2025-03-27T10:15:35.910" v="929" actId="478"/>
          <ac:spMkLst>
            <pc:docMk/>
            <pc:sldMk cId="92594955" sldId="312"/>
            <ac:spMk id="23" creationId="{893FCB89-BED8-58C2-F115-29710D0A50D0}"/>
          </ac:spMkLst>
        </pc:spChg>
        <pc:spChg chg="del">
          <ac:chgData name="VÕ ĐÌNH CAO MINH HÀO" userId="117ef4e9-d17a-4134-95de-04d4e3db2ff5" providerId="ADAL" clId="{34D5478B-B5E6-954A-AE92-4F4031202745}" dt="2025-03-27T10:15:35.910" v="929" actId="478"/>
          <ac:spMkLst>
            <pc:docMk/>
            <pc:sldMk cId="92594955" sldId="312"/>
            <ac:spMk id="24" creationId="{79AC3797-5312-EE68-9EAE-42634E327F81}"/>
          </ac:spMkLst>
        </pc:spChg>
        <pc:spChg chg="del">
          <ac:chgData name="VÕ ĐÌNH CAO MINH HÀO" userId="117ef4e9-d17a-4134-95de-04d4e3db2ff5" providerId="ADAL" clId="{34D5478B-B5E6-954A-AE92-4F4031202745}" dt="2025-03-27T10:15:35.910" v="929" actId="478"/>
          <ac:spMkLst>
            <pc:docMk/>
            <pc:sldMk cId="92594955" sldId="312"/>
            <ac:spMk id="25" creationId="{591B97A5-2970-B26C-F2CB-466D81218F95}"/>
          </ac:spMkLst>
        </pc:spChg>
        <pc:spChg chg="del">
          <ac:chgData name="VÕ ĐÌNH CAO MINH HÀO" userId="117ef4e9-d17a-4134-95de-04d4e3db2ff5" providerId="ADAL" clId="{34D5478B-B5E6-954A-AE92-4F4031202745}" dt="2025-03-27T10:15:35.910" v="929" actId="478"/>
          <ac:spMkLst>
            <pc:docMk/>
            <pc:sldMk cId="92594955" sldId="312"/>
            <ac:spMk id="26" creationId="{E520E2B1-5FE1-BF46-FE86-95852734CC2C}"/>
          </ac:spMkLst>
        </pc:spChg>
        <pc:spChg chg="add del mod">
          <ac:chgData name="VÕ ĐÌNH CAO MINH HÀO" userId="117ef4e9-d17a-4134-95de-04d4e3db2ff5" providerId="ADAL" clId="{34D5478B-B5E6-954A-AE92-4F4031202745}" dt="2025-03-27T10:16:34.135" v="940"/>
          <ac:spMkLst>
            <pc:docMk/>
            <pc:sldMk cId="92594955" sldId="312"/>
            <ac:spMk id="27" creationId="{28A7ADB3-E9EB-EA95-FCAE-B712C3ECB966}"/>
          </ac:spMkLst>
        </pc:spChg>
        <pc:spChg chg="add del mod">
          <ac:chgData name="VÕ ĐÌNH CAO MINH HÀO" userId="117ef4e9-d17a-4134-95de-04d4e3db2ff5" providerId="ADAL" clId="{34D5478B-B5E6-954A-AE92-4F4031202745}" dt="2025-03-27T10:17:30.834" v="942" actId="478"/>
          <ac:spMkLst>
            <pc:docMk/>
            <pc:sldMk cId="92594955" sldId="312"/>
            <ac:spMk id="28" creationId="{64095A17-72A3-F7E0-06B1-CACB526D1CD8}"/>
          </ac:spMkLst>
        </pc:spChg>
        <pc:spChg chg="add del mod">
          <ac:chgData name="VÕ ĐÌNH CAO MINH HÀO" userId="117ef4e9-d17a-4134-95de-04d4e3db2ff5" providerId="ADAL" clId="{34D5478B-B5E6-954A-AE92-4F4031202745}" dt="2025-03-27T10:17:30.834" v="942" actId="478"/>
          <ac:spMkLst>
            <pc:docMk/>
            <pc:sldMk cId="92594955" sldId="312"/>
            <ac:spMk id="29" creationId="{626D56C3-813A-D311-6585-4CC8B79B1BF8}"/>
          </ac:spMkLst>
        </pc:spChg>
        <pc:spChg chg="add del mod">
          <ac:chgData name="VÕ ĐÌNH CAO MINH HÀO" userId="117ef4e9-d17a-4134-95de-04d4e3db2ff5" providerId="ADAL" clId="{34D5478B-B5E6-954A-AE92-4F4031202745}" dt="2025-03-27T10:17:30.834" v="942" actId="478"/>
          <ac:spMkLst>
            <pc:docMk/>
            <pc:sldMk cId="92594955" sldId="312"/>
            <ac:spMk id="30" creationId="{E6BA2A72-618A-F93A-71A6-FFE1288560DC}"/>
          </ac:spMkLst>
        </pc:spChg>
        <pc:spChg chg="add del mod">
          <ac:chgData name="VÕ ĐÌNH CAO MINH HÀO" userId="117ef4e9-d17a-4134-95de-04d4e3db2ff5" providerId="ADAL" clId="{34D5478B-B5E6-954A-AE92-4F4031202745}" dt="2025-03-27T10:17:30.834" v="942" actId="478"/>
          <ac:spMkLst>
            <pc:docMk/>
            <pc:sldMk cId="92594955" sldId="312"/>
            <ac:spMk id="31" creationId="{0933641E-33EF-C6F7-84B0-7524A01339C1}"/>
          </ac:spMkLst>
        </pc:spChg>
        <pc:spChg chg="add del mod">
          <ac:chgData name="VÕ ĐÌNH CAO MINH HÀO" userId="117ef4e9-d17a-4134-95de-04d4e3db2ff5" providerId="ADAL" clId="{34D5478B-B5E6-954A-AE92-4F4031202745}" dt="2025-03-27T10:17:30.834" v="942" actId="478"/>
          <ac:spMkLst>
            <pc:docMk/>
            <pc:sldMk cId="92594955" sldId="312"/>
            <ac:spMk id="32" creationId="{D551C27C-9BCF-AE4E-20C5-07F9249A890F}"/>
          </ac:spMkLst>
        </pc:spChg>
        <pc:spChg chg="add del mod">
          <ac:chgData name="VÕ ĐÌNH CAO MINH HÀO" userId="117ef4e9-d17a-4134-95de-04d4e3db2ff5" providerId="ADAL" clId="{34D5478B-B5E6-954A-AE92-4F4031202745}" dt="2025-03-27T10:17:30.834" v="942" actId="478"/>
          <ac:spMkLst>
            <pc:docMk/>
            <pc:sldMk cId="92594955" sldId="312"/>
            <ac:spMk id="33" creationId="{C5115B18-AB68-14BE-7A09-DD52F52A31F6}"/>
          </ac:spMkLst>
        </pc:spChg>
        <pc:spChg chg="add del mod">
          <ac:chgData name="VÕ ĐÌNH CAO MINH HÀO" userId="117ef4e9-d17a-4134-95de-04d4e3db2ff5" providerId="ADAL" clId="{34D5478B-B5E6-954A-AE92-4F4031202745}" dt="2025-03-27T10:17:30.834" v="942" actId="478"/>
          <ac:spMkLst>
            <pc:docMk/>
            <pc:sldMk cId="92594955" sldId="312"/>
            <ac:spMk id="34" creationId="{04FCADBD-42B5-6F37-395A-421363B5FE65}"/>
          </ac:spMkLst>
        </pc:spChg>
        <pc:spChg chg="add del mod">
          <ac:chgData name="VÕ ĐÌNH CAO MINH HÀO" userId="117ef4e9-d17a-4134-95de-04d4e3db2ff5" providerId="ADAL" clId="{34D5478B-B5E6-954A-AE92-4F4031202745}" dt="2025-03-27T10:17:30.834" v="942" actId="478"/>
          <ac:spMkLst>
            <pc:docMk/>
            <pc:sldMk cId="92594955" sldId="312"/>
            <ac:spMk id="35" creationId="{5ED9E462-680C-35F7-7027-B9B25069CC45}"/>
          </ac:spMkLst>
        </pc:spChg>
        <pc:spChg chg="add del mod">
          <ac:chgData name="VÕ ĐÌNH CAO MINH HÀO" userId="117ef4e9-d17a-4134-95de-04d4e3db2ff5" providerId="ADAL" clId="{34D5478B-B5E6-954A-AE92-4F4031202745}" dt="2025-03-27T10:22:31.516" v="975" actId="478"/>
          <ac:spMkLst>
            <pc:docMk/>
            <pc:sldMk cId="92594955" sldId="312"/>
            <ac:spMk id="36" creationId="{FFDC5525-DA79-DDBD-811D-317FDAFED497}"/>
          </ac:spMkLst>
        </pc:spChg>
        <pc:spChg chg="add del mod">
          <ac:chgData name="VÕ ĐÌNH CAO MINH HÀO" userId="117ef4e9-d17a-4134-95de-04d4e3db2ff5" providerId="ADAL" clId="{34D5478B-B5E6-954A-AE92-4F4031202745}" dt="2025-03-27T10:22:21.902" v="972" actId="478"/>
          <ac:spMkLst>
            <pc:docMk/>
            <pc:sldMk cId="92594955" sldId="312"/>
            <ac:spMk id="37" creationId="{91D42A9C-FB4B-6DDA-8839-130C701D0EB5}"/>
          </ac:spMkLst>
        </pc:spChg>
        <pc:spChg chg="add del mod">
          <ac:chgData name="VÕ ĐÌNH CAO MINH HÀO" userId="117ef4e9-d17a-4134-95de-04d4e3db2ff5" providerId="ADAL" clId="{34D5478B-B5E6-954A-AE92-4F4031202745}" dt="2025-03-27T10:22:08.249" v="969" actId="478"/>
          <ac:spMkLst>
            <pc:docMk/>
            <pc:sldMk cId="92594955" sldId="312"/>
            <ac:spMk id="38" creationId="{DA95C3DE-8C04-4C63-7DFD-A8366AE59EDC}"/>
          </ac:spMkLst>
        </pc:spChg>
        <pc:spChg chg="add del mod">
          <ac:chgData name="VÕ ĐÌNH CAO MINH HÀO" userId="117ef4e9-d17a-4134-95de-04d4e3db2ff5" providerId="ADAL" clId="{34D5478B-B5E6-954A-AE92-4F4031202745}" dt="2025-03-27T10:22:01.844" v="966" actId="478"/>
          <ac:spMkLst>
            <pc:docMk/>
            <pc:sldMk cId="92594955" sldId="312"/>
            <ac:spMk id="39" creationId="{6254C034-8686-563C-EE4A-2AFA7707A734}"/>
          </ac:spMkLst>
        </pc:spChg>
        <pc:spChg chg="add del mod">
          <ac:chgData name="VÕ ĐÌNH CAO MINH HÀO" userId="117ef4e9-d17a-4134-95de-04d4e3db2ff5" providerId="ADAL" clId="{34D5478B-B5E6-954A-AE92-4F4031202745}" dt="2025-03-27T10:21:49.199" v="961" actId="478"/>
          <ac:spMkLst>
            <pc:docMk/>
            <pc:sldMk cId="92594955" sldId="312"/>
            <ac:spMk id="40" creationId="{B2F3E687-C6B4-8A5E-D93C-A72EE803FD52}"/>
          </ac:spMkLst>
        </pc:spChg>
        <pc:spChg chg="add del mod">
          <ac:chgData name="VÕ ĐÌNH CAO MINH HÀO" userId="117ef4e9-d17a-4134-95de-04d4e3db2ff5" providerId="ADAL" clId="{34D5478B-B5E6-954A-AE92-4F4031202745}" dt="2025-03-27T10:21:43.850" v="957" actId="478"/>
          <ac:spMkLst>
            <pc:docMk/>
            <pc:sldMk cId="92594955" sldId="312"/>
            <ac:spMk id="41" creationId="{7B6E68AC-3020-AD2C-A38E-75536E4D96E9}"/>
          </ac:spMkLst>
        </pc:spChg>
        <pc:spChg chg="add del mod">
          <ac:chgData name="VÕ ĐÌNH CAO MINH HÀO" userId="117ef4e9-d17a-4134-95de-04d4e3db2ff5" providerId="ADAL" clId="{34D5478B-B5E6-954A-AE92-4F4031202745}" dt="2025-03-27T10:21:38.078" v="953" actId="478"/>
          <ac:spMkLst>
            <pc:docMk/>
            <pc:sldMk cId="92594955" sldId="312"/>
            <ac:spMk id="42" creationId="{52B8A11B-A50B-6FAD-CE3E-31FCC5A41083}"/>
          </ac:spMkLst>
        </pc:spChg>
        <pc:spChg chg="add del mod">
          <ac:chgData name="VÕ ĐÌNH CAO MINH HÀO" userId="117ef4e9-d17a-4134-95de-04d4e3db2ff5" providerId="ADAL" clId="{34D5478B-B5E6-954A-AE92-4F4031202745}" dt="2025-03-27T10:21:38.078" v="953" actId="478"/>
          <ac:spMkLst>
            <pc:docMk/>
            <pc:sldMk cId="92594955" sldId="312"/>
            <ac:spMk id="43" creationId="{8BD52831-1DB6-46CC-516B-73F80730FF08}"/>
          </ac:spMkLst>
        </pc:spChg>
        <pc:spChg chg="add del mod">
          <ac:chgData name="VÕ ĐÌNH CAO MINH HÀO" userId="117ef4e9-d17a-4134-95de-04d4e3db2ff5" providerId="ADAL" clId="{34D5478B-B5E6-954A-AE92-4F4031202745}" dt="2025-03-27T10:21:38.078" v="953" actId="478"/>
          <ac:spMkLst>
            <pc:docMk/>
            <pc:sldMk cId="92594955" sldId="312"/>
            <ac:spMk id="44" creationId="{4D7C94B5-2166-3B40-EBD5-7663E0F63B69}"/>
          </ac:spMkLst>
        </pc:spChg>
        <pc:spChg chg="add del mod">
          <ac:chgData name="VÕ ĐÌNH CAO MINH HÀO" userId="117ef4e9-d17a-4134-95de-04d4e3db2ff5" providerId="ADAL" clId="{34D5478B-B5E6-954A-AE92-4F4031202745}" dt="2025-03-27T10:21:38.078" v="953" actId="478"/>
          <ac:spMkLst>
            <pc:docMk/>
            <pc:sldMk cId="92594955" sldId="312"/>
            <ac:spMk id="45" creationId="{B1DF9BEB-332F-DFFB-ADA0-E9C461084E18}"/>
          </ac:spMkLst>
        </pc:spChg>
        <pc:spChg chg="add del mod">
          <ac:chgData name="VÕ ĐÌNH CAO MINH HÀO" userId="117ef4e9-d17a-4134-95de-04d4e3db2ff5" providerId="ADAL" clId="{34D5478B-B5E6-954A-AE92-4F4031202745}" dt="2025-03-27T10:21:38.078" v="953" actId="478"/>
          <ac:spMkLst>
            <pc:docMk/>
            <pc:sldMk cId="92594955" sldId="312"/>
            <ac:spMk id="46" creationId="{24BDA9F2-C8D3-C231-D805-1F8C23818345}"/>
          </ac:spMkLst>
        </pc:spChg>
        <pc:spChg chg="add mod">
          <ac:chgData name="VÕ ĐÌNH CAO MINH HÀO" userId="117ef4e9-d17a-4134-95de-04d4e3db2ff5" providerId="ADAL" clId="{34D5478B-B5E6-954A-AE92-4F4031202745}" dt="2025-03-27T10:17:31.344" v="943"/>
          <ac:spMkLst>
            <pc:docMk/>
            <pc:sldMk cId="92594955" sldId="312"/>
            <ac:spMk id="47" creationId="{58035902-15C3-C04E-40FD-DA973535D237}"/>
          </ac:spMkLst>
        </pc:spChg>
        <pc:spChg chg="add mod">
          <ac:chgData name="VÕ ĐÌNH CAO MINH HÀO" userId="117ef4e9-d17a-4134-95de-04d4e3db2ff5" providerId="ADAL" clId="{34D5478B-B5E6-954A-AE92-4F4031202745}" dt="2025-03-27T10:17:31.344" v="943"/>
          <ac:spMkLst>
            <pc:docMk/>
            <pc:sldMk cId="92594955" sldId="312"/>
            <ac:spMk id="48" creationId="{F7D6B01E-9E27-8FEF-C9FF-25DCD3AEA8F1}"/>
          </ac:spMkLst>
        </pc:spChg>
        <pc:spChg chg="add mod">
          <ac:chgData name="VÕ ĐÌNH CAO MINH HÀO" userId="117ef4e9-d17a-4134-95de-04d4e3db2ff5" providerId="ADAL" clId="{34D5478B-B5E6-954A-AE92-4F4031202745}" dt="2025-03-27T10:17:31.344" v="943"/>
          <ac:spMkLst>
            <pc:docMk/>
            <pc:sldMk cId="92594955" sldId="312"/>
            <ac:spMk id="49" creationId="{34B17C05-0843-B7B3-0066-8416285EB723}"/>
          </ac:spMkLst>
        </pc:spChg>
        <pc:spChg chg="add mod">
          <ac:chgData name="VÕ ĐÌNH CAO MINH HÀO" userId="117ef4e9-d17a-4134-95de-04d4e3db2ff5" providerId="ADAL" clId="{34D5478B-B5E6-954A-AE92-4F4031202745}" dt="2025-03-27T10:17:31.344" v="943"/>
          <ac:spMkLst>
            <pc:docMk/>
            <pc:sldMk cId="92594955" sldId="312"/>
            <ac:spMk id="50" creationId="{0F09A7A4-A56D-CEEC-5208-D47BFA83C0A8}"/>
          </ac:spMkLst>
        </pc:spChg>
        <pc:spChg chg="add mod">
          <ac:chgData name="VÕ ĐÌNH CAO MINH HÀO" userId="117ef4e9-d17a-4134-95de-04d4e3db2ff5" providerId="ADAL" clId="{34D5478B-B5E6-954A-AE92-4F4031202745}" dt="2025-03-27T10:17:31.344" v="943"/>
          <ac:spMkLst>
            <pc:docMk/>
            <pc:sldMk cId="92594955" sldId="312"/>
            <ac:spMk id="51" creationId="{3866B478-EFA0-596F-1B08-4E57795C67F1}"/>
          </ac:spMkLst>
        </pc:spChg>
        <pc:spChg chg="add mod">
          <ac:chgData name="VÕ ĐÌNH CAO MINH HÀO" userId="117ef4e9-d17a-4134-95de-04d4e3db2ff5" providerId="ADAL" clId="{34D5478B-B5E6-954A-AE92-4F4031202745}" dt="2025-03-27T10:17:31.344" v="943"/>
          <ac:spMkLst>
            <pc:docMk/>
            <pc:sldMk cId="92594955" sldId="312"/>
            <ac:spMk id="52" creationId="{AA515CA7-56FF-8DF8-B3FD-561D06378457}"/>
          </ac:spMkLst>
        </pc:spChg>
        <pc:spChg chg="add del mod">
          <ac:chgData name="VÕ ĐÌNH CAO MINH HÀO" userId="117ef4e9-d17a-4134-95de-04d4e3db2ff5" providerId="ADAL" clId="{34D5478B-B5E6-954A-AE92-4F4031202745}" dt="2025-03-27T10:17:46.887" v="945" actId="478"/>
          <ac:spMkLst>
            <pc:docMk/>
            <pc:sldMk cId="92594955" sldId="312"/>
            <ac:spMk id="53" creationId="{89F959BA-B5A7-DD8A-DF3D-6C36BBDD8518}"/>
          </ac:spMkLst>
        </pc:spChg>
        <pc:spChg chg="add mod">
          <ac:chgData name="VÕ ĐÌNH CAO MINH HÀO" userId="117ef4e9-d17a-4134-95de-04d4e3db2ff5" providerId="ADAL" clId="{34D5478B-B5E6-954A-AE92-4F4031202745}" dt="2025-03-27T10:22:37.736" v="976" actId="1076"/>
          <ac:spMkLst>
            <pc:docMk/>
            <pc:sldMk cId="92594955" sldId="312"/>
            <ac:spMk id="54" creationId="{CA7DBA09-2CE7-7E45-CAA2-0634ABDB51BD}"/>
          </ac:spMkLst>
        </pc:spChg>
        <pc:spChg chg="add mod">
          <ac:chgData name="VÕ ĐÌNH CAO MINH HÀO" userId="117ef4e9-d17a-4134-95de-04d4e3db2ff5" providerId="ADAL" clId="{34D5478B-B5E6-954A-AE92-4F4031202745}" dt="2025-03-27T10:22:28.005" v="973" actId="1076"/>
          <ac:spMkLst>
            <pc:docMk/>
            <pc:sldMk cId="92594955" sldId="312"/>
            <ac:spMk id="55" creationId="{05F2C5B9-B713-6081-8985-1CB371D3F0A7}"/>
          </ac:spMkLst>
        </pc:spChg>
        <pc:spChg chg="add mod">
          <ac:chgData name="VÕ ĐÌNH CAO MINH HÀO" userId="117ef4e9-d17a-4134-95de-04d4e3db2ff5" providerId="ADAL" clId="{34D5478B-B5E6-954A-AE92-4F4031202745}" dt="2025-03-27T10:22:17.772" v="970" actId="1076"/>
          <ac:spMkLst>
            <pc:docMk/>
            <pc:sldMk cId="92594955" sldId="312"/>
            <ac:spMk id="56" creationId="{A00CEB39-9988-1A09-7F71-0EE242344AEF}"/>
          </ac:spMkLst>
        </pc:spChg>
        <pc:spChg chg="add mod">
          <ac:chgData name="VÕ ĐÌNH CAO MINH HÀO" userId="117ef4e9-d17a-4134-95de-04d4e3db2ff5" providerId="ADAL" clId="{34D5478B-B5E6-954A-AE92-4F4031202745}" dt="2025-03-27T10:27:17.738" v="992" actId="1076"/>
          <ac:spMkLst>
            <pc:docMk/>
            <pc:sldMk cId="92594955" sldId="312"/>
            <ac:spMk id="57" creationId="{C7F2E94E-F1C5-C08C-537F-96875DC804D8}"/>
          </ac:spMkLst>
        </pc:spChg>
        <pc:spChg chg="add mod">
          <ac:chgData name="VÕ ĐÌNH CAO MINH HÀO" userId="117ef4e9-d17a-4134-95de-04d4e3db2ff5" providerId="ADAL" clId="{34D5478B-B5E6-954A-AE92-4F4031202745}" dt="2025-03-27T10:27:27.686" v="993" actId="1076"/>
          <ac:spMkLst>
            <pc:docMk/>
            <pc:sldMk cId="92594955" sldId="312"/>
            <ac:spMk id="58" creationId="{44B515E9-9237-359A-AFD5-547C32DEB774}"/>
          </ac:spMkLst>
        </pc:spChg>
        <pc:spChg chg="add mod">
          <ac:chgData name="VÕ ĐÌNH CAO MINH HÀO" userId="117ef4e9-d17a-4134-95de-04d4e3db2ff5" providerId="ADAL" clId="{34D5478B-B5E6-954A-AE92-4F4031202745}" dt="2025-03-27T10:27:31.673" v="994" actId="1076"/>
          <ac:spMkLst>
            <pc:docMk/>
            <pc:sldMk cId="92594955" sldId="312"/>
            <ac:spMk id="59" creationId="{148D3212-F91A-6FAF-2EC0-D0CE6F328669}"/>
          </ac:spMkLst>
        </pc:spChg>
        <pc:spChg chg="add mod">
          <ac:chgData name="VÕ ĐÌNH CAO MINH HÀO" userId="117ef4e9-d17a-4134-95de-04d4e3db2ff5" providerId="ADAL" clId="{34D5478B-B5E6-954A-AE92-4F4031202745}" dt="2025-03-27T10:17:31.344" v="943"/>
          <ac:spMkLst>
            <pc:docMk/>
            <pc:sldMk cId="92594955" sldId="312"/>
            <ac:spMk id="60" creationId="{51D0D968-0221-EDFD-D4DC-C0AE32A7519E}"/>
          </ac:spMkLst>
        </pc:spChg>
        <pc:spChg chg="add mod">
          <ac:chgData name="VÕ ĐÌNH CAO MINH HÀO" userId="117ef4e9-d17a-4134-95de-04d4e3db2ff5" providerId="ADAL" clId="{34D5478B-B5E6-954A-AE92-4F4031202745}" dt="2025-03-27T10:17:31.344" v="943"/>
          <ac:spMkLst>
            <pc:docMk/>
            <pc:sldMk cId="92594955" sldId="312"/>
            <ac:spMk id="61" creationId="{380A8B7B-CF4E-54A0-8305-F5F2B9C99798}"/>
          </ac:spMkLst>
        </pc:spChg>
        <pc:spChg chg="add mod">
          <ac:chgData name="VÕ ĐÌNH CAO MINH HÀO" userId="117ef4e9-d17a-4134-95de-04d4e3db2ff5" providerId="ADAL" clId="{34D5478B-B5E6-954A-AE92-4F4031202745}" dt="2025-03-27T10:17:31.344" v="943"/>
          <ac:spMkLst>
            <pc:docMk/>
            <pc:sldMk cId="92594955" sldId="312"/>
            <ac:spMk id="62" creationId="{69FBE399-0612-E14C-D790-75ECBB9C7785}"/>
          </ac:spMkLst>
        </pc:spChg>
        <pc:spChg chg="add mod">
          <ac:chgData name="VÕ ĐÌNH CAO MINH HÀO" userId="117ef4e9-d17a-4134-95de-04d4e3db2ff5" providerId="ADAL" clId="{34D5478B-B5E6-954A-AE92-4F4031202745}" dt="2025-03-27T10:17:31.344" v="943"/>
          <ac:spMkLst>
            <pc:docMk/>
            <pc:sldMk cId="92594955" sldId="312"/>
            <ac:spMk id="63" creationId="{71782E3B-ED3F-2817-4C42-52E78ACCA5E7}"/>
          </ac:spMkLst>
        </pc:spChg>
        <pc:spChg chg="add mod">
          <ac:chgData name="VÕ ĐÌNH CAO MINH HÀO" userId="117ef4e9-d17a-4134-95de-04d4e3db2ff5" providerId="ADAL" clId="{34D5478B-B5E6-954A-AE92-4F4031202745}" dt="2025-03-27T10:17:31.344" v="943"/>
          <ac:spMkLst>
            <pc:docMk/>
            <pc:sldMk cId="92594955" sldId="312"/>
            <ac:spMk id="64" creationId="{3AC1152B-269C-D406-8C6D-E6D839BF07F0}"/>
          </ac:spMkLst>
        </pc:spChg>
        <pc:spChg chg="add del mod">
          <ac:chgData name="VÕ ĐÌNH CAO MINH HÀO" userId="117ef4e9-d17a-4134-95de-04d4e3db2ff5" providerId="ADAL" clId="{34D5478B-B5E6-954A-AE92-4F4031202745}" dt="2025-03-27T10:26:58.836" v="990" actId="1076"/>
          <ac:spMkLst>
            <pc:docMk/>
            <pc:sldMk cId="92594955" sldId="312"/>
            <ac:spMk id="65" creationId="{BCAA0A97-38F2-63AD-83DC-06B41C100695}"/>
          </ac:spMkLst>
        </pc:spChg>
        <pc:spChg chg="add mod">
          <ac:chgData name="VÕ ĐÌNH CAO MINH HÀO" userId="117ef4e9-d17a-4134-95de-04d4e3db2ff5" providerId="ADAL" clId="{34D5478B-B5E6-954A-AE92-4F4031202745}" dt="2025-03-27T10:21:40.911" v="955" actId="1076"/>
          <ac:spMkLst>
            <pc:docMk/>
            <pc:sldMk cId="92594955" sldId="312"/>
            <ac:spMk id="66" creationId="{41B799DC-5912-5E5C-D4A7-ABC771247D94}"/>
          </ac:spMkLst>
        </pc:spChg>
        <pc:spChg chg="add mod">
          <ac:chgData name="VÕ ĐÌNH CAO MINH HÀO" userId="117ef4e9-d17a-4134-95de-04d4e3db2ff5" providerId="ADAL" clId="{34D5478B-B5E6-954A-AE92-4F4031202745}" dt="2025-03-27T10:20:08.172" v="946"/>
          <ac:spMkLst>
            <pc:docMk/>
            <pc:sldMk cId="92594955" sldId="312"/>
            <ac:spMk id="67" creationId="{7B1DA7C3-8B64-F966-1DB6-B8403701AC5D}"/>
          </ac:spMkLst>
        </pc:spChg>
        <pc:spChg chg="add mod">
          <ac:chgData name="VÕ ĐÌNH CAO MINH HÀO" userId="117ef4e9-d17a-4134-95de-04d4e3db2ff5" providerId="ADAL" clId="{34D5478B-B5E6-954A-AE92-4F4031202745}" dt="2025-03-27T10:35:38.469" v="1141" actId="16959"/>
          <ac:spMkLst>
            <pc:docMk/>
            <pc:sldMk cId="92594955" sldId="312"/>
            <ac:spMk id="68" creationId="{48E8FC7C-17D5-FF59-B937-85BDDCD396D6}"/>
          </ac:spMkLst>
        </pc:spChg>
        <pc:spChg chg="add mod">
          <ac:chgData name="VÕ ĐÌNH CAO MINH HÀO" userId="117ef4e9-d17a-4134-95de-04d4e3db2ff5" providerId="ADAL" clId="{34D5478B-B5E6-954A-AE92-4F4031202745}" dt="2025-03-27T10:20:08.172" v="946"/>
          <ac:spMkLst>
            <pc:docMk/>
            <pc:sldMk cId="92594955" sldId="312"/>
            <ac:spMk id="69" creationId="{CCE66F49-FB5C-ADDA-1263-0EDC6A45E63B}"/>
          </ac:spMkLst>
        </pc:spChg>
        <pc:spChg chg="add mod">
          <ac:chgData name="VÕ ĐÌNH CAO MINH HÀO" userId="117ef4e9-d17a-4134-95de-04d4e3db2ff5" providerId="ADAL" clId="{34D5478B-B5E6-954A-AE92-4F4031202745}" dt="2025-03-27T10:35:49.356" v="1144" actId="16959"/>
          <ac:spMkLst>
            <pc:docMk/>
            <pc:sldMk cId="92594955" sldId="312"/>
            <ac:spMk id="70" creationId="{973B52AA-2674-0124-526A-272B2977C6B2}"/>
          </ac:spMkLst>
        </pc:spChg>
        <pc:picChg chg="add mod">
          <ac:chgData name="VÕ ĐÌNH CAO MINH HÀO" userId="117ef4e9-d17a-4134-95de-04d4e3db2ff5" providerId="ADAL" clId="{34D5478B-B5E6-954A-AE92-4F4031202745}" dt="2025-03-28T08:50:14.195" v="2083"/>
          <ac:picMkLst>
            <pc:docMk/>
            <pc:sldMk cId="92594955" sldId="312"/>
            <ac:picMk id="3" creationId="{F0AA9C8D-E05D-167B-AFD9-39C27738F3D6}"/>
          </ac:picMkLst>
        </pc:picChg>
        <pc:picChg chg="add del mod">
          <ac:chgData name="VÕ ĐÌNH CAO MINH HÀO" userId="117ef4e9-d17a-4134-95de-04d4e3db2ff5" providerId="ADAL" clId="{34D5478B-B5E6-954A-AE92-4F4031202745}" dt="2025-03-29T08:06:13.999" v="2661" actId="478"/>
          <ac:picMkLst>
            <pc:docMk/>
            <pc:sldMk cId="92594955" sldId="312"/>
            <ac:picMk id="4" creationId="{1175C76D-C991-753E-091D-B2474AFDE50A}"/>
          </ac:picMkLst>
        </pc:picChg>
      </pc:sldChg>
      <pc:sldChg chg="addSp delSp modSp">
        <pc:chgData name="VÕ ĐÌNH CAO MINH HÀO" userId="117ef4e9-d17a-4134-95de-04d4e3db2ff5" providerId="ADAL" clId="{34D5478B-B5E6-954A-AE92-4F4031202745}" dt="2025-03-31T07:00:59.170" v="3374"/>
        <pc:sldMkLst>
          <pc:docMk/>
          <pc:sldMk cId="969339676" sldId="313"/>
        </pc:sldMkLst>
        <pc:spChg chg="add mod">
          <ac:chgData name="VÕ ĐÌNH CAO MINH HÀO" userId="117ef4e9-d17a-4134-95de-04d4e3db2ff5" providerId="ADAL" clId="{34D5478B-B5E6-954A-AE92-4F4031202745}" dt="2025-03-29T09:29:52.084" v="3280"/>
          <ac:spMkLst>
            <pc:docMk/>
            <pc:sldMk cId="969339676" sldId="313"/>
            <ac:spMk id="32" creationId="{35527F18-2F55-729E-8E16-D5785DAAAA7B}"/>
          </ac:spMkLst>
        </pc:spChg>
        <pc:spChg chg="add del mod">
          <ac:chgData name="VÕ ĐÌNH CAO MINH HÀO" userId="117ef4e9-d17a-4134-95de-04d4e3db2ff5" providerId="ADAL" clId="{34D5478B-B5E6-954A-AE92-4F4031202745}" dt="2025-03-31T07:00:59.170" v="3374"/>
          <ac:spMkLst>
            <pc:docMk/>
            <pc:sldMk cId="969339676" sldId="313"/>
            <ac:spMk id="33" creationId="{CA3497DD-EF37-7C49-E5B5-A4F97AA5E79B}"/>
          </ac:spMkLst>
        </pc:spChg>
        <pc:picChg chg="add mod">
          <ac:chgData name="VÕ ĐÌNH CAO MINH HÀO" userId="117ef4e9-d17a-4134-95de-04d4e3db2ff5" providerId="ADAL" clId="{34D5478B-B5E6-954A-AE92-4F4031202745}" dt="2025-03-28T08:50:58.875" v="2108"/>
          <ac:picMkLst>
            <pc:docMk/>
            <pc:sldMk cId="969339676" sldId="313"/>
            <ac:picMk id="4" creationId="{AFB31176-6179-329D-DBE4-2DB428BFB089}"/>
          </ac:picMkLst>
        </pc:picChg>
      </pc:sldChg>
      <pc:sldChg chg="addSp delSp modSp">
        <pc:chgData name="VÕ ĐÌNH CAO MINH HÀO" userId="117ef4e9-d17a-4134-95de-04d4e3db2ff5" providerId="ADAL" clId="{34D5478B-B5E6-954A-AE92-4F4031202745}" dt="2025-03-31T07:00:59.170" v="3374"/>
        <pc:sldMkLst>
          <pc:docMk/>
          <pc:sldMk cId="557480547" sldId="314"/>
        </pc:sldMkLst>
        <pc:spChg chg="add mod">
          <ac:chgData name="VÕ ĐÌNH CAO MINH HÀO" userId="117ef4e9-d17a-4134-95de-04d4e3db2ff5" providerId="ADAL" clId="{34D5478B-B5E6-954A-AE92-4F4031202745}" dt="2025-03-29T09:29:52.084" v="3280"/>
          <ac:spMkLst>
            <pc:docMk/>
            <pc:sldMk cId="557480547" sldId="314"/>
            <ac:spMk id="33" creationId="{1469E9F9-CB09-7AAD-11F1-8BB53E9BB2FE}"/>
          </ac:spMkLst>
        </pc:spChg>
        <pc:spChg chg="add del mod">
          <ac:chgData name="VÕ ĐÌNH CAO MINH HÀO" userId="117ef4e9-d17a-4134-95de-04d4e3db2ff5" providerId="ADAL" clId="{34D5478B-B5E6-954A-AE92-4F4031202745}" dt="2025-03-31T07:00:59.170" v="3374"/>
          <ac:spMkLst>
            <pc:docMk/>
            <pc:sldMk cId="557480547" sldId="314"/>
            <ac:spMk id="34" creationId="{B1B9AEA7-A8E6-9552-03FC-C975A0FDB129}"/>
          </ac:spMkLst>
        </pc:spChg>
        <pc:picChg chg="add mod">
          <ac:chgData name="VÕ ĐÌNH CAO MINH HÀO" userId="117ef4e9-d17a-4134-95de-04d4e3db2ff5" providerId="ADAL" clId="{34D5478B-B5E6-954A-AE92-4F4031202745}" dt="2025-03-28T08:51:00.353" v="2109"/>
          <ac:picMkLst>
            <pc:docMk/>
            <pc:sldMk cId="557480547" sldId="314"/>
            <ac:picMk id="4" creationId="{6AAF18ED-1E52-603C-BA76-52F3695CC17B}"/>
          </ac:picMkLst>
        </pc:picChg>
        <pc:picChg chg="add mod">
          <ac:chgData name="VÕ ĐÌNH CAO MINH HÀO" userId="117ef4e9-d17a-4134-95de-04d4e3db2ff5" providerId="ADAL" clId="{34D5478B-B5E6-954A-AE92-4F4031202745}" dt="2025-03-28T08:51:01.455" v="2110"/>
          <ac:picMkLst>
            <pc:docMk/>
            <pc:sldMk cId="557480547" sldId="314"/>
            <ac:picMk id="33" creationId="{9BBFBDDD-6127-243F-32FE-BE4FAD2911CF}"/>
          </ac:picMkLst>
        </pc:picChg>
      </pc:sldChg>
      <pc:sldChg chg="addSp delSp modSp">
        <pc:chgData name="VÕ ĐÌNH CAO MINH HÀO" userId="117ef4e9-d17a-4134-95de-04d4e3db2ff5" providerId="ADAL" clId="{34D5478B-B5E6-954A-AE92-4F4031202745}" dt="2025-03-31T07:00:59.170" v="3374"/>
        <pc:sldMkLst>
          <pc:docMk/>
          <pc:sldMk cId="2672725691" sldId="315"/>
        </pc:sldMkLst>
        <pc:spChg chg="add mod">
          <ac:chgData name="VÕ ĐÌNH CAO MINH HÀO" userId="117ef4e9-d17a-4134-95de-04d4e3db2ff5" providerId="ADAL" clId="{34D5478B-B5E6-954A-AE92-4F4031202745}" dt="2025-03-29T09:29:52.084" v="3280"/>
          <ac:spMkLst>
            <pc:docMk/>
            <pc:sldMk cId="2672725691" sldId="315"/>
            <ac:spMk id="37" creationId="{5F02A5B7-C27B-E1EC-EB98-A7200670C538}"/>
          </ac:spMkLst>
        </pc:spChg>
        <pc:spChg chg="add del mod">
          <ac:chgData name="VÕ ĐÌNH CAO MINH HÀO" userId="117ef4e9-d17a-4134-95de-04d4e3db2ff5" providerId="ADAL" clId="{34D5478B-B5E6-954A-AE92-4F4031202745}" dt="2025-03-31T07:00:59.170" v="3374"/>
          <ac:spMkLst>
            <pc:docMk/>
            <pc:sldMk cId="2672725691" sldId="315"/>
            <ac:spMk id="38" creationId="{D75A14D2-DE75-7E7F-AE74-92EE2C41F489}"/>
          </ac:spMkLst>
        </pc:spChg>
        <pc:picChg chg="add mod">
          <ac:chgData name="VÕ ĐÌNH CAO MINH HÀO" userId="117ef4e9-d17a-4134-95de-04d4e3db2ff5" providerId="ADAL" clId="{34D5478B-B5E6-954A-AE92-4F4031202745}" dt="2025-03-28T08:51:04.436" v="2111"/>
          <ac:picMkLst>
            <pc:docMk/>
            <pc:sldMk cId="2672725691" sldId="315"/>
            <ac:picMk id="36" creationId="{957774FA-01EB-F26D-86E4-5144A4D46F73}"/>
          </ac:picMkLst>
        </pc:picChg>
        <pc:picChg chg="add mod">
          <ac:chgData name="VÕ ĐÌNH CAO MINH HÀO" userId="117ef4e9-d17a-4134-95de-04d4e3db2ff5" providerId="ADAL" clId="{34D5478B-B5E6-954A-AE92-4F4031202745}" dt="2025-03-28T08:51:05.393" v="2112"/>
          <ac:picMkLst>
            <pc:docMk/>
            <pc:sldMk cId="2672725691" sldId="315"/>
            <ac:picMk id="37" creationId="{26840604-100F-374A-CEF0-8BB660C58E86}"/>
          </ac:picMkLst>
        </pc:picChg>
      </pc:sldChg>
      <pc:sldChg chg="addSp delSp modSp new mod modAnim">
        <pc:chgData name="VÕ ĐÌNH CAO MINH HÀO" userId="117ef4e9-d17a-4134-95de-04d4e3db2ff5" providerId="ADAL" clId="{34D5478B-B5E6-954A-AE92-4F4031202745}" dt="2025-03-31T07:01:29.895" v="3380"/>
        <pc:sldMkLst>
          <pc:docMk/>
          <pc:sldMk cId="1811323491" sldId="316"/>
        </pc:sldMkLst>
        <pc:spChg chg="mod">
          <ac:chgData name="VÕ ĐÌNH CAO MINH HÀO" userId="117ef4e9-d17a-4134-95de-04d4e3db2ff5" providerId="ADAL" clId="{34D5478B-B5E6-954A-AE92-4F4031202745}" dt="2025-03-27T11:13:15.607" v="1172" actId="20577"/>
          <ac:spMkLst>
            <pc:docMk/>
            <pc:sldMk cId="1811323491" sldId="316"/>
            <ac:spMk id="2" creationId="{476DB2C5-580F-A006-3F7D-ED8FB7EC8283}"/>
          </ac:spMkLst>
        </pc:spChg>
        <pc:spChg chg="mod">
          <ac:chgData name="VÕ ĐÌNH CAO MINH HÀO" userId="117ef4e9-d17a-4134-95de-04d4e3db2ff5" providerId="ADAL" clId="{34D5478B-B5E6-954A-AE92-4F4031202745}" dt="2025-03-29T08:00:11.682" v="2655" actId="20577"/>
          <ac:spMkLst>
            <pc:docMk/>
            <pc:sldMk cId="1811323491" sldId="316"/>
            <ac:spMk id="3" creationId="{5B4E9A11-F534-0CDE-E769-143F27B2B9DD}"/>
          </ac:spMkLst>
        </pc:spChg>
        <pc:spChg chg="add mod">
          <ac:chgData name="VÕ ĐÌNH CAO MINH HÀO" userId="117ef4e9-d17a-4134-95de-04d4e3db2ff5" providerId="ADAL" clId="{34D5478B-B5E6-954A-AE92-4F4031202745}" dt="2025-03-29T09:29:52.084" v="3280"/>
          <ac:spMkLst>
            <pc:docMk/>
            <pc:sldMk cId="1811323491" sldId="316"/>
            <ac:spMk id="5" creationId="{2BB04267-98BC-E647-25FC-7FA6627FA4F1}"/>
          </ac:spMkLst>
        </pc:spChg>
        <pc:spChg chg="add del mod">
          <ac:chgData name="VÕ ĐÌNH CAO MINH HÀO" userId="117ef4e9-d17a-4134-95de-04d4e3db2ff5" providerId="ADAL" clId="{34D5478B-B5E6-954A-AE92-4F4031202745}" dt="2025-03-31T07:00:59.170" v="3374"/>
          <ac:spMkLst>
            <pc:docMk/>
            <pc:sldMk cId="1811323491" sldId="316"/>
            <ac:spMk id="6" creationId="{F1E032FF-F2D5-7B90-AE63-BC9C9D9B939E}"/>
          </ac:spMkLst>
        </pc:spChg>
        <pc:spChg chg="add del mod">
          <ac:chgData name="VÕ ĐÌNH CAO MINH HÀO" userId="117ef4e9-d17a-4134-95de-04d4e3db2ff5" providerId="ADAL" clId="{34D5478B-B5E6-954A-AE92-4F4031202745}" dt="2025-03-31T07:01:08.629" v="3376" actId="478"/>
          <ac:spMkLst>
            <pc:docMk/>
            <pc:sldMk cId="1811323491" sldId="316"/>
            <ac:spMk id="7" creationId="{2D0750B8-DFE7-2F31-0406-98E73C92BB70}"/>
          </ac:spMkLst>
        </pc:spChg>
        <pc:picChg chg="add mod">
          <ac:chgData name="VÕ ĐÌNH CAO MINH HÀO" userId="117ef4e9-d17a-4134-95de-04d4e3db2ff5" providerId="ADAL" clId="{34D5478B-B5E6-954A-AE92-4F4031202745}" dt="2025-03-28T08:50:15.461" v="2084"/>
          <ac:picMkLst>
            <pc:docMk/>
            <pc:sldMk cId="1811323491" sldId="316"/>
            <ac:picMk id="4" creationId="{BC3063F2-1C7C-3A4D-3459-3B3F0D20C1A6}"/>
          </ac:picMkLst>
        </pc:picChg>
      </pc:sldChg>
      <pc:sldChg chg="addSp delSp modSp add mod addAnim">
        <pc:chgData name="VÕ ĐÌNH CAO MINH HÀO" userId="117ef4e9-d17a-4134-95de-04d4e3db2ff5" providerId="ADAL" clId="{34D5478B-B5E6-954A-AE92-4F4031202745}" dt="2025-03-31T07:00:59.170" v="3374"/>
        <pc:sldMkLst>
          <pc:docMk/>
          <pc:sldMk cId="972277908" sldId="317"/>
        </pc:sldMkLst>
        <pc:spChg chg="mod">
          <ac:chgData name="VÕ ĐÌNH CAO MINH HÀO" userId="117ef4e9-d17a-4134-95de-04d4e3db2ff5" providerId="ADAL" clId="{34D5478B-B5E6-954A-AE92-4F4031202745}" dt="2025-03-29T09:33:32.361" v="3308" actId="26606"/>
          <ac:spMkLst>
            <pc:docMk/>
            <pc:sldMk cId="972277908" sldId="317"/>
            <ac:spMk id="2" creationId="{BF5702DB-125D-DE58-D145-E182539C5632}"/>
          </ac:spMkLst>
        </pc:spChg>
        <pc:spChg chg="add mod">
          <ac:chgData name="VÕ ĐÌNH CAO MINH HÀO" userId="117ef4e9-d17a-4134-95de-04d4e3db2ff5" providerId="ADAL" clId="{34D5478B-B5E6-954A-AE92-4F4031202745}" dt="2025-03-29T09:29:52.084" v="3280"/>
          <ac:spMkLst>
            <pc:docMk/>
            <pc:sldMk cId="972277908" sldId="317"/>
            <ac:spMk id="4" creationId="{E3832DDC-F674-87A3-0A1C-9D88E1454CDA}"/>
          </ac:spMkLst>
        </pc:spChg>
        <pc:spChg chg="add del mod">
          <ac:chgData name="VÕ ĐÌNH CAO MINH HÀO" userId="117ef4e9-d17a-4134-95de-04d4e3db2ff5" providerId="ADAL" clId="{34D5478B-B5E6-954A-AE92-4F4031202745}" dt="2025-03-31T07:00:59.170" v="3374"/>
          <ac:spMkLst>
            <pc:docMk/>
            <pc:sldMk cId="972277908" sldId="317"/>
            <ac:spMk id="5" creationId="{FC70B7A2-FD49-AB21-9261-AB0BA54931F5}"/>
          </ac:spMkLst>
        </pc:spChg>
        <pc:spChg chg="add del">
          <ac:chgData name="VÕ ĐÌNH CAO MINH HÀO" userId="117ef4e9-d17a-4134-95de-04d4e3db2ff5" providerId="ADAL" clId="{34D5478B-B5E6-954A-AE92-4F4031202745}" dt="2025-03-29T09:33:32.361" v="3308" actId="26606"/>
          <ac:spMkLst>
            <pc:docMk/>
            <pc:sldMk cId="972277908" sldId="317"/>
            <ac:spMk id="10" creationId="{04C3F718-F84F-8C33-BC6A-F77ADA9BB6A4}"/>
          </ac:spMkLst>
        </pc:spChg>
        <pc:spChg chg="add del">
          <ac:chgData name="VÕ ĐÌNH CAO MINH HÀO" userId="117ef4e9-d17a-4134-95de-04d4e3db2ff5" providerId="ADAL" clId="{34D5478B-B5E6-954A-AE92-4F4031202745}" dt="2025-03-29T09:33:32.361" v="3308" actId="26606"/>
          <ac:spMkLst>
            <pc:docMk/>
            <pc:sldMk cId="972277908" sldId="317"/>
            <ac:spMk id="12" creationId="{1E59B557-6F28-6EF8-6F5D-7340A8B23BC9}"/>
          </ac:spMkLst>
        </pc:spChg>
        <pc:spChg chg="add del">
          <ac:chgData name="VÕ ĐÌNH CAO MINH HÀO" userId="117ef4e9-d17a-4134-95de-04d4e3db2ff5" providerId="ADAL" clId="{34D5478B-B5E6-954A-AE92-4F4031202745}" dt="2025-03-29T09:33:22.357" v="3303" actId="26606"/>
          <ac:spMkLst>
            <pc:docMk/>
            <pc:sldMk cId="972277908" sldId="317"/>
            <ac:spMk id="14" creationId="{16F7C09B-DBA8-4350-A63F-29BFFD2349D7}"/>
          </ac:spMkLst>
        </pc:spChg>
        <pc:spChg chg="add del">
          <ac:chgData name="VÕ ĐÌNH CAO MINH HÀO" userId="117ef4e9-d17a-4134-95de-04d4e3db2ff5" providerId="ADAL" clId="{34D5478B-B5E6-954A-AE92-4F4031202745}" dt="2025-03-29T09:33:22.357" v="3303" actId="26606"/>
          <ac:spMkLst>
            <pc:docMk/>
            <pc:sldMk cId="972277908" sldId="317"/>
            <ac:spMk id="15" creationId="{BCD36A4C-72B1-4E93-8EA9-AA44269788B7}"/>
          </ac:spMkLst>
        </pc:spChg>
        <pc:spChg chg="add del">
          <ac:chgData name="VÕ ĐÌNH CAO MINH HÀO" userId="117ef4e9-d17a-4134-95de-04d4e3db2ff5" providerId="ADAL" clId="{34D5478B-B5E6-954A-AE92-4F4031202745}" dt="2025-03-29T09:33:12.590" v="3299" actId="26606"/>
          <ac:spMkLst>
            <pc:docMk/>
            <pc:sldMk cId="972277908" sldId="317"/>
            <ac:spMk id="17" creationId="{4FEFA976-0132-4AF3-B3A3-B2D1C89C6E30}"/>
          </ac:spMkLst>
        </pc:spChg>
        <pc:spChg chg="add del">
          <ac:chgData name="VÕ ĐÌNH CAO MINH HÀO" userId="117ef4e9-d17a-4134-95de-04d4e3db2ff5" providerId="ADAL" clId="{34D5478B-B5E6-954A-AE92-4F4031202745}" dt="2025-03-29T09:33:28.928" v="3305" actId="26606"/>
          <ac:spMkLst>
            <pc:docMk/>
            <pc:sldMk cId="972277908" sldId="317"/>
            <ac:spMk id="18" creationId="{61FB7DE9-F562-4290-99B7-8C2189D61165}"/>
          </ac:spMkLst>
        </pc:spChg>
        <pc:spChg chg="add del">
          <ac:chgData name="VÕ ĐÌNH CAO MINH HÀO" userId="117ef4e9-d17a-4134-95de-04d4e3db2ff5" providerId="ADAL" clId="{34D5478B-B5E6-954A-AE92-4F4031202745}" dt="2025-03-29T09:33:12.590" v="3299" actId="26606"/>
          <ac:spMkLst>
            <pc:docMk/>
            <pc:sldMk cId="972277908" sldId="317"/>
            <ac:spMk id="19" creationId="{65BA7CAF-5EE9-4EEE-9E12-B2CECCB94D62}"/>
          </ac:spMkLst>
        </pc:spChg>
        <pc:spChg chg="add del">
          <ac:chgData name="VÕ ĐÌNH CAO MINH HÀO" userId="117ef4e9-d17a-4134-95de-04d4e3db2ff5" providerId="ADAL" clId="{34D5478B-B5E6-954A-AE92-4F4031202745}" dt="2025-03-29T09:33:28.928" v="3305" actId="26606"/>
          <ac:spMkLst>
            <pc:docMk/>
            <pc:sldMk cId="972277908" sldId="317"/>
            <ac:spMk id="20" creationId="{8337CC61-9E93-4D80-9F1C-12CE9A0C07F6}"/>
          </ac:spMkLst>
        </pc:spChg>
        <pc:spChg chg="add del">
          <ac:chgData name="VÕ ĐÌNH CAO MINH HÀO" userId="117ef4e9-d17a-4134-95de-04d4e3db2ff5" providerId="ADAL" clId="{34D5478B-B5E6-954A-AE92-4F4031202745}" dt="2025-03-29T09:33:12.590" v="3299" actId="26606"/>
          <ac:spMkLst>
            <pc:docMk/>
            <pc:sldMk cId="972277908" sldId="317"/>
            <ac:spMk id="21" creationId="{EC199F73-795E-469A-AF4B-13FA2C7AB76F}"/>
          </ac:spMkLst>
        </pc:spChg>
        <pc:spChg chg="add del">
          <ac:chgData name="VÕ ĐÌNH CAO MINH HÀO" userId="117ef4e9-d17a-4134-95de-04d4e3db2ff5" providerId="ADAL" clId="{34D5478B-B5E6-954A-AE92-4F4031202745}" dt="2025-03-29T09:33:28.928" v="3305" actId="26606"/>
          <ac:spMkLst>
            <pc:docMk/>
            <pc:sldMk cId="972277908" sldId="317"/>
            <ac:spMk id="23" creationId="{B354F8A8-7D5A-4944-8B6C-36BBF5C0FAFB}"/>
          </ac:spMkLst>
        </pc:spChg>
        <pc:spChg chg="add del">
          <ac:chgData name="VÕ ĐÌNH CAO MINH HÀO" userId="117ef4e9-d17a-4134-95de-04d4e3db2ff5" providerId="ADAL" clId="{34D5478B-B5E6-954A-AE92-4F4031202745}" dt="2025-03-29T09:33:32.355" v="3307" actId="26606"/>
          <ac:spMkLst>
            <pc:docMk/>
            <pc:sldMk cId="972277908" sldId="317"/>
            <ac:spMk id="25" creationId="{16F7C09B-DBA8-4350-A63F-29BFFD2349D7}"/>
          </ac:spMkLst>
        </pc:spChg>
        <pc:spChg chg="add del">
          <ac:chgData name="VÕ ĐÌNH CAO MINH HÀO" userId="117ef4e9-d17a-4134-95de-04d4e3db2ff5" providerId="ADAL" clId="{34D5478B-B5E6-954A-AE92-4F4031202745}" dt="2025-03-29T09:33:12.107" v="3298" actId="26606"/>
          <ac:spMkLst>
            <pc:docMk/>
            <pc:sldMk cId="972277908" sldId="317"/>
            <ac:spMk id="26" creationId="{36A9A943-04D2-4F54-9375-AF67542980E6}"/>
          </ac:spMkLst>
        </pc:spChg>
        <pc:spChg chg="add del">
          <ac:chgData name="VÕ ĐÌNH CAO MINH HÀO" userId="117ef4e9-d17a-4134-95de-04d4e3db2ff5" providerId="ADAL" clId="{34D5478B-B5E6-954A-AE92-4F4031202745}" dt="2025-03-29T09:33:32.355" v="3307" actId="26606"/>
          <ac:spMkLst>
            <pc:docMk/>
            <pc:sldMk cId="972277908" sldId="317"/>
            <ac:spMk id="27" creationId="{BCD36A4C-72B1-4E93-8EA9-AA44269788B7}"/>
          </ac:spMkLst>
        </pc:spChg>
        <pc:spChg chg="add del">
          <ac:chgData name="VÕ ĐÌNH CAO MINH HÀO" userId="117ef4e9-d17a-4134-95de-04d4e3db2ff5" providerId="ADAL" clId="{34D5478B-B5E6-954A-AE92-4F4031202745}" dt="2025-03-29T09:33:12.107" v="3298" actId="26606"/>
          <ac:spMkLst>
            <pc:docMk/>
            <pc:sldMk cId="972277908" sldId="317"/>
            <ac:spMk id="28" creationId="{65BA7CAF-5EE9-4EEE-9E12-B2CECCB94D62}"/>
          </ac:spMkLst>
        </pc:spChg>
        <pc:spChg chg="add">
          <ac:chgData name="VÕ ĐÌNH CAO MINH HÀO" userId="117ef4e9-d17a-4134-95de-04d4e3db2ff5" providerId="ADAL" clId="{34D5478B-B5E6-954A-AE92-4F4031202745}" dt="2025-03-29T09:33:32.361" v="3308" actId="26606"/>
          <ac:spMkLst>
            <pc:docMk/>
            <pc:sldMk cId="972277908" sldId="317"/>
            <ac:spMk id="31" creationId="{36A9A943-04D2-4F54-9375-AF67542980E6}"/>
          </ac:spMkLst>
        </pc:spChg>
        <pc:spChg chg="add">
          <ac:chgData name="VÕ ĐÌNH CAO MINH HÀO" userId="117ef4e9-d17a-4134-95de-04d4e3db2ff5" providerId="ADAL" clId="{34D5478B-B5E6-954A-AE92-4F4031202745}" dt="2025-03-29T09:33:32.361" v="3308" actId="26606"/>
          <ac:spMkLst>
            <pc:docMk/>
            <pc:sldMk cId="972277908" sldId="317"/>
            <ac:spMk id="32" creationId="{65BA7CAF-5EE9-4EEE-9E12-B2CECCB94D62}"/>
          </ac:spMkLst>
        </pc:spChg>
        <pc:picChg chg="add mod ord">
          <ac:chgData name="VÕ ĐÌNH CAO MINH HÀO" userId="117ef4e9-d17a-4134-95de-04d4e3db2ff5" providerId="ADAL" clId="{34D5478B-B5E6-954A-AE92-4F4031202745}" dt="2025-03-29T09:33:32.361" v="3308" actId="26606"/>
          <ac:picMkLst>
            <pc:docMk/>
            <pc:sldMk cId="972277908" sldId="317"/>
            <ac:picMk id="3" creationId="{B39C916C-FB2E-5221-A93D-8BA94BFE8E0B}"/>
          </ac:picMkLst>
        </pc:picChg>
        <pc:picChg chg="add del">
          <ac:chgData name="VÕ ĐÌNH CAO MINH HÀO" userId="117ef4e9-d17a-4134-95de-04d4e3db2ff5" providerId="ADAL" clId="{34D5478B-B5E6-954A-AE92-4F4031202745}" dt="2025-03-29T09:33:22.357" v="3303" actId="26606"/>
          <ac:picMkLst>
            <pc:docMk/>
            <pc:sldMk cId="972277908" sldId="317"/>
            <ac:picMk id="16" creationId="{11D5E774-0834-9166-784D-A300BBDFA0DB}"/>
          </ac:picMkLst>
        </pc:picChg>
        <pc:picChg chg="add del">
          <ac:chgData name="VÕ ĐÌNH CAO MINH HÀO" userId="117ef4e9-d17a-4134-95de-04d4e3db2ff5" providerId="ADAL" clId="{34D5478B-B5E6-954A-AE92-4F4031202745}" dt="2025-03-29T09:33:28.928" v="3305" actId="26606"/>
          <ac:picMkLst>
            <pc:docMk/>
            <pc:sldMk cId="972277908" sldId="317"/>
            <ac:picMk id="22" creationId="{297A822B-53FE-A9D7-77BF-D62A6E8A92D8}"/>
          </ac:picMkLst>
        </pc:picChg>
        <pc:picChg chg="add del">
          <ac:chgData name="VÕ ĐÌNH CAO MINH HÀO" userId="117ef4e9-d17a-4134-95de-04d4e3db2ff5" providerId="ADAL" clId="{34D5478B-B5E6-954A-AE92-4F4031202745}" dt="2025-03-29T09:33:32.355" v="3307" actId="26606"/>
          <ac:picMkLst>
            <pc:docMk/>
            <pc:sldMk cId="972277908" sldId="317"/>
            <ac:picMk id="29" creationId="{11D5E774-0834-9166-784D-A300BBDFA0DB}"/>
          </ac:picMkLst>
        </pc:picChg>
      </pc:sldChg>
      <pc:sldChg chg="addSp delSp add del setBg delDesignElem">
        <pc:chgData name="VÕ ĐÌNH CAO MINH HÀO" userId="117ef4e9-d17a-4134-95de-04d4e3db2ff5" providerId="ADAL" clId="{34D5478B-B5E6-954A-AE92-4F4031202745}" dt="2025-03-27T11:19:47.475" v="1252"/>
        <pc:sldMkLst>
          <pc:docMk/>
          <pc:sldMk cId="4237255633" sldId="317"/>
        </pc:sldMkLst>
        <pc:spChg chg="add del">
          <ac:chgData name="VÕ ĐÌNH CAO MINH HÀO" userId="117ef4e9-d17a-4134-95de-04d4e3db2ff5" providerId="ADAL" clId="{34D5478B-B5E6-954A-AE92-4F4031202745}" dt="2025-03-27T11:19:47.475" v="1252"/>
          <ac:spMkLst>
            <pc:docMk/>
            <pc:sldMk cId="4237255633" sldId="317"/>
            <ac:spMk id="10" creationId="{B64CE792-6187-4E9D-ADBB-491B2ECFB4A8}"/>
          </ac:spMkLst>
        </pc:spChg>
        <pc:spChg chg="add del">
          <ac:chgData name="VÕ ĐÌNH CAO MINH HÀO" userId="117ef4e9-d17a-4134-95de-04d4e3db2ff5" providerId="ADAL" clId="{34D5478B-B5E6-954A-AE92-4F4031202745}" dt="2025-03-27T11:19:47.475" v="1252"/>
          <ac:spMkLst>
            <pc:docMk/>
            <pc:sldMk cId="4237255633" sldId="317"/>
            <ac:spMk id="12" creationId="{484F85A2-3FD0-E334-7E64-1939EB77F651}"/>
          </ac:spMkLst>
        </pc:spChg>
      </pc:sldChg>
      <pc:sldChg chg="addSp delSp modSp">
        <pc:chgData name="VÕ ĐÌNH CAO MINH HÀO" userId="117ef4e9-d17a-4134-95de-04d4e3db2ff5" providerId="ADAL" clId="{34D5478B-B5E6-954A-AE92-4F4031202745}" dt="2025-03-31T07:00:59.170" v="3374"/>
        <pc:sldMkLst>
          <pc:docMk/>
          <pc:sldMk cId="1757600584" sldId="319"/>
        </pc:sldMkLst>
        <pc:spChg chg="add mod">
          <ac:chgData name="VÕ ĐÌNH CAO MINH HÀO" userId="117ef4e9-d17a-4134-95de-04d4e3db2ff5" providerId="ADAL" clId="{34D5478B-B5E6-954A-AE92-4F4031202745}" dt="2025-03-29T09:29:52.084" v="3280"/>
          <ac:spMkLst>
            <pc:docMk/>
            <pc:sldMk cId="1757600584" sldId="319"/>
            <ac:spMk id="3" creationId="{D03360FC-15F5-573F-7B97-BCCD589DDD2F}"/>
          </ac:spMkLst>
        </pc:spChg>
        <pc:spChg chg="add del mod">
          <ac:chgData name="VÕ ĐÌNH CAO MINH HÀO" userId="117ef4e9-d17a-4134-95de-04d4e3db2ff5" providerId="ADAL" clId="{34D5478B-B5E6-954A-AE92-4F4031202745}" dt="2025-03-31T07:00:59.170" v="3374"/>
          <ac:spMkLst>
            <pc:docMk/>
            <pc:sldMk cId="1757600584" sldId="319"/>
            <ac:spMk id="4" creationId="{A95C9C17-4155-4B41-632D-1BF51EE2D006}"/>
          </ac:spMkLst>
        </pc:spChg>
        <pc:picChg chg="add mod">
          <ac:chgData name="VÕ ĐÌNH CAO MINH HÀO" userId="117ef4e9-d17a-4134-95de-04d4e3db2ff5" providerId="ADAL" clId="{34D5478B-B5E6-954A-AE92-4F4031202745}" dt="2025-03-28T08:50:41.136" v="2095"/>
          <ac:picMkLst>
            <pc:docMk/>
            <pc:sldMk cId="1757600584" sldId="319"/>
            <ac:picMk id="2" creationId="{DE7E7D77-3D6C-A40D-4F31-F53966AFB07B}"/>
          </ac:picMkLst>
        </pc:picChg>
      </pc:sldChg>
      <pc:sldChg chg="addSp delSp modSp">
        <pc:chgData name="VÕ ĐÌNH CAO MINH HÀO" userId="117ef4e9-d17a-4134-95de-04d4e3db2ff5" providerId="ADAL" clId="{34D5478B-B5E6-954A-AE92-4F4031202745}" dt="2025-03-31T07:00:59.170" v="3374"/>
        <pc:sldMkLst>
          <pc:docMk/>
          <pc:sldMk cId="914365041" sldId="320"/>
        </pc:sldMkLst>
        <pc:spChg chg="add mod">
          <ac:chgData name="VÕ ĐÌNH CAO MINH HÀO" userId="117ef4e9-d17a-4134-95de-04d4e3db2ff5" providerId="ADAL" clId="{34D5478B-B5E6-954A-AE92-4F4031202745}" dt="2025-03-29T09:29:52.084" v="3280"/>
          <ac:spMkLst>
            <pc:docMk/>
            <pc:sldMk cId="914365041" sldId="320"/>
            <ac:spMk id="3" creationId="{B8BFE691-4D23-D454-5582-B30C6C693C5E}"/>
          </ac:spMkLst>
        </pc:spChg>
        <pc:spChg chg="add del mod">
          <ac:chgData name="VÕ ĐÌNH CAO MINH HÀO" userId="117ef4e9-d17a-4134-95de-04d4e3db2ff5" providerId="ADAL" clId="{34D5478B-B5E6-954A-AE92-4F4031202745}" dt="2025-03-31T07:00:59.170" v="3374"/>
          <ac:spMkLst>
            <pc:docMk/>
            <pc:sldMk cId="914365041" sldId="320"/>
            <ac:spMk id="4" creationId="{1F5618D7-AF37-7C05-0D03-A3858CEB6131}"/>
          </ac:spMkLst>
        </pc:spChg>
        <pc:picChg chg="add mod">
          <ac:chgData name="VÕ ĐÌNH CAO MINH HÀO" userId="117ef4e9-d17a-4134-95de-04d4e3db2ff5" providerId="ADAL" clId="{34D5478B-B5E6-954A-AE92-4F4031202745}" dt="2025-03-28T08:50:43.491" v="2097"/>
          <ac:picMkLst>
            <pc:docMk/>
            <pc:sldMk cId="914365041" sldId="320"/>
            <ac:picMk id="2" creationId="{02F566FF-FA58-478B-B093-9288D6BEFF9D}"/>
          </ac:picMkLst>
        </pc:picChg>
      </pc:sldChg>
      <pc:sldChg chg="addSp delSp modSp">
        <pc:chgData name="VÕ ĐÌNH CAO MINH HÀO" userId="117ef4e9-d17a-4134-95de-04d4e3db2ff5" providerId="ADAL" clId="{34D5478B-B5E6-954A-AE92-4F4031202745}" dt="2025-03-31T07:00:59.170" v="3374"/>
        <pc:sldMkLst>
          <pc:docMk/>
          <pc:sldMk cId="1994060279" sldId="321"/>
        </pc:sldMkLst>
        <pc:spChg chg="add mod">
          <ac:chgData name="VÕ ĐÌNH CAO MINH HÀO" userId="117ef4e9-d17a-4134-95de-04d4e3db2ff5" providerId="ADAL" clId="{34D5478B-B5E6-954A-AE92-4F4031202745}" dt="2025-03-29T09:29:52.084" v="3280"/>
          <ac:spMkLst>
            <pc:docMk/>
            <pc:sldMk cId="1994060279" sldId="321"/>
            <ac:spMk id="3" creationId="{BC508F82-8F33-3872-E3B7-A6102128F037}"/>
          </ac:spMkLst>
        </pc:spChg>
        <pc:spChg chg="add del mod">
          <ac:chgData name="VÕ ĐÌNH CAO MINH HÀO" userId="117ef4e9-d17a-4134-95de-04d4e3db2ff5" providerId="ADAL" clId="{34D5478B-B5E6-954A-AE92-4F4031202745}" dt="2025-03-31T07:00:59.170" v="3374"/>
          <ac:spMkLst>
            <pc:docMk/>
            <pc:sldMk cId="1994060279" sldId="321"/>
            <ac:spMk id="4" creationId="{22F3DF1C-20B2-5129-1E31-13F8628DC7D2}"/>
          </ac:spMkLst>
        </pc:spChg>
        <pc:picChg chg="add mod">
          <ac:chgData name="VÕ ĐÌNH CAO MINH HÀO" userId="117ef4e9-d17a-4134-95de-04d4e3db2ff5" providerId="ADAL" clId="{34D5478B-B5E6-954A-AE92-4F4031202745}" dt="2025-03-28T08:50:47.337" v="2100"/>
          <ac:picMkLst>
            <pc:docMk/>
            <pc:sldMk cId="1994060279" sldId="321"/>
            <ac:picMk id="2" creationId="{C88AD08C-B714-2B25-E2BC-6C432FB80A61}"/>
          </ac:picMkLst>
        </pc:picChg>
      </pc:sldChg>
      <pc:sldChg chg="addSp delSp modSp">
        <pc:chgData name="VÕ ĐÌNH CAO MINH HÀO" userId="117ef4e9-d17a-4134-95de-04d4e3db2ff5" providerId="ADAL" clId="{34D5478B-B5E6-954A-AE92-4F4031202745}" dt="2025-03-31T07:00:59.170" v="3374"/>
        <pc:sldMkLst>
          <pc:docMk/>
          <pc:sldMk cId="311120486" sldId="322"/>
        </pc:sldMkLst>
        <pc:spChg chg="add mod">
          <ac:chgData name="VÕ ĐÌNH CAO MINH HÀO" userId="117ef4e9-d17a-4134-95de-04d4e3db2ff5" providerId="ADAL" clId="{34D5478B-B5E6-954A-AE92-4F4031202745}" dt="2025-03-29T09:29:52.084" v="3280"/>
          <ac:spMkLst>
            <pc:docMk/>
            <pc:sldMk cId="311120486" sldId="322"/>
            <ac:spMk id="4" creationId="{ABF33572-88EC-2736-A5C4-5E1C2A6B9A3F}"/>
          </ac:spMkLst>
        </pc:spChg>
        <pc:spChg chg="add del mod">
          <ac:chgData name="VÕ ĐÌNH CAO MINH HÀO" userId="117ef4e9-d17a-4134-95de-04d4e3db2ff5" providerId="ADAL" clId="{34D5478B-B5E6-954A-AE92-4F4031202745}" dt="2025-03-31T07:00:59.170" v="3374"/>
          <ac:spMkLst>
            <pc:docMk/>
            <pc:sldMk cId="311120486" sldId="322"/>
            <ac:spMk id="32" creationId="{F4DFEDE9-1004-F31F-4E37-B1387F11DDCB}"/>
          </ac:spMkLst>
        </pc:spChg>
        <pc:picChg chg="add mod">
          <ac:chgData name="VÕ ĐÌNH CAO MINH HÀO" userId="117ef4e9-d17a-4134-95de-04d4e3db2ff5" providerId="ADAL" clId="{34D5478B-B5E6-954A-AE92-4F4031202745}" dt="2025-03-28T08:50:51.763" v="2103"/>
          <ac:picMkLst>
            <pc:docMk/>
            <pc:sldMk cId="311120486" sldId="322"/>
            <ac:picMk id="3" creationId="{89A657A2-2A0A-B287-3277-9700C6027322}"/>
          </ac:picMkLst>
        </pc:picChg>
      </pc:sldChg>
      <pc:sldChg chg="addSp delSp modSp">
        <pc:chgData name="VÕ ĐÌNH CAO MINH HÀO" userId="117ef4e9-d17a-4134-95de-04d4e3db2ff5" providerId="ADAL" clId="{34D5478B-B5E6-954A-AE92-4F4031202745}" dt="2025-03-31T07:00:59.170" v="3374"/>
        <pc:sldMkLst>
          <pc:docMk/>
          <pc:sldMk cId="3817835928" sldId="323"/>
        </pc:sldMkLst>
        <pc:spChg chg="add mod">
          <ac:chgData name="VÕ ĐÌNH CAO MINH HÀO" userId="117ef4e9-d17a-4134-95de-04d4e3db2ff5" providerId="ADAL" clId="{34D5478B-B5E6-954A-AE92-4F4031202745}" dt="2025-03-29T09:29:52.084" v="3280"/>
          <ac:spMkLst>
            <pc:docMk/>
            <pc:sldMk cId="3817835928" sldId="323"/>
            <ac:spMk id="32" creationId="{9B403044-BFD0-462A-E48B-13314BC60CE0}"/>
          </ac:spMkLst>
        </pc:spChg>
        <pc:spChg chg="add del mod">
          <ac:chgData name="VÕ ĐÌNH CAO MINH HÀO" userId="117ef4e9-d17a-4134-95de-04d4e3db2ff5" providerId="ADAL" clId="{34D5478B-B5E6-954A-AE92-4F4031202745}" dt="2025-03-31T07:00:59.170" v="3374"/>
          <ac:spMkLst>
            <pc:docMk/>
            <pc:sldMk cId="3817835928" sldId="323"/>
            <ac:spMk id="33" creationId="{88AC7E0B-2C21-837F-B46E-90C3C4F41F24}"/>
          </ac:spMkLst>
        </pc:spChg>
        <pc:picChg chg="add mod">
          <ac:chgData name="VÕ ĐÌNH CAO MINH HÀO" userId="117ef4e9-d17a-4134-95de-04d4e3db2ff5" providerId="ADAL" clId="{34D5478B-B5E6-954A-AE92-4F4031202745}" dt="2025-03-28T08:50:55.679" v="2106"/>
          <ac:picMkLst>
            <pc:docMk/>
            <pc:sldMk cId="3817835928" sldId="323"/>
            <ac:picMk id="4" creationId="{4C333D47-367F-2E6F-5553-6EF1F9E8A530}"/>
          </ac:picMkLst>
        </pc:picChg>
      </pc:sldChg>
      <pc:sldChg chg="addSp delSp modSp">
        <pc:chgData name="VÕ ĐÌNH CAO MINH HÀO" userId="117ef4e9-d17a-4134-95de-04d4e3db2ff5" providerId="ADAL" clId="{34D5478B-B5E6-954A-AE92-4F4031202745}" dt="2025-03-31T07:00:59.170" v="3374"/>
        <pc:sldMkLst>
          <pc:docMk/>
          <pc:sldMk cId="493637223" sldId="324"/>
        </pc:sldMkLst>
        <pc:spChg chg="add mod">
          <ac:chgData name="VÕ ĐÌNH CAO MINH HÀO" userId="117ef4e9-d17a-4134-95de-04d4e3db2ff5" providerId="ADAL" clId="{34D5478B-B5E6-954A-AE92-4F4031202745}" dt="2025-03-29T09:29:52.084" v="3280"/>
          <ac:spMkLst>
            <pc:docMk/>
            <pc:sldMk cId="493637223" sldId="324"/>
            <ac:spMk id="32" creationId="{D71EE7DD-D520-D9C5-9954-8736D7733DE5}"/>
          </ac:spMkLst>
        </pc:spChg>
        <pc:spChg chg="add del mod">
          <ac:chgData name="VÕ ĐÌNH CAO MINH HÀO" userId="117ef4e9-d17a-4134-95de-04d4e3db2ff5" providerId="ADAL" clId="{34D5478B-B5E6-954A-AE92-4F4031202745}" dt="2025-03-31T07:00:59.170" v="3374"/>
          <ac:spMkLst>
            <pc:docMk/>
            <pc:sldMk cId="493637223" sldId="324"/>
            <ac:spMk id="33" creationId="{182A6DCB-27AC-5CE9-5B74-1ABB3F8DF2B2}"/>
          </ac:spMkLst>
        </pc:spChg>
        <pc:picChg chg="add mod">
          <ac:chgData name="VÕ ĐÌNH CAO MINH HÀO" userId="117ef4e9-d17a-4134-95de-04d4e3db2ff5" providerId="ADAL" clId="{34D5478B-B5E6-954A-AE92-4F4031202745}" dt="2025-03-28T08:50:57.193" v="2107"/>
          <ac:picMkLst>
            <pc:docMk/>
            <pc:sldMk cId="493637223" sldId="324"/>
            <ac:picMk id="4" creationId="{FF93D65A-9131-E891-1B01-158C66654132}"/>
          </ac:picMkLst>
        </pc:picChg>
      </pc:sldChg>
      <pc:sldChg chg="addSp delSp modSp">
        <pc:chgData name="VÕ ĐÌNH CAO MINH HÀO" userId="117ef4e9-d17a-4134-95de-04d4e3db2ff5" providerId="ADAL" clId="{34D5478B-B5E6-954A-AE92-4F4031202745}" dt="2025-03-31T07:00:59.170" v="3374"/>
        <pc:sldMkLst>
          <pc:docMk/>
          <pc:sldMk cId="3157526324" sldId="325"/>
        </pc:sldMkLst>
        <pc:spChg chg="add mod">
          <ac:chgData name="VÕ ĐÌNH CAO MINH HÀO" userId="117ef4e9-d17a-4134-95de-04d4e3db2ff5" providerId="ADAL" clId="{34D5478B-B5E6-954A-AE92-4F4031202745}" dt="2025-03-29T09:29:52.084" v="3280"/>
          <ac:spMkLst>
            <pc:docMk/>
            <pc:sldMk cId="3157526324" sldId="325"/>
            <ac:spMk id="3" creationId="{115FF14E-A7DC-8037-138B-E8480D9F68B1}"/>
          </ac:spMkLst>
        </pc:spChg>
        <pc:spChg chg="add del mod">
          <ac:chgData name="VÕ ĐÌNH CAO MINH HÀO" userId="117ef4e9-d17a-4134-95de-04d4e3db2ff5" providerId="ADAL" clId="{34D5478B-B5E6-954A-AE92-4F4031202745}" dt="2025-03-31T07:00:59.170" v="3374"/>
          <ac:spMkLst>
            <pc:docMk/>
            <pc:sldMk cId="3157526324" sldId="325"/>
            <ac:spMk id="4" creationId="{DF5AC859-271D-BD8F-B983-499EB72F6A6E}"/>
          </ac:spMkLst>
        </pc:spChg>
        <pc:picChg chg="add mod">
          <ac:chgData name="VÕ ĐÌNH CAO MINH HÀO" userId="117ef4e9-d17a-4134-95de-04d4e3db2ff5" providerId="ADAL" clId="{34D5478B-B5E6-954A-AE92-4F4031202745}" dt="2025-03-28T08:50:46.252" v="2099"/>
          <ac:picMkLst>
            <pc:docMk/>
            <pc:sldMk cId="3157526324" sldId="325"/>
            <ac:picMk id="2" creationId="{27BE022C-A5CC-7EC3-64F6-7A3A35751FD7}"/>
          </ac:picMkLst>
        </pc:picChg>
      </pc:sldChg>
      <pc:sldChg chg="addSp delSp modSp add del mod delAnim modAnim">
        <pc:chgData name="VÕ ĐÌNH CAO MINH HÀO" userId="117ef4e9-d17a-4134-95de-04d4e3db2ff5" providerId="ADAL" clId="{34D5478B-B5E6-954A-AE92-4F4031202745}" dt="2025-03-28T08:22:15.324" v="1773" actId="2696"/>
        <pc:sldMkLst>
          <pc:docMk/>
          <pc:sldMk cId="1695872571" sldId="326"/>
        </pc:sldMkLst>
        <pc:spChg chg="del">
          <ac:chgData name="VÕ ĐÌNH CAO MINH HÀO" userId="117ef4e9-d17a-4134-95de-04d4e3db2ff5" providerId="ADAL" clId="{34D5478B-B5E6-954A-AE92-4F4031202745}" dt="2025-03-28T08:15:05.559" v="1518" actId="478"/>
          <ac:spMkLst>
            <pc:docMk/>
            <pc:sldMk cId="1695872571" sldId="326"/>
            <ac:spMk id="3" creationId="{8C30CEEB-9252-D068-CA44-14F889A91C88}"/>
          </ac:spMkLst>
        </pc:spChg>
        <pc:spChg chg="add del mod">
          <ac:chgData name="VÕ ĐÌNH CAO MINH HÀO" userId="117ef4e9-d17a-4134-95de-04d4e3db2ff5" providerId="ADAL" clId="{34D5478B-B5E6-954A-AE92-4F4031202745}" dt="2025-03-28T08:15:07.908" v="1519" actId="478"/>
          <ac:spMkLst>
            <pc:docMk/>
            <pc:sldMk cId="1695872571" sldId="326"/>
            <ac:spMk id="5" creationId="{A114A408-7086-C998-53FF-86B14DC31BAD}"/>
          </ac:spMkLst>
        </pc:spChg>
        <pc:spChg chg="add mod">
          <ac:chgData name="VÕ ĐÌNH CAO MINH HÀO" userId="117ef4e9-d17a-4134-95de-04d4e3db2ff5" providerId="ADAL" clId="{34D5478B-B5E6-954A-AE92-4F4031202745}" dt="2025-03-28T08:15:35.247" v="1520"/>
          <ac:spMkLst>
            <pc:docMk/>
            <pc:sldMk cId="1695872571" sldId="326"/>
            <ac:spMk id="6" creationId="{28D143BA-EF96-3606-3EF5-F7F431A5EAB0}"/>
          </ac:spMkLst>
        </pc:spChg>
        <pc:spChg chg="add mod">
          <ac:chgData name="VÕ ĐÌNH CAO MINH HÀO" userId="117ef4e9-d17a-4134-95de-04d4e3db2ff5" providerId="ADAL" clId="{34D5478B-B5E6-954A-AE92-4F4031202745}" dt="2025-03-28T08:15:35.247" v="1520"/>
          <ac:spMkLst>
            <pc:docMk/>
            <pc:sldMk cId="1695872571" sldId="326"/>
            <ac:spMk id="7" creationId="{B5D532CF-2AA2-BD22-0958-46386D0A603E}"/>
          </ac:spMkLst>
        </pc:spChg>
        <pc:spChg chg="add mod">
          <ac:chgData name="VÕ ĐÌNH CAO MINH HÀO" userId="117ef4e9-d17a-4134-95de-04d4e3db2ff5" providerId="ADAL" clId="{34D5478B-B5E6-954A-AE92-4F4031202745}" dt="2025-03-28T08:15:35.247" v="1520"/>
          <ac:spMkLst>
            <pc:docMk/>
            <pc:sldMk cId="1695872571" sldId="326"/>
            <ac:spMk id="8" creationId="{53824631-C422-E708-01CE-3BAE6D6F278D}"/>
          </ac:spMkLst>
        </pc:spChg>
        <pc:spChg chg="add mod">
          <ac:chgData name="VÕ ĐÌNH CAO MINH HÀO" userId="117ef4e9-d17a-4134-95de-04d4e3db2ff5" providerId="ADAL" clId="{34D5478B-B5E6-954A-AE92-4F4031202745}" dt="2025-03-28T08:15:35.247" v="1520"/>
          <ac:spMkLst>
            <pc:docMk/>
            <pc:sldMk cId="1695872571" sldId="326"/>
            <ac:spMk id="9" creationId="{898026F0-317F-9DBB-797A-ABDA8E9E01FC}"/>
          </ac:spMkLst>
        </pc:spChg>
        <pc:spChg chg="add mod">
          <ac:chgData name="VÕ ĐÌNH CAO MINH HÀO" userId="117ef4e9-d17a-4134-95de-04d4e3db2ff5" providerId="ADAL" clId="{34D5478B-B5E6-954A-AE92-4F4031202745}" dt="2025-03-28T08:15:35.247" v="1520"/>
          <ac:spMkLst>
            <pc:docMk/>
            <pc:sldMk cId="1695872571" sldId="326"/>
            <ac:spMk id="10" creationId="{D76A45E4-B903-0FB1-D8A2-FA698990C3A0}"/>
          </ac:spMkLst>
        </pc:spChg>
        <pc:spChg chg="add mod">
          <ac:chgData name="VÕ ĐÌNH CAO MINH HÀO" userId="117ef4e9-d17a-4134-95de-04d4e3db2ff5" providerId="ADAL" clId="{34D5478B-B5E6-954A-AE92-4F4031202745}" dt="2025-03-28T08:15:35.247" v="1520"/>
          <ac:spMkLst>
            <pc:docMk/>
            <pc:sldMk cId="1695872571" sldId="326"/>
            <ac:spMk id="11" creationId="{EF2B43B6-0E00-FEC5-C19C-132F1AC40021}"/>
          </ac:spMkLst>
        </pc:spChg>
        <pc:spChg chg="add mod">
          <ac:chgData name="VÕ ĐÌNH CAO MINH HÀO" userId="117ef4e9-d17a-4134-95de-04d4e3db2ff5" providerId="ADAL" clId="{34D5478B-B5E6-954A-AE92-4F4031202745}" dt="2025-03-28T08:15:35.247" v="1520"/>
          <ac:spMkLst>
            <pc:docMk/>
            <pc:sldMk cId="1695872571" sldId="326"/>
            <ac:spMk id="12" creationId="{FCC2A3A5-1535-542F-9FB9-4C17045A1928}"/>
          </ac:spMkLst>
        </pc:spChg>
        <pc:spChg chg="add mod">
          <ac:chgData name="VÕ ĐÌNH CAO MINH HÀO" userId="117ef4e9-d17a-4134-95de-04d4e3db2ff5" providerId="ADAL" clId="{34D5478B-B5E6-954A-AE92-4F4031202745}" dt="2025-03-28T08:15:35.247" v="1520"/>
          <ac:spMkLst>
            <pc:docMk/>
            <pc:sldMk cId="1695872571" sldId="326"/>
            <ac:spMk id="13" creationId="{1F648EA1-0280-608D-3B2C-FE0B17A1CC81}"/>
          </ac:spMkLst>
        </pc:spChg>
        <pc:spChg chg="add mod">
          <ac:chgData name="VÕ ĐÌNH CAO MINH HÀO" userId="117ef4e9-d17a-4134-95de-04d4e3db2ff5" providerId="ADAL" clId="{34D5478B-B5E6-954A-AE92-4F4031202745}" dt="2025-03-28T08:15:35.247" v="1520"/>
          <ac:spMkLst>
            <pc:docMk/>
            <pc:sldMk cId="1695872571" sldId="326"/>
            <ac:spMk id="14" creationId="{873C3704-B4A3-BFDE-3BFB-25F25334855B}"/>
          </ac:spMkLst>
        </pc:spChg>
        <pc:spChg chg="add mod">
          <ac:chgData name="VÕ ĐÌNH CAO MINH HÀO" userId="117ef4e9-d17a-4134-95de-04d4e3db2ff5" providerId="ADAL" clId="{34D5478B-B5E6-954A-AE92-4F4031202745}" dt="2025-03-28T08:15:35.247" v="1520"/>
          <ac:spMkLst>
            <pc:docMk/>
            <pc:sldMk cId="1695872571" sldId="326"/>
            <ac:spMk id="15" creationId="{1786DCD9-83A6-E2C8-0AF1-4214250E41E7}"/>
          </ac:spMkLst>
        </pc:spChg>
        <pc:spChg chg="add mod">
          <ac:chgData name="VÕ ĐÌNH CAO MINH HÀO" userId="117ef4e9-d17a-4134-95de-04d4e3db2ff5" providerId="ADAL" clId="{34D5478B-B5E6-954A-AE92-4F4031202745}" dt="2025-03-28T08:15:35.247" v="1520"/>
          <ac:spMkLst>
            <pc:docMk/>
            <pc:sldMk cId="1695872571" sldId="326"/>
            <ac:spMk id="16" creationId="{63538DA6-3920-79DC-A0C3-5C1B7C28D5E9}"/>
          </ac:spMkLst>
        </pc:spChg>
        <pc:spChg chg="add mod">
          <ac:chgData name="VÕ ĐÌNH CAO MINH HÀO" userId="117ef4e9-d17a-4134-95de-04d4e3db2ff5" providerId="ADAL" clId="{34D5478B-B5E6-954A-AE92-4F4031202745}" dt="2025-03-28T08:19:03.215" v="1628" actId="1076"/>
          <ac:spMkLst>
            <pc:docMk/>
            <pc:sldMk cId="1695872571" sldId="326"/>
            <ac:spMk id="17" creationId="{2FAA968E-B73C-A41B-051B-17A0E3B851C7}"/>
          </ac:spMkLst>
        </pc:spChg>
        <pc:spChg chg="add mod">
          <ac:chgData name="VÕ ĐÌNH CAO MINH HÀO" userId="117ef4e9-d17a-4134-95de-04d4e3db2ff5" providerId="ADAL" clId="{34D5478B-B5E6-954A-AE92-4F4031202745}" dt="2025-03-28T08:19:03.215" v="1628" actId="1076"/>
          <ac:spMkLst>
            <pc:docMk/>
            <pc:sldMk cId="1695872571" sldId="326"/>
            <ac:spMk id="18" creationId="{855ED7B6-6034-8F69-6C39-0D06147FD72C}"/>
          </ac:spMkLst>
        </pc:spChg>
        <pc:spChg chg="add mod">
          <ac:chgData name="VÕ ĐÌNH CAO MINH HÀO" userId="117ef4e9-d17a-4134-95de-04d4e3db2ff5" providerId="ADAL" clId="{34D5478B-B5E6-954A-AE92-4F4031202745}" dt="2025-03-28T08:19:03.215" v="1628" actId="1076"/>
          <ac:spMkLst>
            <pc:docMk/>
            <pc:sldMk cId="1695872571" sldId="326"/>
            <ac:spMk id="19" creationId="{9FBCBB03-4C0F-C7AB-268A-B4C710A175A7}"/>
          </ac:spMkLst>
        </pc:spChg>
        <pc:spChg chg="add mod">
          <ac:chgData name="VÕ ĐÌNH CAO MINH HÀO" userId="117ef4e9-d17a-4134-95de-04d4e3db2ff5" providerId="ADAL" clId="{34D5478B-B5E6-954A-AE92-4F4031202745}" dt="2025-03-28T08:19:03.215" v="1628" actId="1076"/>
          <ac:spMkLst>
            <pc:docMk/>
            <pc:sldMk cId="1695872571" sldId="326"/>
            <ac:spMk id="20" creationId="{1CF11BFE-3884-267D-3F90-FE5010127E3C}"/>
          </ac:spMkLst>
        </pc:spChg>
        <pc:spChg chg="add mod">
          <ac:chgData name="VÕ ĐÌNH CAO MINH HÀO" userId="117ef4e9-d17a-4134-95de-04d4e3db2ff5" providerId="ADAL" clId="{34D5478B-B5E6-954A-AE92-4F4031202745}" dt="2025-03-28T08:19:03.215" v="1628" actId="1076"/>
          <ac:spMkLst>
            <pc:docMk/>
            <pc:sldMk cId="1695872571" sldId="326"/>
            <ac:spMk id="21" creationId="{AFEBC770-E8E9-F241-B1B8-F1CE64D0BD4D}"/>
          </ac:spMkLst>
        </pc:spChg>
        <pc:spChg chg="add mod">
          <ac:chgData name="VÕ ĐÌNH CAO MINH HÀO" userId="117ef4e9-d17a-4134-95de-04d4e3db2ff5" providerId="ADAL" clId="{34D5478B-B5E6-954A-AE92-4F4031202745}" dt="2025-03-28T08:19:03.215" v="1628" actId="1076"/>
          <ac:spMkLst>
            <pc:docMk/>
            <pc:sldMk cId="1695872571" sldId="326"/>
            <ac:spMk id="22" creationId="{4B771239-8161-52AA-E7A5-F03351439852}"/>
          </ac:spMkLst>
        </pc:spChg>
        <pc:spChg chg="add mod">
          <ac:chgData name="VÕ ĐÌNH CAO MINH HÀO" userId="117ef4e9-d17a-4134-95de-04d4e3db2ff5" providerId="ADAL" clId="{34D5478B-B5E6-954A-AE92-4F4031202745}" dt="2025-03-28T08:15:35.247" v="1520"/>
          <ac:spMkLst>
            <pc:docMk/>
            <pc:sldMk cId="1695872571" sldId="326"/>
            <ac:spMk id="23" creationId="{B6C8A983-5814-BB19-CBB9-668EB1ADC604}"/>
          </ac:spMkLst>
        </pc:spChg>
        <pc:spChg chg="add mod">
          <ac:chgData name="VÕ ĐÌNH CAO MINH HÀO" userId="117ef4e9-d17a-4134-95de-04d4e3db2ff5" providerId="ADAL" clId="{34D5478B-B5E6-954A-AE92-4F4031202745}" dt="2025-03-28T08:15:35.247" v="1520"/>
          <ac:spMkLst>
            <pc:docMk/>
            <pc:sldMk cId="1695872571" sldId="326"/>
            <ac:spMk id="24" creationId="{C01C602C-9420-6144-12B6-D07B23D20CB6}"/>
          </ac:spMkLst>
        </pc:spChg>
        <pc:spChg chg="add mod">
          <ac:chgData name="VÕ ĐÌNH CAO MINH HÀO" userId="117ef4e9-d17a-4134-95de-04d4e3db2ff5" providerId="ADAL" clId="{34D5478B-B5E6-954A-AE92-4F4031202745}" dt="2025-03-28T08:15:35.247" v="1520"/>
          <ac:spMkLst>
            <pc:docMk/>
            <pc:sldMk cId="1695872571" sldId="326"/>
            <ac:spMk id="25" creationId="{15F0E468-FB8E-0F97-64F6-5FD41F09DECE}"/>
          </ac:spMkLst>
        </pc:spChg>
        <pc:spChg chg="add mod">
          <ac:chgData name="VÕ ĐÌNH CAO MINH HÀO" userId="117ef4e9-d17a-4134-95de-04d4e3db2ff5" providerId="ADAL" clId="{34D5478B-B5E6-954A-AE92-4F4031202745}" dt="2025-03-28T08:15:35.247" v="1520"/>
          <ac:spMkLst>
            <pc:docMk/>
            <pc:sldMk cId="1695872571" sldId="326"/>
            <ac:spMk id="26" creationId="{83952424-18A0-12EB-E702-41135887BC6D}"/>
          </ac:spMkLst>
        </pc:spChg>
        <pc:spChg chg="add mod">
          <ac:chgData name="VÕ ĐÌNH CAO MINH HÀO" userId="117ef4e9-d17a-4134-95de-04d4e3db2ff5" providerId="ADAL" clId="{34D5478B-B5E6-954A-AE92-4F4031202745}" dt="2025-03-28T08:15:35.247" v="1520"/>
          <ac:spMkLst>
            <pc:docMk/>
            <pc:sldMk cId="1695872571" sldId="326"/>
            <ac:spMk id="27" creationId="{CCD2E135-F0D2-B1E3-2C21-12B0DE8172AC}"/>
          </ac:spMkLst>
        </pc:spChg>
        <pc:spChg chg="add mod">
          <ac:chgData name="VÕ ĐÌNH CAO MINH HÀO" userId="117ef4e9-d17a-4134-95de-04d4e3db2ff5" providerId="ADAL" clId="{34D5478B-B5E6-954A-AE92-4F4031202745}" dt="2025-03-28T08:15:35.247" v="1520"/>
          <ac:spMkLst>
            <pc:docMk/>
            <pc:sldMk cId="1695872571" sldId="326"/>
            <ac:spMk id="28" creationId="{9CFDC58F-9B64-8C78-6C76-453E95CD13FE}"/>
          </ac:spMkLst>
        </pc:spChg>
        <pc:spChg chg="add mod">
          <ac:chgData name="VÕ ĐÌNH CAO MINH HÀO" userId="117ef4e9-d17a-4134-95de-04d4e3db2ff5" providerId="ADAL" clId="{34D5478B-B5E6-954A-AE92-4F4031202745}" dt="2025-03-28T08:15:35.247" v="1520"/>
          <ac:spMkLst>
            <pc:docMk/>
            <pc:sldMk cId="1695872571" sldId="326"/>
            <ac:spMk id="29" creationId="{3C46EB75-F4EA-A2B0-8B91-AF7121DD32D3}"/>
          </ac:spMkLst>
        </pc:spChg>
        <pc:spChg chg="add mod">
          <ac:chgData name="VÕ ĐÌNH CAO MINH HÀO" userId="117ef4e9-d17a-4134-95de-04d4e3db2ff5" providerId="ADAL" clId="{34D5478B-B5E6-954A-AE92-4F4031202745}" dt="2025-03-28T08:15:35.247" v="1520"/>
          <ac:spMkLst>
            <pc:docMk/>
            <pc:sldMk cId="1695872571" sldId="326"/>
            <ac:spMk id="30" creationId="{7E54E37F-CB01-3CD9-BA06-255CDD6B4516}"/>
          </ac:spMkLst>
        </pc:spChg>
        <pc:spChg chg="add mod">
          <ac:chgData name="VÕ ĐÌNH CAO MINH HÀO" userId="117ef4e9-d17a-4134-95de-04d4e3db2ff5" providerId="ADAL" clId="{34D5478B-B5E6-954A-AE92-4F4031202745}" dt="2025-03-28T08:15:35.247" v="1520"/>
          <ac:spMkLst>
            <pc:docMk/>
            <pc:sldMk cId="1695872571" sldId="326"/>
            <ac:spMk id="31" creationId="{02048DDD-8B59-24FD-40BE-DAC1FAFBC26F}"/>
          </ac:spMkLst>
        </pc:spChg>
        <pc:spChg chg="add mod">
          <ac:chgData name="VÕ ĐÌNH CAO MINH HÀO" userId="117ef4e9-d17a-4134-95de-04d4e3db2ff5" providerId="ADAL" clId="{34D5478B-B5E6-954A-AE92-4F4031202745}" dt="2025-03-28T08:15:35.247" v="1520"/>
          <ac:spMkLst>
            <pc:docMk/>
            <pc:sldMk cId="1695872571" sldId="326"/>
            <ac:spMk id="32" creationId="{9325E45E-DCD1-15BD-BD7E-6D35412B4037}"/>
          </ac:spMkLst>
        </pc:spChg>
        <pc:spChg chg="add mod">
          <ac:chgData name="VÕ ĐÌNH CAO MINH HÀO" userId="117ef4e9-d17a-4134-95de-04d4e3db2ff5" providerId="ADAL" clId="{34D5478B-B5E6-954A-AE92-4F4031202745}" dt="2025-03-28T08:15:35.247" v="1520"/>
          <ac:spMkLst>
            <pc:docMk/>
            <pc:sldMk cId="1695872571" sldId="326"/>
            <ac:spMk id="33" creationId="{3F1835E0-8FDE-EE60-2881-7DBE7F4026D1}"/>
          </ac:spMkLst>
        </pc:spChg>
        <pc:spChg chg="add mod">
          <ac:chgData name="VÕ ĐÌNH CAO MINH HÀO" userId="117ef4e9-d17a-4134-95de-04d4e3db2ff5" providerId="ADAL" clId="{34D5478B-B5E6-954A-AE92-4F4031202745}" dt="2025-03-28T08:19:08.086" v="1629"/>
          <ac:spMkLst>
            <pc:docMk/>
            <pc:sldMk cId="1695872571" sldId="326"/>
            <ac:spMk id="34" creationId="{C1050852-EE22-AD24-FB9D-571A5CB93A07}"/>
          </ac:spMkLst>
        </pc:spChg>
        <pc:spChg chg="add mod">
          <ac:chgData name="VÕ ĐÌNH CAO MINH HÀO" userId="117ef4e9-d17a-4134-95de-04d4e3db2ff5" providerId="ADAL" clId="{34D5478B-B5E6-954A-AE92-4F4031202745}" dt="2025-03-28T08:19:08.086" v="1629"/>
          <ac:spMkLst>
            <pc:docMk/>
            <pc:sldMk cId="1695872571" sldId="326"/>
            <ac:spMk id="35" creationId="{B3229C51-9A2F-BF1D-6D42-C2044DF3565F}"/>
          </ac:spMkLst>
        </pc:spChg>
        <pc:spChg chg="add mod">
          <ac:chgData name="VÕ ĐÌNH CAO MINH HÀO" userId="117ef4e9-d17a-4134-95de-04d4e3db2ff5" providerId="ADAL" clId="{34D5478B-B5E6-954A-AE92-4F4031202745}" dt="2025-03-28T08:19:08.086" v="1629"/>
          <ac:spMkLst>
            <pc:docMk/>
            <pc:sldMk cId="1695872571" sldId="326"/>
            <ac:spMk id="36" creationId="{8EA15C78-B938-91A0-DA26-BB334E0252FD}"/>
          </ac:spMkLst>
        </pc:spChg>
        <pc:spChg chg="add mod">
          <ac:chgData name="VÕ ĐÌNH CAO MINH HÀO" userId="117ef4e9-d17a-4134-95de-04d4e3db2ff5" providerId="ADAL" clId="{34D5478B-B5E6-954A-AE92-4F4031202745}" dt="2025-03-28T08:19:08.086" v="1629"/>
          <ac:spMkLst>
            <pc:docMk/>
            <pc:sldMk cId="1695872571" sldId="326"/>
            <ac:spMk id="37" creationId="{02593DFE-6B90-D8B4-8416-40323BD8B298}"/>
          </ac:spMkLst>
        </pc:spChg>
        <pc:spChg chg="add mod">
          <ac:chgData name="VÕ ĐÌNH CAO MINH HÀO" userId="117ef4e9-d17a-4134-95de-04d4e3db2ff5" providerId="ADAL" clId="{34D5478B-B5E6-954A-AE92-4F4031202745}" dt="2025-03-28T08:19:08.086" v="1629"/>
          <ac:spMkLst>
            <pc:docMk/>
            <pc:sldMk cId="1695872571" sldId="326"/>
            <ac:spMk id="38" creationId="{128B6686-65DF-5CFD-6B8C-62099241D489}"/>
          </ac:spMkLst>
        </pc:spChg>
        <pc:spChg chg="add mod">
          <ac:chgData name="VÕ ĐÌNH CAO MINH HÀO" userId="117ef4e9-d17a-4134-95de-04d4e3db2ff5" providerId="ADAL" clId="{34D5478B-B5E6-954A-AE92-4F4031202745}" dt="2025-03-28T08:19:08.086" v="1629"/>
          <ac:spMkLst>
            <pc:docMk/>
            <pc:sldMk cId="1695872571" sldId="326"/>
            <ac:spMk id="39" creationId="{6F89646F-2B23-FE94-D62E-3AE47FF4519B}"/>
          </ac:spMkLst>
        </pc:spChg>
        <pc:spChg chg="add del mod">
          <ac:chgData name="VÕ ĐÌNH CAO MINH HÀO" userId="117ef4e9-d17a-4134-95de-04d4e3db2ff5" providerId="ADAL" clId="{34D5478B-B5E6-954A-AE92-4F4031202745}" dt="2025-03-28T08:21:51.301" v="1772" actId="478"/>
          <ac:spMkLst>
            <pc:docMk/>
            <pc:sldMk cId="1695872571" sldId="326"/>
            <ac:spMk id="40" creationId="{3A818FC1-0D56-F291-2061-620EC07B927A}"/>
          </ac:spMkLst>
        </pc:spChg>
        <pc:spChg chg="add del mod">
          <ac:chgData name="VÕ ĐÌNH CAO MINH HÀO" userId="117ef4e9-d17a-4134-95de-04d4e3db2ff5" providerId="ADAL" clId="{34D5478B-B5E6-954A-AE92-4F4031202745}" dt="2025-03-28T08:21:51.301" v="1772" actId="478"/>
          <ac:spMkLst>
            <pc:docMk/>
            <pc:sldMk cId="1695872571" sldId="326"/>
            <ac:spMk id="41" creationId="{91AA4D5B-E1B7-D847-CA50-5CE386A93CEC}"/>
          </ac:spMkLst>
        </pc:spChg>
        <pc:spChg chg="add del mod">
          <ac:chgData name="VÕ ĐÌNH CAO MINH HÀO" userId="117ef4e9-d17a-4134-95de-04d4e3db2ff5" providerId="ADAL" clId="{34D5478B-B5E6-954A-AE92-4F4031202745}" dt="2025-03-28T08:21:51.301" v="1772" actId="478"/>
          <ac:spMkLst>
            <pc:docMk/>
            <pc:sldMk cId="1695872571" sldId="326"/>
            <ac:spMk id="42" creationId="{5787F06B-D577-23AE-ACCF-3F571E46B08B}"/>
          </ac:spMkLst>
        </pc:spChg>
        <pc:spChg chg="add del mod">
          <ac:chgData name="VÕ ĐÌNH CAO MINH HÀO" userId="117ef4e9-d17a-4134-95de-04d4e3db2ff5" providerId="ADAL" clId="{34D5478B-B5E6-954A-AE92-4F4031202745}" dt="2025-03-28T08:21:51.301" v="1772" actId="478"/>
          <ac:spMkLst>
            <pc:docMk/>
            <pc:sldMk cId="1695872571" sldId="326"/>
            <ac:spMk id="43" creationId="{CEAC7342-BDDC-C3A8-2624-301BFA7C906A}"/>
          </ac:spMkLst>
        </pc:spChg>
        <pc:spChg chg="add del mod">
          <ac:chgData name="VÕ ĐÌNH CAO MINH HÀO" userId="117ef4e9-d17a-4134-95de-04d4e3db2ff5" providerId="ADAL" clId="{34D5478B-B5E6-954A-AE92-4F4031202745}" dt="2025-03-28T08:21:51.301" v="1772" actId="478"/>
          <ac:spMkLst>
            <pc:docMk/>
            <pc:sldMk cId="1695872571" sldId="326"/>
            <ac:spMk id="44" creationId="{E406BC63-E361-0688-8D4C-67EE5EA3FF49}"/>
          </ac:spMkLst>
        </pc:spChg>
        <pc:spChg chg="add del mod">
          <ac:chgData name="VÕ ĐÌNH CAO MINH HÀO" userId="117ef4e9-d17a-4134-95de-04d4e3db2ff5" providerId="ADAL" clId="{34D5478B-B5E6-954A-AE92-4F4031202745}" dt="2025-03-28T08:21:51.301" v="1772" actId="478"/>
          <ac:spMkLst>
            <pc:docMk/>
            <pc:sldMk cId="1695872571" sldId="326"/>
            <ac:spMk id="45" creationId="{6EDB443B-ACA8-7C31-B5AD-C71B981EAB23}"/>
          </ac:spMkLst>
        </pc:spChg>
      </pc:sldChg>
      <pc:sldChg chg="addSp delSp modSp add mod delAnim modAnim">
        <pc:chgData name="VÕ ĐÌNH CAO MINH HÀO" userId="117ef4e9-d17a-4134-95de-04d4e3db2ff5" providerId="ADAL" clId="{34D5478B-B5E6-954A-AE92-4F4031202745}" dt="2025-03-31T07:55:53.987" v="3388" actId="16959"/>
        <pc:sldMkLst>
          <pc:docMk/>
          <pc:sldMk cId="3363930106" sldId="326"/>
        </pc:sldMkLst>
        <pc:spChg chg="add mod">
          <ac:chgData name="VÕ ĐÌNH CAO MINH HÀO" userId="117ef4e9-d17a-4134-95de-04d4e3db2ff5" providerId="ADAL" clId="{34D5478B-B5E6-954A-AE92-4F4031202745}" dt="2025-03-29T09:29:52.084" v="3280"/>
          <ac:spMkLst>
            <pc:docMk/>
            <pc:sldMk cId="3363930106" sldId="326"/>
            <ac:spMk id="3" creationId="{4B2F3917-F45E-F130-2B63-039041EE23DD}"/>
          </ac:spMkLst>
        </pc:spChg>
        <pc:spChg chg="del">
          <ac:chgData name="VÕ ĐÌNH CAO MINH HÀO" userId="117ef4e9-d17a-4134-95de-04d4e3db2ff5" providerId="ADAL" clId="{34D5478B-B5E6-954A-AE92-4F4031202745}" dt="2025-03-28T08:22:22.104" v="1775" actId="478"/>
          <ac:spMkLst>
            <pc:docMk/>
            <pc:sldMk cId="3363930106" sldId="326"/>
            <ac:spMk id="3" creationId="{A8DDC719-A04A-698A-A5AC-F8154C554439}"/>
          </ac:spMkLst>
        </pc:spChg>
        <pc:spChg chg="add del mod">
          <ac:chgData name="VÕ ĐÌNH CAO MINH HÀO" userId="117ef4e9-d17a-4134-95de-04d4e3db2ff5" providerId="ADAL" clId="{34D5478B-B5E6-954A-AE92-4F4031202745}" dt="2025-03-31T07:00:59.170" v="3374"/>
          <ac:spMkLst>
            <pc:docMk/>
            <pc:sldMk cId="3363930106" sldId="326"/>
            <ac:spMk id="4" creationId="{1ED7FC70-17B3-A925-3573-579AA4DF35AC}"/>
          </ac:spMkLst>
        </pc:spChg>
        <pc:spChg chg="add del mod">
          <ac:chgData name="VÕ ĐÌNH CAO MINH HÀO" userId="117ef4e9-d17a-4134-95de-04d4e3db2ff5" providerId="ADAL" clId="{34D5478B-B5E6-954A-AE92-4F4031202745}" dt="2025-03-28T08:25:42.688" v="1818" actId="478"/>
          <ac:spMkLst>
            <pc:docMk/>
            <pc:sldMk cId="3363930106" sldId="326"/>
            <ac:spMk id="5" creationId="{482B1671-10A1-7C65-267C-8195C0F82E59}"/>
          </ac:spMkLst>
        </pc:spChg>
        <pc:spChg chg="add mod">
          <ac:chgData name="VÕ ĐÌNH CAO MINH HÀO" userId="117ef4e9-d17a-4134-95de-04d4e3db2ff5" providerId="ADAL" clId="{34D5478B-B5E6-954A-AE92-4F4031202745}" dt="2025-03-28T08:28:18.942" v="1821" actId="1076"/>
          <ac:spMkLst>
            <pc:docMk/>
            <pc:sldMk cId="3363930106" sldId="326"/>
            <ac:spMk id="6" creationId="{582E9027-8E8B-40A6-5BA8-D05BFC498A9B}"/>
          </ac:spMkLst>
        </pc:spChg>
        <pc:spChg chg="add mod">
          <ac:chgData name="VÕ ĐÌNH CAO MINH HÀO" userId="117ef4e9-d17a-4134-95de-04d4e3db2ff5" providerId="ADAL" clId="{34D5478B-B5E6-954A-AE92-4F4031202745}" dt="2025-03-28T08:28:18.942" v="1821" actId="1076"/>
          <ac:spMkLst>
            <pc:docMk/>
            <pc:sldMk cId="3363930106" sldId="326"/>
            <ac:spMk id="7" creationId="{05BCE99F-A930-7F8C-1B0E-4C9739E3301D}"/>
          </ac:spMkLst>
        </pc:spChg>
        <pc:spChg chg="add mod">
          <ac:chgData name="VÕ ĐÌNH CAO MINH HÀO" userId="117ef4e9-d17a-4134-95de-04d4e3db2ff5" providerId="ADAL" clId="{34D5478B-B5E6-954A-AE92-4F4031202745}" dt="2025-03-28T08:28:18.942" v="1821" actId="1076"/>
          <ac:spMkLst>
            <pc:docMk/>
            <pc:sldMk cId="3363930106" sldId="326"/>
            <ac:spMk id="8" creationId="{3E966FBA-039A-83D5-FAC4-5CB649454842}"/>
          </ac:spMkLst>
        </pc:spChg>
        <pc:spChg chg="add mod">
          <ac:chgData name="VÕ ĐÌNH CAO MINH HÀO" userId="117ef4e9-d17a-4134-95de-04d4e3db2ff5" providerId="ADAL" clId="{34D5478B-B5E6-954A-AE92-4F4031202745}" dt="2025-03-28T08:28:18.942" v="1821" actId="1076"/>
          <ac:spMkLst>
            <pc:docMk/>
            <pc:sldMk cId="3363930106" sldId="326"/>
            <ac:spMk id="9" creationId="{A8A2EE1C-8691-C57C-84ED-BB73F5E41F7E}"/>
          </ac:spMkLst>
        </pc:spChg>
        <pc:spChg chg="add mod">
          <ac:chgData name="VÕ ĐÌNH CAO MINH HÀO" userId="117ef4e9-d17a-4134-95de-04d4e3db2ff5" providerId="ADAL" clId="{34D5478B-B5E6-954A-AE92-4F4031202745}" dt="2025-03-28T08:28:18.942" v="1821" actId="1076"/>
          <ac:spMkLst>
            <pc:docMk/>
            <pc:sldMk cId="3363930106" sldId="326"/>
            <ac:spMk id="10" creationId="{B9A39076-D698-A788-2288-F551DCA5F534}"/>
          </ac:spMkLst>
        </pc:spChg>
        <pc:spChg chg="add mod">
          <ac:chgData name="VÕ ĐÌNH CAO MINH HÀO" userId="117ef4e9-d17a-4134-95de-04d4e3db2ff5" providerId="ADAL" clId="{34D5478B-B5E6-954A-AE92-4F4031202745}" dt="2025-03-28T08:28:18.942" v="1821" actId="1076"/>
          <ac:spMkLst>
            <pc:docMk/>
            <pc:sldMk cId="3363930106" sldId="326"/>
            <ac:spMk id="11" creationId="{B25E17DB-B6E3-7B5B-B2A6-692936E4B33E}"/>
          </ac:spMkLst>
        </pc:spChg>
        <pc:spChg chg="add mod">
          <ac:chgData name="VÕ ĐÌNH CAO MINH HÀO" userId="117ef4e9-d17a-4134-95de-04d4e3db2ff5" providerId="ADAL" clId="{34D5478B-B5E6-954A-AE92-4F4031202745}" dt="2025-03-28T08:22:32.857" v="1777"/>
          <ac:spMkLst>
            <pc:docMk/>
            <pc:sldMk cId="3363930106" sldId="326"/>
            <ac:spMk id="12" creationId="{F077DECB-6754-123E-E6CD-D64BAFE6002D}"/>
          </ac:spMkLst>
        </pc:spChg>
        <pc:spChg chg="add mod">
          <ac:chgData name="VÕ ĐÌNH CAO MINH HÀO" userId="117ef4e9-d17a-4134-95de-04d4e3db2ff5" providerId="ADAL" clId="{34D5478B-B5E6-954A-AE92-4F4031202745}" dt="2025-03-28T08:22:32.857" v="1777"/>
          <ac:spMkLst>
            <pc:docMk/>
            <pc:sldMk cId="3363930106" sldId="326"/>
            <ac:spMk id="13" creationId="{0D02B941-57C1-78ED-8296-201D010B6F38}"/>
          </ac:spMkLst>
        </pc:spChg>
        <pc:spChg chg="add mod">
          <ac:chgData name="VÕ ĐÌNH CAO MINH HÀO" userId="117ef4e9-d17a-4134-95de-04d4e3db2ff5" providerId="ADAL" clId="{34D5478B-B5E6-954A-AE92-4F4031202745}" dt="2025-03-28T08:22:32.857" v="1777"/>
          <ac:spMkLst>
            <pc:docMk/>
            <pc:sldMk cId="3363930106" sldId="326"/>
            <ac:spMk id="14" creationId="{EE30AC7E-3D52-8008-7335-D71B557DA192}"/>
          </ac:spMkLst>
        </pc:spChg>
        <pc:spChg chg="add mod">
          <ac:chgData name="VÕ ĐÌNH CAO MINH HÀO" userId="117ef4e9-d17a-4134-95de-04d4e3db2ff5" providerId="ADAL" clId="{34D5478B-B5E6-954A-AE92-4F4031202745}" dt="2025-03-28T08:22:32.857" v="1777"/>
          <ac:spMkLst>
            <pc:docMk/>
            <pc:sldMk cId="3363930106" sldId="326"/>
            <ac:spMk id="15" creationId="{44A1B033-97BF-2A51-7595-884142A30CFA}"/>
          </ac:spMkLst>
        </pc:spChg>
        <pc:spChg chg="add mod">
          <ac:chgData name="VÕ ĐÌNH CAO MINH HÀO" userId="117ef4e9-d17a-4134-95de-04d4e3db2ff5" providerId="ADAL" clId="{34D5478B-B5E6-954A-AE92-4F4031202745}" dt="2025-03-28T08:22:32.857" v="1777"/>
          <ac:spMkLst>
            <pc:docMk/>
            <pc:sldMk cId="3363930106" sldId="326"/>
            <ac:spMk id="16" creationId="{1AA76DD8-30BC-4CDF-A733-75C65180F7A4}"/>
          </ac:spMkLst>
        </pc:spChg>
        <pc:spChg chg="add mod">
          <ac:chgData name="VÕ ĐÌNH CAO MINH HÀO" userId="117ef4e9-d17a-4134-95de-04d4e3db2ff5" providerId="ADAL" clId="{34D5478B-B5E6-954A-AE92-4F4031202745}" dt="2025-03-28T08:22:32.857" v="1777"/>
          <ac:spMkLst>
            <pc:docMk/>
            <pc:sldMk cId="3363930106" sldId="326"/>
            <ac:spMk id="17" creationId="{BB39D283-FD0C-3C04-AF87-03039A5CA31A}"/>
          </ac:spMkLst>
        </pc:spChg>
        <pc:spChg chg="add mod">
          <ac:chgData name="VÕ ĐÌNH CAO MINH HÀO" userId="117ef4e9-d17a-4134-95de-04d4e3db2ff5" providerId="ADAL" clId="{34D5478B-B5E6-954A-AE92-4F4031202745}" dt="2025-03-28T08:22:32.857" v="1777"/>
          <ac:spMkLst>
            <pc:docMk/>
            <pc:sldMk cId="3363930106" sldId="326"/>
            <ac:spMk id="18" creationId="{238C9ED8-C8AA-107C-7EFE-4FCE26A6EE98}"/>
          </ac:spMkLst>
        </pc:spChg>
        <pc:spChg chg="add mod">
          <ac:chgData name="VÕ ĐÌNH CAO MINH HÀO" userId="117ef4e9-d17a-4134-95de-04d4e3db2ff5" providerId="ADAL" clId="{34D5478B-B5E6-954A-AE92-4F4031202745}" dt="2025-03-28T08:22:32.857" v="1777"/>
          <ac:spMkLst>
            <pc:docMk/>
            <pc:sldMk cId="3363930106" sldId="326"/>
            <ac:spMk id="19" creationId="{44054274-0543-D699-3CA6-F0E99921700D}"/>
          </ac:spMkLst>
        </pc:spChg>
        <pc:spChg chg="add mod">
          <ac:chgData name="VÕ ĐÌNH CAO MINH HÀO" userId="117ef4e9-d17a-4134-95de-04d4e3db2ff5" providerId="ADAL" clId="{34D5478B-B5E6-954A-AE92-4F4031202745}" dt="2025-03-28T08:22:32.857" v="1777"/>
          <ac:spMkLst>
            <pc:docMk/>
            <pc:sldMk cId="3363930106" sldId="326"/>
            <ac:spMk id="20" creationId="{468F45F5-E769-A8F9-AA78-E169F5D34F93}"/>
          </ac:spMkLst>
        </pc:spChg>
        <pc:spChg chg="add mod">
          <ac:chgData name="VÕ ĐÌNH CAO MINH HÀO" userId="117ef4e9-d17a-4134-95de-04d4e3db2ff5" providerId="ADAL" clId="{34D5478B-B5E6-954A-AE92-4F4031202745}" dt="2025-03-28T08:22:32.857" v="1777"/>
          <ac:spMkLst>
            <pc:docMk/>
            <pc:sldMk cId="3363930106" sldId="326"/>
            <ac:spMk id="21" creationId="{9913FEB1-3056-22CE-025F-EB56D171E8CE}"/>
          </ac:spMkLst>
        </pc:spChg>
        <pc:spChg chg="add mod">
          <ac:chgData name="VÕ ĐÌNH CAO MINH HÀO" userId="117ef4e9-d17a-4134-95de-04d4e3db2ff5" providerId="ADAL" clId="{34D5478B-B5E6-954A-AE92-4F4031202745}" dt="2025-03-28T08:22:32.857" v="1777"/>
          <ac:spMkLst>
            <pc:docMk/>
            <pc:sldMk cId="3363930106" sldId="326"/>
            <ac:spMk id="22" creationId="{6085F4D9-3DCA-DEFF-7BA0-B68754EB5E5E}"/>
          </ac:spMkLst>
        </pc:spChg>
        <pc:spChg chg="add mod">
          <ac:chgData name="VÕ ĐÌNH CAO MINH HÀO" userId="117ef4e9-d17a-4134-95de-04d4e3db2ff5" providerId="ADAL" clId="{34D5478B-B5E6-954A-AE92-4F4031202745}" dt="2025-03-29T04:23:47.516" v="2431"/>
          <ac:spMkLst>
            <pc:docMk/>
            <pc:sldMk cId="3363930106" sldId="326"/>
            <ac:spMk id="23" creationId="{0CE1F386-7044-391D-7F88-EF2BFE595724}"/>
          </ac:spMkLst>
        </pc:spChg>
        <pc:spChg chg="add mod">
          <ac:chgData name="VÕ ĐÌNH CAO MINH HÀO" userId="117ef4e9-d17a-4134-95de-04d4e3db2ff5" providerId="ADAL" clId="{34D5478B-B5E6-954A-AE92-4F4031202745}" dt="2025-03-28T08:32:28.542" v="1862" actId="1076"/>
          <ac:spMkLst>
            <pc:docMk/>
            <pc:sldMk cId="3363930106" sldId="326"/>
            <ac:spMk id="24" creationId="{BF7E86CE-8ACA-61BC-CEF8-439BD28360E2}"/>
          </ac:spMkLst>
        </pc:spChg>
        <pc:spChg chg="add mod">
          <ac:chgData name="VÕ ĐÌNH CAO MINH HÀO" userId="117ef4e9-d17a-4134-95de-04d4e3db2ff5" providerId="ADAL" clId="{34D5478B-B5E6-954A-AE92-4F4031202745}" dt="2025-03-28T08:31:40.846" v="1853" actId="1076"/>
          <ac:spMkLst>
            <pc:docMk/>
            <pc:sldMk cId="3363930106" sldId="326"/>
            <ac:spMk id="25" creationId="{760FBDA2-2698-8C31-FD7A-7E26D0F5E9E7}"/>
          </ac:spMkLst>
        </pc:spChg>
        <pc:spChg chg="add mod">
          <ac:chgData name="VÕ ĐÌNH CAO MINH HÀO" userId="117ef4e9-d17a-4134-95de-04d4e3db2ff5" providerId="ADAL" clId="{34D5478B-B5E6-954A-AE92-4F4031202745}" dt="2025-03-28T08:30:05.644" v="1841" actId="1076"/>
          <ac:spMkLst>
            <pc:docMk/>
            <pc:sldMk cId="3363930106" sldId="326"/>
            <ac:spMk id="26" creationId="{38FC3771-34E3-2D48-785C-95562CCAA0F6}"/>
          </ac:spMkLst>
        </pc:spChg>
        <pc:spChg chg="add mod">
          <ac:chgData name="VÕ ĐÌNH CAO MINH HÀO" userId="117ef4e9-d17a-4134-95de-04d4e3db2ff5" providerId="ADAL" clId="{34D5478B-B5E6-954A-AE92-4F4031202745}" dt="2025-03-28T08:29:43.284" v="1837" actId="1076"/>
          <ac:spMkLst>
            <pc:docMk/>
            <pc:sldMk cId="3363930106" sldId="326"/>
            <ac:spMk id="27" creationId="{A977DA9C-600D-97B8-DAE1-7C46B1EB102C}"/>
          </ac:spMkLst>
        </pc:spChg>
        <pc:spChg chg="add mod">
          <ac:chgData name="VÕ ĐÌNH CAO MINH HÀO" userId="117ef4e9-d17a-4134-95de-04d4e3db2ff5" providerId="ADAL" clId="{34D5478B-B5E6-954A-AE92-4F4031202745}" dt="2025-03-28T08:28:40.815" v="1828" actId="1076"/>
          <ac:spMkLst>
            <pc:docMk/>
            <pc:sldMk cId="3363930106" sldId="326"/>
            <ac:spMk id="28" creationId="{002C7136-3744-61A1-555B-E4568B0DBDC3}"/>
          </ac:spMkLst>
        </pc:spChg>
        <pc:spChg chg="add del mod">
          <ac:chgData name="VÕ ĐÌNH CAO MINH HÀO" userId="117ef4e9-d17a-4134-95de-04d4e3db2ff5" providerId="ADAL" clId="{34D5478B-B5E6-954A-AE92-4F4031202745}" dt="2025-03-28T08:32:21.653" v="1860" actId="478"/>
          <ac:spMkLst>
            <pc:docMk/>
            <pc:sldMk cId="3363930106" sldId="326"/>
            <ac:spMk id="29" creationId="{73BBE74D-D35A-78FC-C6DB-36ADA51E9FE4}"/>
          </ac:spMkLst>
        </pc:spChg>
        <pc:spChg chg="add del mod">
          <ac:chgData name="VÕ ĐÌNH CAO MINH HÀO" userId="117ef4e9-d17a-4134-95de-04d4e3db2ff5" providerId="ADAL" clId="{34D5478B-B5E6-954A-AE92-4F4031202745}" dt="2025-03-28T08:32:23.245" v="1861" actId="478"/>
          <ac:spMkLst>
            <pc:docMk/>
            <pc:sldMk cId="3363930106" sldId="326"/>
            <ac:spMk id="30" creationId="{322C90BF-DB07-93A8-4736-B9832474D395}"/>
          </ac:spMkLst>
        </pc:spChg>
        <pc:spChg chg="add mod">
          <ac:chgData name="VÕ ĐÌNH CAO MINH HÀO" userId="117ef4e9-d17a-4134-95de-04d4e3db2ff5" providerId="ADAL" clId="{34D5478B-B5E6-954A-AE92-4F4031202745}" dt="2025-03-28T08:32:44.461" v="1863" actId="1076"/>
          <ac:spMkLst>
            <pc:docMk/>
            <pc:sldMk cId="3363930106" sldId="326"/>
            <ac:spMk id="31" creationId="{C82289AA-5307-8E2D-4087-86EB4821302F}"/>
          </ac:spMkLst>
        </pc:spChg>
        <pc:spChg chg="add mod">
          <ac:chgData name="VÕ ĐÌNH CAO MINH HÀO" userId="117ef4e9-d17a-4134-95de-04d4e3db2ff5" providerId="ADAL" clId="{34D5478B-B5E6-954A-AE92-4F4031202745}" dt="2025-03-28T08:31:59.243" v="1855" actId="1076"/>
          <ac:spMkLst>
            <pc:docMk/>
            <pc:sldMk cId="3363930106" sldId="326"/>
            <ac:spMk id="32" creationId="{B54DECAD-373B-70F9-A446-F580DD823A21}"/>
          </ac:spMkLst>
        </pc:spChg>
        <pc:spChg chg="add mod">
          <ac:chgData name="VÕ ĐÌNH CAO MINH HÀO" userId="117ef4e9-d17a-4134-95de-04d4e3db2ff5" providerId="ADAL" clId="{34D5478B-B5E6-954A-AE92-4F4031202745}" dt="2025-03-28T08:31:34.662" v="1852" actId="1076"/>
          <ac:spMkLst>
            <pc:docMk/>
            <pc:sldMk cId="3363930106" sldId="326"/>
            <ac:spMk id="33" creationId="{BDFA5529-39AA-56EE-89F2-FE2806B27BE6}"/>
          </ac:spMkLst>
        </pc:spChg>
        <pc:spChg chg="add mod">
          <ac:chgData name="VÕ ĐÌNH CAO MINH HÀO" userId="117ef4e9-d17a-4134-95de-04d4e3db2ff5" providerId="ADAL" clId="{34D5478B-B5E6-954A-AE92-4F4031202745}" dt="2025-03-28T08:29:57.988" v="1840" actId="1076"/>
          <ac:spMkLst>
            <pc:docMk/>
            <pc:sldMk cId="3363930106" sldId="326"/>
            <ac:spMk id="34" creationId="{898CCBE4-3792-DC47-6BF5-7EBEA9B20C1A}"/>
          </ac:spMkLst>
        </pc:spChg>
        <pc:spChg chg="add mod">
          <ac:chgData name="VÕ ĐÌNH CAO MINH HÀO" userId="117ef4e9-d17a-4134-95de-04d4e3db2ff5" providerId="ADAL" clId="{34D5478B-B5E6-954A-AE92-4F4031202745}" dt="2025-03-28T08:28:50.102" v="1829" actId="1076"/>
          <ac:spMkLst>
            <pc:docMk/>
            <pc:sldMk cId="3363930106" sldId="326"/>
            <ac:spMk id="35" creationId="{5B60E2AD-7186-4534-7D8F-FFFD9257871D}"/>
          </ac:spMkLst>
        </pc:spChg>
        <pc:spChg chg="add mod">
          <ac:chgData name="VÕ ĐÌNH CAO MINH HÀO" userId="117ef4e9-d17a-4134-95de-04d4e3db2ff5" providerId="ADAL" clId="{34D5478B-B5E6-954A-AE92-4F4031202745}" dt="2025-03-29T04:23:15.929" v="2424" actId="113"/>
          <ac:spMkLst>
            <pc:docMk/>
            <pc:sldMk cId="3363930106" sldId="326"/>
            <ac:spMk id="36" creationId="{758F758D-2C4A-D780-9CC1-07F92B3DEF14}"/>
          </ac:spMkLst>
        </pc:spChg>
        <pc:spChg chg="add mod">
          <ac:chgData name="VÕ ĐÌNH CAO MINH HÀO" userId="117ef4e9-d17a-4134-95de-04d4e3db2ff5" providerId="ADAL" clId="{34D5478B-B5E6-954A-AE92-4F4031202745}" dt="2025-03-28T08:33:51.253" v="1871" actId="767"/>
          <ac:spMkLst>
            <pc:docMk/>
            <pc:sldMk cId="3363930106" sldId="326"/>
            <ac:spMk id="37" creationId="{29CF827E-69C9-6FBC-9C95-CDA31FD12DEE}"/>
          </ac:spMkLst>
        </pc:spChg>
        <pc:spChg chg="add mod">
          <ac:chgData name="VÕ ĐÌNH CAO MINH HÀO" userId="117ef4e9-d17a-4134-95de-04d4e3db2ff5" providerId="ADAL" clId="{34D5478B-B5E6-954A-AE92-4F4031202745}" dt="2025-03-28T08:47:09.617" v="2022"/>
          <ac:spMkLst>
            <pc:docMk/>
            <pc:sldMk cId="3363930106" sldId="326"/>
            <ac:spMk id="38" creationId="{BCF3CDE9-F395-AD23-E7F1-70E3BB45E9C8}"/>
          </ac:spMkLst>
        </pc:spChg>
        <pc:spChg chg="add mod">
          <ac:chgData name="VÕ ĐÌNH CAO MINH HÀO" userId="117ef4e9-d17a-4134-95de-04d4e3db2ff5" providerId="ADAL" clId="{34D5478B-B5E6-954A-AE92-4F4031202745}" dt="2025-03-28T08:47:09.617" v="2022"/>
          <ac:spMkLst>
            <pc:docMk/>
            <pc:sldMk cId="3363930106" sldId="326"/>
            <ac:spMk id="39" creationId="{4A6F8C70-EC53-FF4D-1092-D71830EB994C}"/>
          </ac:spMkLst>
        </pc:spChg>
        <pc:spChg chg="add mod">
          <ac:chgData name="VÕ ĐÌNH CAO MINH HÀO" userId="117ef4e9-d17a-4134-95de-04d4e3db2ff5" providerId="ADAL" clId="{34D5478B-B5E6-954A-AE92-4F4031202745}" dt="2025-03-28T08:47:09.617" v="2022"/>
          <ac:spMkLst>
            <pc:docMk/>
            <pc:sldMk cId="3363930106" sldId="326"/>
            <ac:spMk id="40" creationId="{5C4D675B-8B4A-97C0-A3FB-0E238DC6D612}"/>
          </ac:spMkLst>
        </pc:spChg>
        <pc:spChg chg="add mod">
          <ac:chgData name="VÕ ĐÌNH CAO MINH HÀO" userId="117ef4e9-d17a-4134-95de-04d4e3db2ff5" providerId="ADAL" clId="{34D5478B-B5E6-954A-AE92-4F4031202745}" dt="2025-03-28T08:47:20.367" v="2024"/>
          <ac:spMkLst>
            <pc:docMk/>
            <pc:sldMk cId="3363930106" sldId="326"/>
            <ac:spMk id="41" creationId="{095665CA-A00E-8621-1C72-BF3FFF9C1D7C}"/>
          </ac:spMkLst>
        </pc:spChg>
        <pc:spChg chg="add mod">
          <ac:chgData name="VÕ ĐÌNH CAO MINH HÀO" userId="117ef4e9-d17a-4134-95de-04d4e3db2ff5" providerId="ADAL" clId="{34D5478B-B5E6-954A-AE92-4F4031202745}" dt="2025-03-31T07:55:53.987" v="3388" actId="16959"/>
          <ac:spMkLst>
            <pc:docMk/>
            <pc:sldMk cId="3363930106" sldId="326"/>
            <ac:spMk id="42" creationId="{7260348A-059A-92FA-F7C9-3844A4A1175C}"/>
          </ac:spMkLst>
        </pc:spChg>
        <pc:spChg chg="add mod">
          <ac:chgData name="VÕ ĐÌNH CAO MINH HÀO" userId="117ef4e9-d17a-4134-95de-04d4e3db2ff5" providerId="ADAL" clId="{34D5478B-B5E6-954A-AE92-4F4031202745}" dt="2025-03-28T08:47:20.367" v="2024"/>
          <ac:spMkLst>
            <pc:docMk/>
            <pc:sldMk cId="3363930106" sldId="326"/>
            <ac:spMk id="43" creationId="{966A5553-F217-4EE0-E925-D8A2953B95C8}"/>
          </ac:spMkLst>
        </pc:spChg>
        <pc:spChg chg="add mod">
          <ac:chgData name="VÕ ĐÌNH CAO MINH HÀO" userId="117ef4e9-d17a-4134-95de-04d4e3db2ff5" providerId="ADAL" clId="{34D5478B-B5E6-954A-AE92-4F4031202745}" dt="2025-03-28T08:47:20.367" v="2024"/>
          <ac:spMkLst>
            <pc:docMk/>
            <pc:sldMk cId="3363930106" sldId="326"/>
            <ac:spMk id="44" creationId="{067A4A1C-A8A5-90FC-D8DD-E69875B932DC}"/>
          </ac:spMkLst>
        </pc:spChg>
        <pc:picChg chg="add mod">
          <ac:chgData name="VÕ ĐÌNH CAO MINH HÀO" userId="117ef4e9-d17a-4134-95de-04d4e3db2ff5" providerId="ADAL" clId="{34D5478B-B5E6-954A-AE92-4F4031202745}" dt="2025-03-28T08:50:19.247" v="2085"/>
          <ac:picMkLst>
            <pc:docMk/>
            <pc:sldMk cId="3363930106" sldId="326"/>
            <ac:picMk id="45" creationId="{95B7E33E-9517-9F32-2782-35D4E71126AE}"/>
          </ac:picMkLst>
        </pc:picChg>
      </pc:sldChg>
      <pc:sldChg chg="addSp delSp modSp">
        <pc:chgData name="VÕ ĐÌNH CAO MINH HÀO" userId="117ef4e9-d17a-4134-95de-04d4e3db2ff5" providerId="ADAL" clId="{34D5478B-B5E6-954A-AE92-4F4031202745}" dt="2025-03-31T07:00:59.170" v="3374"/>
        <pc:sldMkLst>
          <pc:docMk/>
          <pc:sldMk cId="1078876576" sldId="327"/>
        </pc:sldMkLst>
        <pc:spChg chg="add mod">
          <ac:chgData name="VÕ ĐÌNH CAO MINH HÀO" userId="117ef4e9-d17a-4134-95de-04d4e3db2ff5" providerId="ADAL" clId="{34D5478B-B5E6-954A-AE92-4F4031202745}" dt="2025-03-29T09:29:52.084" v="3280"/>
          <ac:spMkLst>
            <pc:docMk/>
            <pc:sldMk cId="1078876576" sldId="327"/>
            <ac:spMk id="3" creationId="{7F2123AF-4772-0830-E663-C14B82A43CEB}"/>
          </ac:spMkLst>
        </pc:spChg>
        <pc:spChg chg="add del mod">
          <ac:chgData name="VÕ ĐÌNH CAO MINH HÀO" userId="117ef4e9-d17a-4134-95de-04d4e3db2ff5" providerId="ADAL" clId="{34D5478B-B5E6-954A-AE92-4F4031202745}" dt="2025-03-31T07:00:59.170" v="3374"/>
          <ac:spMkLst>
            <pc:docMk/>
            <pc:sldMk cId="1078876576" sldId="327"/>
            <ac:spMk id="4" creationId="{CB7DF718-C046-CA4B-6576-35CEB3AE399D}"/>
          </ac:spMkLst>
        </pc:spChg>
      </pc:sldChg>
      <pc:sldChg chg="addSp delSp modSp">
        <pc:chgData name="VÕ ĐÌNH CAO MINH HÀO" userId="117ef4e9-d17a-4134-95de-04d4e3db2ff5" providerId="ADAL" clId="{34D5478B-B5E6-954A-AE92-4F4031202745}" dt="2025-03-31T07:00:59.170" v="3374"/>
        <pc:sldMkLst>
          <pc:docMk/>
          <pc:sldMk cId="3295376489" sldId="328"/>
        </pc:sldMkLst>
        <pc:spChg chg="add mod">
          <ac:chgData name="VÕ ĐÌNH CAO MINH HÀO" userId="117ef4e9-d17a-4134-95de-04d4e3db2ff5" providerId="ADAL" clId="{34D5478B-B5E6-954A-AE92-4F4031202745}" dt="2025-03-29T09:29:52.084" v="3280"/>
          <ac:spMkLst>
            <pc:docMk/>
            <pc:sldMk cId="3295376489" sldId="328"/>
            <ac:spMk id="4" creationId="{6407D9FE-446C-A6F0-EDB0-98341C64F414}"/>
          </ac:spMkLst>
        </pc:spChg>
        <pc:spChg chg="add del mod">
          <ac:chgData name="VÕ ĐÌNH CAO MINH HÀO" userId="117ef4e9-d17a-4134-95de-04d4e3db2ff5" providerId="ADAL" clId="{34D5478B-B5E6-954A-AE92-4F4031202745}" dt="2025-03-31T07:00:59.170" v="3374"/>
          <ac:spMkLst>
            <pc:docMk/>
            <pc:sldMk cId="3295376489" sldId="328"/>
            <ac:spMk id="5" creationId="{6DE3B4C3-CBCB-D69A-997E-C52BF06A37A8}"/>
          </ac:spMkLst>
        </pc:spChg>
      </pc:sldChg>
      <pc:sldChg chg="addSp delSp modSp">
        <pc:chgData name="VÕ ĐÌNH CAO MINH HÀO" userId="117ef4e9-d17a-4134-95de-04d4e3db2ff5" providerId="ADAL" clId="{34D5478B-B5E6-954A-AE92-4F4031202745}" dt="2025-03-31T07:00:59.170" v="3374"/>
        <pc:sldMkLst>
          <pc:docMk/>
          <pc:sldMk cId="2173425663" sldId="331"/>
        </pc:sldMkLst>
        <pc:spChg chg="add mod">
          <ac:chgData name="VÕ ĐÌNH CAO MINH HÀO" userId="117ef4e9-d17a-4134-95de-04d4e3db2ff5" providerId="ADAL" clId="{34D5478B-B5E6-954A-AE92-4F4031202745}" dt="2025-03-29T09:29:52.084" v="3280"/>
          <ac:spMkLst>
            <pc:docMk/>
            <pc:sldMk cId="2173425663" sldId="331"/>
            <ac:spMk id="5" creationId="{F69C76B2-1B03-36DC-F45B-AF3B7B95DA5F}"/>
          </ac:spMkLst>
        </pc:spChg>
        <pc:spChg chg="add del mod">
          <ac:chgData name="VÕ ĐÌNH CAO MINH HÀO" userId="117ef4e9-d17a-4134-95de-04d4e3db2ff5" providerId="ADAL" clId="{34D5478B-B5E6-954A-AE92-4F4031202745}" dt="2025-03-31T07:00:59.170" v="3374"/>
          <ac:spMkLst>
            <pc:docMk/>
            <pc:sldMk cId="2173425663" sldId="331"/>
            <ac:spMk id="7" creationId="{C4A249E8-4A40-00EE-D5F1-76F1F3EF8C26}"/>
          </ac:spMkLst>
        </pc:spChg>
      </pc:sldChg>
      <pc:sldChg chg="addSp delSp modSp mod">
        <pc:chgData name="VÕ ĐÌNH CAO MINH HÀO" userId="117ef4e9-d17a-4134-95de-04d4e3db2ff5" providerId="ADAL" clId="{34D5478B-B5E6-954A-AE92-4F4031202745}" dt="2025-03-31T07:00:59.170" v="3374"/>
        <pc:sldMkLst>
          <pc:docMk/>
          <pc:sldMk cId="2250411401" sldId="332"/>
        </pc:sldMkLst>
        <pc:spChg chg="add mod">
          <ac:chgData name="VÕ ĐÌNH CAO MINH HÀO" userId="117ef4e9-d17a-4134-95de-04d4e3db2ff5" providerId="ADAL" clId="{34D5478B-B5E6-954A-AE92-4F4031202745}" dt="2025-03-29T09:29:52.084" v="3280"/>
          <ac:spMkLst>
            <pc:docMk/>
            <pc:sldMk cId="2250411401" sldId="332"/>
            <ac:spMk id="4" creationId="{436EB530-25DF-34F3-488D-144564627FD5}"/>
          </ac:spMkLst>
        </pc:spChg>
        <pc:spChg chg="add del mod">
          <ac:chgData name="VÕ ĐÌNH CAO MINH HÀO" userId="117ef4e9-d17a-4134-95de-04d4e3db2ff5" providerId="ADAL" clId="{34D5478B-B5E6-954A-AE92-4F4031202745}" dt="2025-03-31T07:00:59.170" v="3374"/>
          <ac:spMkLst>
            <pc:docMk/>
            <pc:sldMk cId="2250411401" sldId="332"/>
            <ac:spMk id="5" creationId="{D2B54CAA-646F-7635-BA2D-F73B8E00178D}"/>
          </ac:spMkLst>
        </pc:spChg>
        <pc:picChg chg="add mod">
          <ac:chgData name="VÕ ĐÌNH CAO MINH HÀO" userId="117ef4e9-d17a-4134-95de-04d4e3db2ff5" providerId="ADAL" clId="{34D5478B-B5E6-954A-AE92-4F4031202745}" dt="2025-03-29T04:33:25.338" v="2645" actId="14100"/>
          <ac:picMkLst>
            <pc:docMk/>
            <pc:sldMk cId="2250411401" sldId="332"/>
            <ac:picMk id="3" creationId="{B8881013-9FCB-38AF-B30F-0BCFC9E0EC6A}"/>
          </ac:picMkLst>
        </pc:picChg>
      </pc:sldChg>
      <pc:sldChg chg="addSp delSp modSp">
        <pc:chgData name="VÕ ĐÌNH CAO MINH HÀO" userId="117ef4e9-d17a-4134-95de-04d4e3db2ff5" providerId="ADAL" clId="{34D5478B-B5E6-954A-AE92-4F4031202745}" dt="2025-03-31T07:00:59.170" v="3374"/>
        <pc:sldMkLst>
          <pc:docMk/>
          <pc:sldMk cId="211849077" sldId="333"/>
        </pc:sldMkLst>
        <pc:spChg chg="add mod">
          <ac:chgData name="VÕ ĐÌNH CAO MINH HÀO" userId="117ef4e9-d17a-4134-95de-04d4e3db2ff5" providerId="ADAL" clId="{34D5478B-B5E6-954A-AE92-4F4031202745}" dt="2025-03-29T09:29:52.084" v="3280"/>
          <ac:spMkLst>
            <pc:docMk/>
            <pc:sldMk cId="211849077" sldId="333"/>
            <ac:spMk id="3" creationId="{6E87F69F-68E0-9EA7-96D8-4811759B8188}"/>
          </ac:spMkLst>
        </pc:spChg>
        <pc:spChg chg="add del mod">
          <ac:chgData name="VÕ ĐÌNH CAO MINH HÀO" userId="117ef4e9-d17a-4134-95de-04d4e3db2ff5" providerId="ADAL" clId="{34D5478B-B5E6-954A-AE92-4F4031202745}" dt="2025-03-31T07:00:59.170" v="3374"/>
          <ac:spMkLst>
            <pc:docMk/>
            <pc:sldMk cId="211849077" sldId="333"/>
            <ac:spMk id="6" creationId="{54D4159D-A3FE-3CFB-C45B-6372C65D192F}"/>
          </ac:spMkLst>
        </pc:spChg>
        <pc:picChg chg="add mod">
          <ac:chgData name="VÕ ĐÌNH CAO MINH HÀO" userId="117ef4e9-d17a-4134-95de-04d4e3db2ff5" providerId="ADAL" clId="{34D5478B-B5E6-954A-AE92-4F4031202745}" dt="2025-03-29T04:33:28.564" v="2646"/>
          <ac:picMkLst>
            <pc:docMk/>
            <pc:sldMk cId="211849077" sldId="333"/>
            <ac:picMk id="4" creationId="{47F803D7-DE06-7D0F-7544-F0FA77A87544}"/>
          </ac:picMkLst>
        </pc:picChg>
      </pc:sldChg>
      <pc:sldChg chg="addSp delSp modSp add mod">
        <pc:chgData name="VÕ ĐÌNH CAO MINH HÀO" userId="117ef4e9-d17a-4134-95de-04d4e3db2ff5" providerId="ADAL" clId="{34D5478B-B5E6-954A-AE92-4F4031202745}" dt="2025-03-31T07:00:59.170" v="3374"/>
        <pc:sldMkLst>
          <pc:docMk/>
          <pc:sldMk cId="1703935924" sldId="334"/>
        </pc:sldMkLst>
        <pc:spChg chg="add mod">
          <ac:chgData name="VÕ ĐÌNH CAO MINH HÀO" userId="117ef4e9-d17a-4134-95de-04d4e3db2ff5" providerId="ADAL" clId="{34D5478B-B5E6-954A-AE92-4F4031202745}" dt="2025-03-29T09:29:52.084" v="3280"/>
          <ac:spMkLst>
            <pc:docMk/>
            <pc:sldMk cId="1703935924" sldId="334"/>
            <ac:spMk id="3" creationId="{B726B8D0-6309-DE74-BD28-B5339861B42D}"/>
          </ac:spMkLst>
        </pc:spChg>
        <pc:spChg chg="add del mod">
          <ac:chgData name="VÕ ĐÌNH CAO MINH HÀO" userId="117ef4e9-d17a-4134-95de-04d4e3db2ff5" providerId="ADAL" clId="{34D5478B-B5E6-954A-AE92-4F4031202745}" dt="2025-03-31T07:00:59.170" v="3374"/>
          <ac:spMkLst>
            <pc:docMk/>
            <pc:sldMk cId="1703935924" sldId="334"/>
            <ac:spMk id="5" creationId="{84860B52-F993-EC69-01DD-8F956C8BE96B}"/>
          </ac:spMkLst>
        </pc:spChg>
        <pc:spChg chg="mod">
          <ac:chgData name="VÕ ĐÌNH CAO MINH HÀO" userId="117ef4e9-d17a-4134-95de-04d4e3db2ff5" providerId="ADAL" clId="{34D5478B-B5E6-954A-AE92-4F4031202745}" dt="2025-03-29T04:31:54.283" v="2640" actId="20577"/>
          <ac:spMkLst>
            <pc:docMk/>
            <pc:sldMk cId="1703935924" sldId="334"/>
            <ac:spMk id="15" creationId="{F155E7B1-60A3-4E7E-62CA-25ED998ABAEB}"/>
          </ac:spMkLst>
        </pc:spChg>
        <pc:picChg chg="del">
          <ac:chgData name="VÕ ĐÌNH CAO MINH HÀO" userId="117ef4e9-d17a-4134-95de-04d4e3db2ff5" providerId="ADAL" clId="{34D5478B-B5E6-954A-AE92-4F4031202745}" dt="2025-03-29T04:32:04.746" v="2641" actId="478"/>
          <ac:picMkLst>
            <pc:docMk/>
            <pc:sldMk cId="1703935924" sldId="334"/>
            <ac:picMk id="3" creationId="{4748D280-413C-7EC2-2BEC-3D71C241EDD2}"/>
          </ac:picMkLst>
        </pc:picChg>
        <pc:picChg chg="add mod">
          <ac:chgData name="VÕ ĐÌNH CAO MINH HÀO" userId="117ef4e9-d17a-4134-95de-04d4e3db2ff5" providerId="ADAL" clId="{34D5478B-B5E6-954A-AE92-4F4031202745}" dt="2025-03-29T04:32:05.195" v="2642"/>
          <ac:picMkLst>
            <pc:docMk/>
            <pc:sldMk cId="1703935924" sldId="334"/>
            <ac:picMk id="4" creationId="{1DDE69C1-0AEC-DC8A-ACDD-55E8CB4DDEB9}"/>
          </ac:picMkLst>
        </pc:picChg>
      </pc:sldChg>
      <pc:sldChg chg="addSp modSp del">
        <pc:chgData name="VÕ ĐÌNH CAO MINH HÀO" userId="117ef4e9-d17a-4134-95de-04d4e3db2ff5" providerId="ADAL" clId="{34D5478B-B5E6-954A-AE92-4F4031202745}" dt="2025-03-29T09:31:46.580" v="3283" actId="2696"/>
        <pc:sldMkLst>
          <pc:docMk/>
          <pc:sldMk cId="3273609031" sldId="335"/>
        </pc:sldMkLst>
        <pc:spChg chg="add mod">
          <ac:chgData name="VÕ ĐÌNH CAO MINH HÀO" userId="117ef4e9-d17a-4134-95de-04d4e3db2ff5" providerId="ADAL" clId="{34D5478B-B5E6-954A-AE92-4F4031202745}" dt="2025-03-29T09:29:52.084" v="3280"/>
          <ac:spMkLst>
            <pc:docMk/>
            <pc:sldMk cId="3273609031" sldId="335"/>
            <ac:spMk id="4" creationId="{D1894D43-1488-13C4-CA16-4F4057BD24D5}"/>
          </ac:spMkLst>
        </pc:spChg>
      </pc:sldChg>
      <pc:sldMasterChg chg="add del addSldLayout delSldLayout">
        <pc:chgData name="VÕ ĐÌNH CAO MINH HÀO" userId="117ef4e9-d17a-4134-95de-04d4e3db2ff5" providerId="ADAL" clId="{34D5478B-B5E6-954A-AE92-4F4031202745}" dt="2025-03-26T13:42:34.084" v="59" actId="26606"/>
        <pc:sldMasterMkLst>
          <pc:docMk/>
          <pc:sldMasterMk cId="3276750584" sldId="2147483648"/>
        </pc:sldMasterMkLst>
        <pc:sldLayoutChg chg="add del">
          <pc:chgData name="VÕ ĐÌNH CAO MINH HÀO" userId="117ef4e9-d17a-4134-95de-04d4e3db2ff5" providerId="ADAL" clId="{34D5478B-B5E6-954A-AE92-4F4031202745}" dt="2025-03-26T13:42:34.084" v="59" actId="26606"/>
          <pc:sldLayoutMkLst>
            <pc:docMk/>
            <pc:sldMasterMk cId="3276750584" sldId="2147483648"/>
            <pc:sldLayoutMk cId="3559197228" sldId="2147483649"/>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3069909297" sldId="2147483650"/>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320503035" sldId="2147483651"/>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3499685307" sldId="2147483652"/>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1199373589" sldId="2147483653"/>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2856355561" sldId="2147483654"/>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1135922278" sldId="2147483655"/>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149419379" sldId="2147483656"/>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1887671051" sldId="2147483657"/>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2388696078" sldId="2147483658"/>
          </pc:sldLayoutMkLst>
        </pc:sldLayoutChg>
        <pc:sldLayoutChg chg="add del">
          <pc:chgData name="VÕ ĐÌNH CAO MINH HÀO" userId="117ef4e9-d17a-4134-95de-04d4e3db2ff5" providerId="ADAL" clId="{34D5478B-B5E6-954A-AE92-4F4031202745}" dt="2025-03-26T13:42:34.084" v="59" actId="26606"/>
          <pc:sldLayoutMkLst>
            <pc:docMk/>
            <pc:sldMasterMk cId="3276750584" sldId="2147483648"/>
            <pc:sldLayoutMk cId="1209848770" sldId="2147483659"/>
          </pc:sldLayoutMkLst>
        </pc:sldLayoutChg>
      </pc:sldMasterChg>
      <pc:sldMasterChg chg="add addSldLayout">
        <pc:chgData name="VÕ ĐÌNH CAO MINH HÀO" userId="117ef4e9-d17a-4134-95de-04d4e3db2ff5" providerId="ADAL" clId="{34D5478B-B5E6-954A-AE92-4F4031202745}" dt="2025-03-26T13:42:34.084" v="59" actId="26606"/>
        <pc:sldMasterMkLst>
          <pc:docMk/>
          <pc:sldMasterMk cId="2059781669" sldId="2147483738"/>
        </pc:sldMasterMkLst>
        <pc:sldLayoutChg chg="add">
          <pc:chgData name="VÕ ĐÌNH CAO MINH HÀO" userId="117ef4e9-d17a-4134-95de-04d4e3db2ff5" providerId="ADAL" clId="{34D5478B-B5E6-954A-AE92-4F4031202745}" dt="2025-03-26T13:42:34.084" v="59" actId="26606"/>
          <pc:sldLayoutMkLst>
            <pc:docMk/>
            <pc:sldMasterMk cId="2059781669" sldId="2147483738"/>
            <pc:sldLayoutMk cId="3130185287" sldId="2147483727"/>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1473595727" sldId="2147483728"/>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4033477104" sldId="2147483729"/>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179816159" sldId="2147483730"/>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640580717" sldId="2147483731"/>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2529067863" sldId="2147483732"/>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1921316285" sldId="2147483733"/>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1796222367" sldId="2147483734"/>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2304409069" sldId="2147483735"/>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1461867951" sldId="2147483736"/>
          </pc:sldLayoutMkLst>
        </pc:sldLayoutChg>
        <pc:sldLayoutChg chg="add">
          <pc:chgData name="VÕ ĐÌNH CAO MINH HÀO" userId="117ef4e9-d17a-4134-95de-04d4e3db2ff5" providerId="ADAL" clId="{34D5478B-B5E6-954A-AE92-4F4031202745}" dt="2025-03-26T13:42:34.084" v="59" actId="26606"/>
          <pc:sldLayoutMkLst>
            <pc:docMk/>
            <pc:sldMasterMk cId="2059781669" sldId="2147483738"/>
            <pc:sldLayoutMk cId="3584863213" sldId="2147483737"/>
          </pc:sldLayoutMkLst>
        </pc:sldLayoutChg>
      </pc:sldMasterChg>
      <pc:sldMasterChg chg="add del addSldLayout delSldLayout">
        <pc:chgData name="VÕ ĐÌNH CAO MINH HÀO" userId="117ef4e9-d17a-4134-95de-04d4e3db2ff5" providerId="ADAL" clId="{34D5478B-B5E6-954A-AE92-4F4031202745}" dt="2025-03-26T13:42:12.338" v="58" actId="26606"/>
        <pc:sldMasterMkLst>
          <pc:docMk/>
          <pc:sldMasterMk cId="2888338201" sldId="2147483751"/>
        </pc:sldMasterMkLst>
        <pc:sldLayoutChg chg="add del">
          <pc:chgData name="VÕ ĐÌNH CAO MINH HÀO" userId="117ef4e9-d17a-4134-95de-04d4e3db2ff5" providerId="ADAL" clId="{34D5478B-B5E6-954A-AE92-4F4031202745}" dt="2025-03-26T13:42:12.338" v="58" actId="26606"/>
          <pc:sldLayoutMkLst>
            <pc:docMk/>
            <pc:sldMasterMk cId="2888338201" sldId="2147483751"/>
            <pc:sldLayoutMk cId="2613288853" sldId="2147483740"/>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4013219197" sldId="2147483741"/>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1667384933" sldId="2147483742"/>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4097955167" sldId="2147483743"/>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54191889" sldId="2147483744"/>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1557140625" sldId="2147483745"/>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520574709" sldId="2147483746"/>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2739428841" sldId="2147483747"/>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2555897577" sldId="2147483748"/>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3199890782" sldId="2147483749"/>
          </pc:sldLayoutMkLst>
        </pc:sldLayoutChg>
        <pc:sldLayoutChg chg="add del">
          <pc:chgData name="VÕ ĐÌNH CAO MINH HÀO" userId="117ef4e9-d17a-4134-95de-04d4e3db2ff5" providerId="ADAL" clId="{34D5478B-B5E6-954A-AE92-4F4031202745}" dt="2025-03-26T13:42:12.338" v="58" actId="26606"/>
          <pc:sldLayoutMkLst>
            <pc:docMk/>
            <pc:sldMasterMk cId="2888338201" sldId="2147483751"/>
            <pc:sldLayoutMk cId="309752794" sldId="2147483750"/>
          </pc:sldLayoutMkLst>
        </pc:sldLayoutChg>
      </pc:sldMasterChg>
    </pc:docChg>
  </pc:docChgLst>
  <pc:docChgLst>
    <pc:chgData name="TRỊNH DUY NHÂN" userId="3ddfc494-c775-401c-9c94-bfcc1a4fe946" providerId="ADAL" clId="{D9808D8C-6334-477B-B7B5-72248DF17BCC}"/>
    <pc:docChg chg="undo redo custSel addSld delSld modSld sldOrd">
      <pc:chgData name="TRỊNH DUY NHÂN" userId="3ddfc494-c775-401c-9c94-bfcc1a4fe946" providerId="ADAL" clId="{D9808D8C-6334-477B-B7B5-72248DF17BCC}" dt="2025-03-29T09:26:57.514" v="7221"/>
      <pc:docMkLst>
        <pc:docMk/>
      </pc:docMkLst>
      <pc:sldChg chg="modSp mod">
        <pc:chgData name="TRỊNH DUY NHÂN" userId="3ddfc494-c775-401c-9c94-bfcc1a4fe946" providerId="ADAL" clId="{D9808D8C-6334-477B-B7B5-72248DF17BCC}" dt="2025-03-26T13:40:45.985" v="10" actId="20577"/>
        <pc:sldMkLst>
          <pc:docMk/>
          <pc:sldMk cId="1917106234" sldId="256"/>
        </pc:sldMkLst>
        <pc:spChg chg="mod">
          <ac:chgData name="TRỊNH DUY NHÂN" userId="3ddfc494-c775-401c-9c94-bfcc1a4fe946" providerId="ADAL" clId="{D9808D8C-6334-477B-B7B5-72248DF17BCC}" dt="2025-03-26T13:40:45.985" v="10" actId="20577"/>
          <ac:spMkLst>
            <pc:docMk/>
            <pc:sldMk cId="1917106234" sldId="256"/>
            <ac:spMk id="3" creationId="{BBDE6BB8-76EF-A6F9-312C-CB7940F7D1E6}"/>
          </ac:spMkLst>
        </pc:spChg>
      </pc:sldChg>
      <pc:sldChg chg="addSp modSp new mod setBg">
        <pc:chgData name="TRỊNH DUY NHÂN" userId="3ddfc494-c775-401c-9c94-bfcc1a4fe946" providerId="ADAL" clId="{D9808D8C-6334-477B-B7B5-72248DF17BCC}" dt="2025-03-27T01:54:57.996" v="68" actId="26606"/>
        <pc:sldMkLst>
          <pc:docMk/>
          <pc:sldMk cId="4028384914" sldId="257"/>
        </pc:sldMkLst>
      </pc:sldChg>
      <pc:sldChg chg="addSp delSp modSp new mod setBg">
        <pc:chgData name="TRỊNH DUY NHÂN" userId="3ddfc494-c775-401c-9c94-bfcc1a4fe946" providerId="ADAL" clId="{D9808D8C-6334-477B-B7B5-72248DF17BCC}" dt="2025-03-27T01:54:43.199" v="67" actId="478"/>
        <pc:sldMkLst>
          <pc:docMk/>
          <pc:sldMk cId="258481584" sldId="258"/>
        </pc:sldMkLst>
      </pc:sldChg>
      <pc:sldChg chg="addSp delSp modSp new mod setBg">
        <pc:chgData name="TRỊNH DUY NHÂN" userId="3ddfc494-c775-401c-9c94-bfcc1a4fe946" providerId="ADAL" clId="{D9808D8C-6334-477B-B7B5-72248DF17BCC}" dt="2025-03-29T02:59:57.426" v="5607" actId="20577"/>
        <pc:sldMkLst>
          <pc:docMk/>
          <pc:sldMk cId="3145482011" sldId="259"/>
        </pc:sldMkLst>
        <pc:spChg chg="mod">
          <ac:chgData name="TRỊNH DUY NHÂN" userId="3ddfc494-c775-401c-9c94-bfcc1a4fe946" providerId="ADAL" clId="{D9808D8C-6334-477B-B7B5-72248DF17BCC}" dt="2025-03-27T02:01:47.637" v="463" actId="26606"/>
          <ac:spMkLst>
            <pc:docMk/>
            <pc:sldMk cId="3145482011" sldId="259"/>
            <ac:spMk id="2" creationId="{23A2BA94-9B00-0BE2-7D2F-0BBA34AAA64B}"/>
          </ac:spMkLst>
        </pc:spChg>
        <pc:spChg chg="add mod">
          <ac:chgData name="TRỊNH DUY NHÂN" userId="3ddfc494-c775-401c-9c94-bfcc1a4fe946" providerId="ADAL" clId="{D9808D8C-6334-477B-B7B5-72248DF17BCC}" dt="2025-03-27T02:14:32.268" v="610" actId="1076"/>
          <ac:spMkLst>
            <pc:docMk/>
            <pc:sldMk cId="3145482011" sldId="259"/>
            <ac:spMk id="4" creationId="{05972DF1-4999-CC84-6BC0-E2C7A2AE778F}"/>
          </ac:spMkLst>
        </pc:spChg>
        <pc:spChg chg="add mod">
          <ac:chgData name="TRỊNH DUY NHÂN" userId="3ddfc494-c775-401c-9c94-bfcc1a4fe946" providerId="ADAL" clId="{D9808D8C-6334-477B-B7B5-72248DF17BCC}" dt="2025-03-27T02:16:44.076" v="642" actId="20577"/>
          <ac:spMkLst>
            <pc:docMk/>
            <pc:sldMk cId="3145482011" sldId="259"/>
            <ac:spMk id="8" creationId="{D9140413-9474-453B-9701-B781FD9A9BD4}"/>
          </ac:spMkLst>
        </pc:spChg>
        <pc:spChg chg="add mod">
          <ac:chgData name="TRỊNH DUY NHÂN" userId="3ddfc494-c775-401c-9c94-bfcc1a4fe946" providerId="ADAL" clId="{D9808D8C-6334-477B-B7B5-72248DF17BCC}" dt="2025-03-27T02:18:11.936" v="666" actId="1076"/>
          <ac:spMkLst>
            <pc:docMk/>
            <pc:sldMk cId="3145482011" sldId="259"/>
            <ac:spMk id="10" creationId="{7305EFF6-F824-D010-2BFD-EA700641F06A}"/>
          </ac:spMkLst>
        </pc:spChg>
        <pc:spChg chg="add mod">
          <ac:chgData name="TRỊNH DUY NHÂN" userId="3ddfc494-c775-401c-9c94-bfcc1a4fe946" providerId="ADAL" clId="{D9808D8C-6334-477B-B7B5-72248DF17BCC}" dt="2025-03-27T02:18:03.386" v="665" actId="1076"/>
          <ac:spMkLst>
            <pc:docMk/>
            <pc:sldMk cId="3145482011" sldId="259"/>
            <ac:spMk id="11" creationId="{77197884-37FB-CAC4-89F9-12A396B96238}"/>
          </ac:spMkLst>
        </pc:spChg>
        <pc:spChg chg="add mod">
          <ac:chgData name="TRỊNH DUY NHÂN" userId="3ddfc494-c775-401c-9c94-bfcc1a4fe946" providerId="ADAL" clId="{D9808D8C-6334-477B-B7B5-72248DF17BCC}" dt="2025-03-27T02:18:03.386" v="665" actId="1076"/>
          <ac:spMkLst>
            <pc:docMk/>
            <pc:sldMk cId="3145482011" sldId="259"/>
            <ac:spMk id="12" creationId="{6E34BAD1-6533-31C7-E562-310D1C98F12E}"/>
          </ac:spMkLst>
        </pc:spChg>
        <pc:spChg chg="add mod">
          <ac:chgData name="TRỊNH DUY NHÂN" userId="3ddfc494-c775-401c-9c94-bfcc1a4fe946" providerId="ADAL" clId="{D9808D8C-6334-477B-B7B5-72248DF17BCC}" dt="2025-03-27T02:18:03.386" v="665" actId="1076"/>
          <ac:spMkLst>
            <pc:docMk/>
            <pc:sldMk cId="3145482011" sldId="259"/>
            <ac:spMk id="13" creationId="{42434DD2-A181-F1F5-40C1-9CD6A68A2BF7}"/>
          </ac:spMkLst>
        </pc:spChg>
        <pc:spChg chg="add mod">
          <ac:chgData name="TRỊNH DUY NHÂN" userId="3ddfc494-c775-401c-9c94-bfcc1a4fe946" providerId="ADAL" clId="{D9808D8C-6334-477B-B7B5-72248DF17BCC}" dt="2025-03-27T02:18:03.386" v="665" actId="1076"/>
          <ac:spMkLst>
            <pc:docMk/>
            <pc:sldMk cId="3145482011" sldId="259"/>
            <ac:spMk id="14" creationId="{F868EEF3-FF3D-E932-15F6-E7141BB5249E}"/>
          </ac:spMkLst>
        </pc:spChg>
        <pc:spChg chg="add mod">
          <ac:chgData name="TRỊNH DUY NHÂN" userId="3ddfc494-c775-401c-9c94-bfcc1a4fe946" providerId="ADAL" clId="{D9808D8C-6334-477B-B7B5-72248DF17BCC}" dt="2025-03-27T02:18:11.936" v="666" actId="1076"/>
          <ac:spMkLst>
            <pc:docMk/>
            <pc:sldMk cId="3145482011" sldId="259"/>
            <ac:spMk id="15" creationId="{F7AE9239-E974-175A-19C2-E838B3E9CA18}"/>
          </ac:spMkLst>
        </pc:spChg>
        <pc:spChg chg="add mod">
          <ac:chgData name="TRỊNH DUY NHÂN" userId="3ddfc494-c775-401c-9c94-bfcc1a4fe946" providerId="ADAL" clId="{D9808D8C-6334-477B-B7B5-72248DF17BCC}" dt="2025-03-27T02:18:11.936" v="666" actId="1076"/>
          <ac:spMkLst>
            <pc:docMk/>
            <pc:sldMk cId="3145482011" sldId="259"/>
            <ac:spMk id="16" creationId="{58DB873F-E4B2-9B01-5116-9401698969F8}"/>
          </ac:spMkLst>
        </pc:spChg>
        <pc:spChg chg="add mod">
          <ac:chgData name="TRỊNH DUY NHÂN" userId="3ddfc494-c775-401c-9c94-bfcc1a4fe946" providerId="ADAL" clId="{D9808D8C-6334-477B-B7B5-72248DF17BCC}" dt="2025-03-27T02:18:17.383" v="668" actId="20577"/>
          <ac:spMkLst>
            <pc:docMk/>
            <pc:sldMk cId="3145482011" sldId="259"/>
            <ac:spMk id="17" creationId="{765A14F9-0DC2-4BE7-6D72-70A484E588D0}"/>
          </ac:spMkLst>
        </pc:spChg>
        <pc:spChg chg="add mod">
          <ac:chgData name="TRỊNH DUY NHÂN" userId="3ddfc494-c775-401c-9c94-bfcc1a4fe946" providerId="ADAL" clId="{D9808D8C-6334-477B-B7B5-72248DF17BCC}" dt="2025-03-27T02:18:36.689" v="675" actId="20577"/>
          <ac:spMkLst>
            <pc:docMk/>
            <pc:sldMk cId="3145482011" sldId="259"/>
            <ac:spMk id="18" creationId="{7B00FD8A-AD88-F195-09BD-5B35290B3BE7}"/>
          </ac:spMkLst>
        </pc:spChg>
        <pc:spChg chg="add mod">
          <ac:chgData name="TRỊNH DUY NHÂN" userId="3ddfc494-c775-401c-9c94-bfcc1a4fe946" providerId="ADAL" clId="{D9808D8C-6334-477B-B7B5-72248DF17BCC}" dt="2025-03-27T02:18:22.038" v="670" actId="20577"/>
          <ac:spMkLst>
            <pc:docMk/>
            <pc:sldMk cId="3145482011" sldId="259"/>
            <ac:spMk id="19" creationId="{478BA951-8E19-9AF5-BF74-75DD25B3ABDA}"/>
          </ac:spMkLst>
        </pc:spChg>
        <pc:spChg chg="add mod">
          <ac:chgData name="TRỊNH DUY NHÂN" userId="3ddfc494-c775-401c-9c94-bfcc1a4fe946" providerId="ADAL" clId="{D9808D8C-6334-477B-B7B5-72248DF17BCC}" dt="2025-03-27T02:18:24.569" v="672" actId="20577"/>
          <ac:spMkLst>
            <pc:docMk/>
            <pc:sldMk cId="3145482011" sldId="259"/>
            <ac:spMk id="22" creationId="{394C901E-44BE-0F75-2B92-377C52B3E2F4}"/>
          </ac:spMkLst>
        </pc:spChg>
        <pc:graphicFrameChg chg="add mod">
          <ac:chgData name="TRỊNH DUY NHÂN" userId="3ddfc494-c775-401c-9c94-bfcc1a4fe946" providerId="ADAL" clId="{D9808D8C-6334-477B-B7B5-72248DF17BCC}" dt="2025-03-29T02:59:57.426" v="5607" actId="20577"/>
          <ac:graphicFrameMkLst>
            <pc:docMk/>
            <pc:sldMk cId="3145482011" sldId="259"/>
            <ac:graphicFrameMk id="51" creationId="{91F47C54-3AC9-0AD5-84D7-118D303EF968}"/>
          </ac:graphicFrameMkLst>
        </pc:graphicFrameChg>
        <pc:cxnChg chg="add mod">
          <ac:chgData name="TRỊNH DUY NHÂN" userId="3ddfc494-c775-401c-9c94-bfcc1a4fe946" providerId="ADAL" clId="{D9808D8C-6334-477B-B7B5-72248DF17BCC}" dt="2025-03-27T02:18:03.386" v="665" actId="1076"/>
          <ac:cxnSpMkLst>
            <pc:docMk/>
            <pc:sldMk cId="3145482011" sldId="259"/>
            <ac:cxnSpMk id="24" creationId="{006B00C8-9F7A-83ED-FDA0-61A9716B469D}"/>
          </ac:cxnSpMkLst>
        </pc:cxnChg>
        <pc:cxnChg chg="add mod">
          <ac:chgData name="TRỊNH DUY NHÂN" userId="3ddfc494-c775-401c-9c94-bfcc1a4fe946" providerId="ADAL" clId="{D9808D8C-6334-477B-B7B5-72248DF17BCC}" dt="2025-03-27T02:14:54.476" v="617" actId="1076"/>
          <ac:cxnSpMkLst>
            <pc:docMk/>
            <pc:sldMk cId="3145482011" sldId="259"/>
            <ac:cxnSpMk id="26" creationId="{9C904236-C962-8E6E-0126-1D5C3929AF56}"/>
          </ac:cxnSpMkLst>
        </pc:cxnChg>
        <pc:cxnChg chg="add mod">
          <ac:chgData name="TRỊNH DUY NHÂN" userId="3ddfc494-c775-401c-9c94-bfcc1a4fe946" providerId="ADAL" clId="{D9808D8C-6334-477B-B7B5-72248DF17BCC}" dt="2025-03-27T02:14:34.837" v="611" actId="1076"/>
          <ac:cxnSpMkLst>
            <pc:docMk/>
            <pc:sldMk cId="3145482011" sldId="259"/>
            <ac:cxnSpMk id="28" creationId="{50ABE609-777C-CD76-3172-EABCD3FCDB98}"/>
          </ac:cxnSpMkLst>
        </pc:cxnChg>
        <pc:cxnChg chg="add mod">
          <ac:chgData name="TRỊNH DUY NHÂN" userId="3ddfc494-c775-401c-9c94-bfcc1a4fe946" providerId="ADAL" clId="{D9808D8C-6334-477B-B7B5-72248DF17BCC}" dt="2025-03-27T02:18:03.386" v="665" actId="1076"/>
          <ac:cxnSpMkLst>
            <pc:docMk/>
            <pc:sldMk cId="3145482011" sldId="259"/>
            <ac:cxnSpMk id="33" creationId="{E5136F5C-A11E-1C70-381F-126CC09E53B6}"/>
          </ac:cxnSpMkLst>
        </pc:cxnChg>
        <pc:cxnChg chg="add mod">
          <ac:chgData name="TRỊNH DUY NHÂN" userId="3ddfc494-c775-401c-9c94-bfcc1a4fe946" providerId="ADAL" clId="{D9808D8C-6334-477B-B7B5-72248DF17BCC}" dt="2025-03-27T02:15:09.530" v="621" actId="1076"/>
          <ac:cxnSpMkLst>
            <pc:docMk/>
            <pc:sldMk cId="3145482011" sldId="259"/>
            <ac:cxnSpMk id="35" creationId="{C294617E-5C59-3595-2613-E118B79E416D}"/>
          </ac:cxnSpMkLst>
        </pc:cxnChg>
        <pc:cxnChg chg="add mod">
          <ac:chgData name="TRỊNH DUY NHÂN" userId="3ddfc494-c775-401c-9c94-bfcc1a4fe946" providerId="ADAL" clId="{D9808D8C-6334-477B-B7B5-72248DF17BCC}" dt="2025-03-27T02:18:11.936" v="666" actId="1076"/>
          <ac:cxnSpMkLst>
            <pc:docMk/>
            <pc:sldMk cId="3145482011" sldId="259"/>
            <ac:cxnSpMk id="37" creationId="{80AD4267-EC3F-04A9-C872-CB8EC407D58C}"/>
          </ac:cxnSpMkLst>
        </pc:cxnChg>
        <pc:cxnChg chg="add mod">
          <ac:chgData name="TRỊNH DUY NHÂN" userId="3ddfc494-c775-401c-9c94-bfcc1a4fe946" providerId="ADAL" clId="{D9808D8C-6334-477B-B7B5-72248DF17BCC}" dt="2025-03-27T02:18:03.386" v="665" actId="1076"/>
          <ac:cxnSpMkLst>
            <pc:docMk/>
            <pc:sldMk cId="3145482011" sldId="259"/>
            <ac:cxnSpMk id="39" creationId="{B5DD7404-AC11-EEA2-AC40-432CD541D44D}"/>
          </ac:cxnSpMkLst>
        </pc:cxnChg>
        <pc:cxnChg chg="add mod">
          <ac:chgData name="TRỊNH DUY NHÂN" userId="3ddfc494-c775-401c-9c94-bfcc1a4fe946" providerId="ADAL" clId="{D9808D8C-6334-477B-B7B5-72248DF17BCC}" dt="2025-03-27T02:18:03.386" v="665" actId="1076"/>
          <ac:cxnSpMkLst>
            <pc:docMk/>
            <pc:sldMk cId="3145482011" sldId="259"/>
            <ac:cxnSpMk id="41" creationId="{3A20C912-D9C0-8BF5-AA2C-EAD0DCCD7BE8}"/>
          </ac:cxnSpMkLst>
        </pc:cxnChg>
        <pc:cxnChg chg="add mod">
          <ac:chgData name="TRỊNH DUY NHÂN" userId="3ddfc494-c775-401c-9c94-bfcc1a4fe946" providerId="ADAL" clId="{D9808D8C-6334-477B-B7B5-72248DF17BCC}" dt="2025-03-27T02:15:27.672" v="626" actId="1076"/>
          <ac:cxnSpMkLst>
            <pc:docMk/>
            <pc:sldMk cId="3145482011" sldId="259"/>
            <ac:cxnSpMk id="43" creationId="{BB01FF40-752A-3C04-DC34-EF95EE7D308A}"/>
          </ac:cxnSpMkLst>
        </pc:cxnChg>
        <pc:cxnChg chg="add mod">
          <ac:chgData name="TRỊNH DUY NHÂN" userId="3ddfc494-c775-401c-9c94-bfcc1a4fe946" providerId="ADAL" clId="{D9808D8C-6334-477B-B7B5-72248DF17BCC}" dt="2025-03-27T02:16:20.407" v="635" actId="1076"/>
          <ac:cxnSpMkLst>
            <pc:docMk/>
            <pc:sldMk cId="3145482011" sldId="259"/>
            <ac:cxnSpMk id="45" creationId="{62205897-A60F-B6C7-D7A9-F47E81878691}"/>
          </ac:cxnSpMkLst>
        </pc:cxnChg>
        <pc:cxnChg chg="add mod">
          <ac:chgData name="TRỊNH DUY NHÂN" userId="3ddfc494-c775-401c-9c94-bfcc1a4fe946" providerId="ADAL" clId="{D9808D8C-6334-477B-B7B5-72248DF17BCC}" dt="2025-03-27T02:18:11.936" v="666" actId="1076"/>
          <ac:cxnSpMkLst>
            <pc:docMk/>
            <pc:sldMk cId="3145482011" sldId="259"/>
            <ac:cxnSpMk id="47" creationId="{A857D228-E10B-AE36-58EE-5B6844265106}"/>
          </ac:cxnSpMkLst>
        </pc:cxnChg>
        <pc:cxnChg chg="add mod">
          <ac:chgData name="TRỊNH DUY NHÂN" userId="3ddfc494-c775-401c-9c94-bfcc1a4fe946" providerId="ADAL" clId="{D9808D8C-6334-477B-B7B5-72248DF17BCC}" dt="2025-03-27T02:18:11.936" v="666" actId="1076"/>
          <ac:cxnSpMkLst>
            <pc:docMk/>
            <pc:sldMk cId="3145482011" sldId="259"/>
            <ac:cxnSpMk id="49" creationId="{6540D90A-4FED-4E17-AFAD-8F83E46D91B4}"/>
          </ac:cxnSpMkLst>
        </pc:cxnChg>
      </pc:sldChg>
      <pc:sldChg chg="modSp mod">
        <pc:chgData name="TRỊNH DUY NHÂN" userId="3ddfc494-c775-401c-9c94-bfcc1a4fe946" providerId="ADAL" clId="{D9808D8C-6334-477B-B7B5-72248DF17BCC}" dt="2025-03-29T02:40:50.280" v="4794" actId="20577"/>
        <pc:sldMkLst>
          <pc:docMk/>
          <pc:sldMk cId="1372132959" sldId="260"/>
        </pc:sldMkLst>
        <pc:spChg chg="mod">
          <ac:chgData name="TRỊNH DUY NHÂN" userId="3ddfc494-c775-401c-9c94-bfcc1a4fe946" providerId="ADAL" clId="{D9808D8C-6334-477B-B7B5-72248DF17BCC}" dt="2025-03-29T02:40:50.280" v="4794" actId="20577"/>
          <ac:spMkLst>
            <pc:docMk/>
            <pc:sldMk cId="1372132959" sldId="260"/>
            <ac:spMk id="15" creationId="{4CC80647-D08B-C5D3-8343-31F9E9215006}"/>
          </ac:spMkLst>
        </pc:spChg>
      </pc:sldChg>
      <pc:sldChg chg="addSp delSp modSp new mod ord setBg">
        <pc:chgData name="TRỊNH DUY NHÂN" userId="3ddfc494-c775-401c-9c94-bfcc1a4fe946" providerId="ADAL" clId="{D9808D8C-6334-477B-B7B5-72248DF17BCC}" dt="2025-03-27T08:39:22.429" v="1912" actId="20577"/>
        <pc:sldMkLst>
          <pc:docMk/>
          <pc:sldMk cId="2302746701" sldId="260"/>
        </pc:sldMkLst>
      </pc:sldChg>
      <pc:sldChg chg="addSp delSp modSp new mod">
        <pc:chgData name="TRỊNH DUY NHÂN" userId="3ddfc494-c775-401c-9c94-bfcc1a4fe946" providerId="ADAL" clId="{D9808D8C-6334-477B-B7B5-72248DF17BCC}" dt="2025-03-27T04:16:56.440" v="1696" actId="1076"/>
        <pc:sldMkLst>
          <pc:docMk/>
          <pc:sldMk cId="2430477212" sldId="261"/>
        </pc:sldMkLst>
        <pc:spChg chg="mod">
          <ac:chgData name="TRỊNH DUY NHÂN" userId="3ddfc494-c775-401c-9c94-bfcc1a4fe946" providerId="ADAL" clId="{D9808D8C-6334-477B-B7B5-72248DF17BCC}" dt="2025-03-27T04:16:56.440" v="1696" actId="1076"/>
          <ac:spMkLst>
            <pc:docMk/>
            <pc:sldMk cId="2430477212" sldId="261"/>
            <ac:spMk id="2" creationId="{C30CAB3C-D40F-47C3-CACE-991B38E89AD0}"/>
          </ac:spMkLst>
        </pc:spChg>
        <pc:spChg chg="add mod">
          <ac:chgData name="TRỊNH DUY NHÂN" userId="3ddfc494-c775-401c-9c94-bfcc1a4fe946" providerId="ADAL" clId="{D9808D8C-6334-477B-B7B5-72248DF17BCC}" dt="2025-03-27T03:02:46.650" v="1212"/>
          <ac:spMkLst>
            <pc:docMk/>
            <pc:sldMk cId="2430477212" sldId="261"/>
            <ac:spMk id="5" creationId="{1E18D509-106B-24A6-8A8A-917A6BBCB27D}"/>
          </ac:spMkLst>
        </pc:spChg>
        <pc:spChg chg="add mod">
          <ac:chgData name="TRỊNH DUY NHÂN" userId="3ddfc494-c775-401c-9c94-bfcc1a4fe946" providerId="ADAL" clId="{D9808D8C-6334-477B-B7B5-72248DF17BCC}" dt="2025-03-27T03:02:46.650" v="1212"/>
          <ac:spMkLst>
            <pc:docMk/>
            <pc:sldMk cId="2430477212" sldId="261"/>
            <ac:spMk id="6" creationId="{3C3018BC-2797-5BC6-05B2-E577C0035428}"/>
          </ac:spMkLst>
        </pc:spChg>
        <pc:spChg chg="add mod">
          <ac:chgData name="TRỊNH DUY NHÂN" userId="3ddfc494-c775-401c-9c94-bfcc1a4fe946" providerId="ADAL" clId="{D9808D8C-6334-477B-B7B5-72248DF17BCC}" dt="2025-03-27T03:02:46.650" v="1212"/>
          <ac:spMkLst>
            <pc:docMk/>
            <pc:sldMk cId="2430477212" sldId="261"/>
            <ac:spMk id="7" creationId="{168D0B13-E019-FD84-55C5-DD1B17476386}"/>
          </ac:spMkLst>
        </pc:spChg>
        <pc:spChg chg="add mod">
          <ac:chgData name="TRỊNH DUY NHÂN" userId="3ddfc494-c775-401c-9c94-bfcc1a4fe946" providerId="ADAL" clId="{D9808D8C-6334-477B-B7B5-72248DF17BCC}" dt="2025-03-27T03:02:46.650" v="1212"/>
          <ac:spMkLst>
            <pc:docMk/>
            <pc:sldMk cId="2430477212" sldId="261"/>
            <ac:spMk id="9" creationId="{8DEB00D9-0D64-3CB1-F271-ED094C4A2D54}"/>
          </ac:spMkLst>
        </pc:spChg>
        <pc:spChg chg="add mod">
          <ac:chgData name="TRỊNH DUY NHÂN" userId="3ddfc494-c775-401c-9c94-bfcc1a4fe946" providerId="ADAL" clId="{D9808D8C-6334-477B-B7B5-72248DF17BCC}" dt="2025-03-27T03:02:46.650" v="1212"/>
          <ac:spMkLst>
            <pc:docMk/>
            <pc:sldMk cId="2430477212" sldId="261"/>
            <ac:spMk id="10" creationId="{210B4D42-0B98-F10B-BBCE-184063A5D7CB}"/>
          </ac:spMkLst>
        </pc:spChg>
        <pc:spChg chg="add mod">
          <ac:chgData name="TRỊNH DUY NHÂN" userId="3ddfc494-c775-401c-9c94-bfcc1a4fe946" providerId="ADAL" clId="{D9808D8C-6334-477B-B7B5-72248DF17BCC}" dt="2025-03-27T03:02:46.650" v="1212"/>
          <ac:spMkLst>
            <pc:docMk/>
            <pc:sldMk cId="2430477212" sldId="261"/>
            <ac:spMk id="11" creationId="{BDB967C1-80AA-7B0A-6871-62893D7DC605}"/>
          </ac:spMkLst>
        </pc:spChg>
        <pc:spChg chg="add mod">
          <ac:chgData name="TRỊNH DUY NHÂN" userId="3ddfc494-c775-401c-9c94-bfcc1a4fe946" providerId="ADAL" clId="{D9808D8C-6334-477B-B7B5-72248DF17BCC}" dt="2025-03-27T03:02:46.650" v="1212"/>
          <ac:spMkLst>
            <pc:docMk/>
            <pc:sldMk cId="2430477212" sldId="261"/>
            <ac:spMk id="12" creationId="{4E4767FD-2245-1DBE-E75C-B907B8102423}"/>
          </ac:spMkLst>
        </pc:spChg>
        <pc:spChg chg="add mod">
          <ac:chgData name="TRỊNH DUY NHÂN" userId="3ddfc494-c775-401c-9c94-bfcc1a4fe946" providerId="ADAL" clId="{D9808D8C-6334-477B-B7B5-72248DF17BCC}" dt="2025-03-27T03:02:46.650" v="1212"/>
          <ac:spMkLst>
            <pc:docMk/>
            <pc:sldMk cId="2430477212" sldId="261"/>
            <ac:spMk id="13" creationId="{6B0087F0-35A2-808E-463D-ABAC8F64F570}"/>
          </ac:spMkLst>
        </pc:spChg>
        <pc:spChg chg="add mod">
          <ac:chgData name="TRỊNH DUY NHÂN" userId="3ddfc494-c775-401c-9c94-bfcc1a4fe946" providerId="ADAL" clId="{D9808D8C-6334-477B-B7B5-72248DF17BCC}" dt="2025-03-27T03:02:46.650" v="1212"/>
          <ac:spMkLst>
            <pc:docMk/>
            <pc:sldMk cId="2430477212" sldId="261"/>
            <ac:spMk id="14" creationId="{87E8DFDC-553F-A9C5-F733-5CDA70C2E318}"/>
          </ac:spMkLst>
        </pc:spChg>
        <pc:spChg chg="add mod">
          <ac:chgData name="TRỊNH DUY NHÂN" userId="3ddfc494-c775-401c-9c94-bfcc1a4fe946" providerId="ADAL" clId="{D9808D8C-6334-477B-B7B5-72248DF17BCC}" dt="2025-03-27T03:02:46.650" v="1212"/>
          <ac:spMkLst>
            <pc:docMk/>
            <pc:sldMk cId="2430477212" sldId="261"/>
            <ac:spMk id="15" creationId="{165E4E20-D27A-DB4B-B40A-DA2C4DBB4B9B}"/>
          </ac:spMkLst>
        </pc:spChg>
        <pc:spChg chg="add mod">
          <ac:chgData name="TRỊNH DUY NHÂN" userId="3ddfc494-c775-401c-9c94-bfcc1a4fe946" providerId="ADAL" clId="{D9808D8C-6334-477B-B7B5-72248DF17BCC}" dt="2025-03-27T03:05:10.709" v="1241" actId="14100"/>
          <ac:spMkLst>
            <pc:docMk/>
            <pc:sldMk cId="2430477212" sldId="261"/>
            <ac:spMk id="30" creationId="{7B049853-64EE-26F2-03BE-A000BEB1B869}"/>
          </ac:spMkLst>
        </pc:spChg>
        <pc:spChg chg="add mod">
          <ac:chgData name="TRỊNH DUY NHÂN" userId="3ddfc494-c775-401c-9c94-bfcc1a4fe946" providerId="ADAL" clId="{D9808D8C-6334-477B-B7B5-72248DF17BCC}" dt="2025-03-27T03:23:37.594" v="1247" actId="14100"/>
          <ac:spMkLst>
            <pc:docMk/>
            <pc:sldMk cId="2430477212" sldId="261"/>
            <ac:spMk id="32" creationId="{A7D98F59-CB3D-4EFC-8750-F695CA40E003}"/>
          </ac:spMkLst>
        </pc:spChg>
        <pc:spChg chg="add mod">
          <ac:chgData name="TRỊNH DUY NHÂN" userId="3ddfc494-c775-401c-9c94-bfcc1a4fe946" providerId="ADAL" clId="{D9808D8C-6334-477B-B7B5-72248DF17BCC}" dt="2025-03-27T03:23:53.187" v="1249" actId="14100"/>
          <ac:spMkLst>
            <pc:docMk/>
            <pc:sldMk cId="2430477212" sldId="261"/>
            <ac:spMk id="33" creationId="{1F9F3405-FDB6-C769-E447-7CA4871A424C}"/>
          </ac:spMkLst>
        </pc:spChg>
        <pc:spChg chg="add mod">
          <ac:chgData name="TRỊNH DUY NHÂN" userId="3ddfc494-c775-401c-9c94-bfcc1a4fe946" providerId="ADAL" clId="{D9808D8C-6334-477B-B7B5-72248DF17BCC}" dt="2025-03-27T03:48:13.125" v="1257" actId="17032"/>
          <ac:spMkLst>
            <pc:docMk/>
            <pc:sldMk cId="2430477212" sldId="261"/>
            <ac:spMk id="34" creationId="{07398726-EE75-3625-0B6D-41DDEB82BD95}"/>
          </ac:spMkLst>
        </pc:spChg>
        <pc:spChg chg="add mod">
          <ac:chgData name="TRỊNH DUY NHÂN" userId="3ddfc494-c775-401c-9c94-bfcc1a4fe946" providerId="ADAL" clId="{D9808D8C-6334-477B-B7B5-72248DF17BCC}" dt="2025-03-27T03:48:59.695" v="1259" actId="17032"/>
          <ac:spMkLst>
            <pc:docMk/>
            <pc:sldMk cId="2430477212" sldId="261"/>
            <ac:spMk id="36" creationId="{759F990A-58DC-D330-76D0-6B4D24989941}"/>
          </ac:spMkLst>
        </pc:spChg>
        <pc:spChg chg="add mod">
          <ac:chgData name="TRỊNH DUY NHÂN" userId="3ddfc494-c775-401c-9c94-bfcc1a4fe946" providerId="ADAL" clId="{D9808D8C-6334-477B-B7B5-72248DF17BCC}" dt="2025-03-27T03:49:13.942" v="1261" actId="14100"/>
          <ac:spMkLst>
            <pc:docMk/>
            <pc:sldMk cId="2430477212" sldId="261"/>
            <ac:spMk id="37" creationId="{0E662D6E-C6C4-A56A-4F5A-EB240E3E10FB}"/>
          </ac:spMkLst>
        </pc:spChg>
        <pc:spChg chg="add mod">
          <ac:chgData name="TRỊNH DUY NHÂN" userId="3ddfc494-c775-401c-9c94-bfcc1a4fe946" providerId="ADAL" clId="{D9808D8C-6334-477B-B7B5-72248DF17BCC}" dt="2025-03-27T03:49:29.395" v="1263" actId="14100"/>
          <ac:spMkLst>
            <pc:docMk/>
            <pc:sldMk cId="2430477212" sldId="261"/>
            <ac:spMk id="38" creationId="{91FA1755-7BCF-C84B-5E2A-C0FF20309EE5}"/>
          </ac:spMkLst>
        </pc:spChg>
        <pc:spChg chg="add mod">
          <ac:chgData name="TRỊNH DUY NHÂN" userId="3ddfc494-c775-401c-9c94-bfcc1a4fe946" providerId="ADAL" clId="{D9808D8C-6334-477B-B7B5-72248DF17BCC}" dt="2025-03-27T03:50:13.916" v="1266" actId="14100"/>
          <ac:spMkLst>
            <pc:docMk/>
            <pc:sldMk cId="2430477212" sldId="261"/>
            <ac:spMk id="39" creationId="{632E8734-11D1-C9EF-E8C8-915DCA6525EB}"/>
          </ac:spMkLst>
        </pc:spChg>
        <pc:spChg chg="add mod">
          <ac:chgData name="TRỊNH DUY NHÂN" userId="3ddfc494-c775-401c-9c94-bfcc1a4fe946" providerId="ADAL" clId="{D9808D8C-6334-477B-B7B5-72248DF17BCC}" dt="2025-03-27T03:51:15.156" v="1268" actId="17032"/>
          <ac:spMkLst>
            <pc:docMk/>
            <pc:sldMk cId="2430477212" sldId="261"/>
            <ac:spMk id="40" creationId="{DFE05050-168F-2401-37AF-47BE645AFB81}"/>
          </ac:spMkLst>
        </pc:spChg>
        <pc:spChg chg="add mod">
          <ac:chgData name="TRỊNH DUY NHÂN" userId="3ddfc494-c775-401c-9c94-bfcc1a4fe946" providerId="ADAL" clId="{D9808D8C-6334-477B-B7B5-72248DF17BCC}" dt="2025-03-27T03:51:37.945" v="1270" actId="17032"/>
          <ac:spMkLst>
            <pc:docMk/>
            <pc:sldMk cId="2430477212" sldId="261"/>
            <ac:spMk id="41" creationId="{9F5BAD8A-625A-7941-0297-4B9A79B4183A}"/>
          </ac:spMkLst>
        </pc:spChg>
        <pc:spChg chg="add mod">
          <ac:chgData name="TRỊNH DUY NHÂN" userId="3ddfc494-c775-401c-9c94-bfcc1a4fe946" providerId="ADAL" clId="{D9808D8C-6334-477B-B7B5-72248DF17BCC}" dt="2025-03-27T03:54:11.165" v="1378" actId="1076"/>
          <ac:spMkLst>
            <pc:docMk/>
            <pc:sldMk cId="2430477212" sldId="261"/>
            <ac:spMk id="43" creationId="{0F1FA55B-D77F-9A13-11AF-48F0438C16C9}"/>
          </ac:spMkLst>
        </pc:spChg>
        <pc:spChg chg="add mod">
          <ac:chgData name="TRỊNH DUY NHÂN" userId="3ddfc494-c775-401c-9c94-bfcc1a4fe946" providerId="ADAL" clId="{D9808D8C-6334-477B-B7B5-72248DF17BCC}" dt="2025-03-27T03:54:11.165" v="1378" actId="1076"/>
          <ac:spMkLst>
            <pc:docMk/>
            <pc:sldMk cId="2430477212" sldId="261"/>
            <ac:spMk id="44" creationId="{A9AF16AA-ADCD-B953-B37B-5A7C08170157}"/>
          </ac:spMkLst>
        </pc:spChg>
        <pc:spChg chg="add mod">
          <ac:chgData name="TRỊNH DUY NHÂN" userId="3ddfc494-c775-401c-9c94-bfcc1a4fe946" providerId="ADAL" clId="{D9808D8C-6334-477B-B7B5-72248DF17BCC}" dt="2025-03-27T03:54:11.165" v="1378" actId="1076"/>
          <ac:spMkLst>
            <pc:docMk/>
            <pc:sldMk cId="2430477212" sldId="261"/>
            <ac:spMk id="45" creationId="{DBB366A2-F007-B873-EF11-19AA9D8729F7}"/>
          </ac:spMkLst>
        </pc:spChg>
        <pc:spChg chg="add mod">
          <ac:chgData name="TRỊNH DUY NHÂN" userId="3ddfc494-c775-401c-9c94-bfcc1a4fe946" providerId="ADAL" clId="{D9808D8C-6334-477B-B7B5-72248DF17BCC}" dt="2025-03-27T03:54:11.165" v="1378" actId="1076"/>
          <ac:spMkLst>
            <pc:docMk/>
            <pc:sldMk cId="2430477212" sldId="261"/>
            <ac:spMk id="47" creationId="{67FD761C-D248-634A-8DB3-65C009B3A379}"/>
          </ac:spMkLst>
        </pc:spChg>
        <pc:spChg chg="add mod">
          <ac:chgData name="TRỊNH DUY NHÂN" userId="3ddfc494-c775-401c-9c94-bfcc1a4fe946" providerId="ADAL" clId="{D9808D8C-6334-477B-B7B5-72248DF17BCC}" dt="2025-03-27T03:54:11.165" v="1378" actId="1076"/>
          <ac:spMkLst>
            <pc:docMk/>
            <pc:sldMk cId="2430477212" sldId="261"/>
            <ac:spMk id="48" creationId="{0865057C-AAB1-27F1-3567-A00B3B67F3AC}"/>
          </ac:spMkLst>
        </pc:spChg>
        <pc:spChg chg="add mod">
          <ac:chgData name="TRỊNH DUY NHÂN" userId="3ddfc494-c775-401c-9c94-bfcc1a4fe946" providerId="ADAL" clId="{D9808D8C-6334-477B-B7B5-72248DF17BCC}" dt="2025-03-27T03:54:11.165" v="1378" actId="1076"/>
          <ac:spMkLst>
            <pc:docMk/>
            <pc:sldMk cId="2430477212" sldId="261"/>
            <ac:spMk id="49" creationId="{C5F34D70-99AB-774E-9F00-302DD2DC878D}"/>
          </ac:spMkLst>
        </pc:spChg>
        <pc:spChg chg="add mod">
          <ac:chgData name="TRỊNH DUY NHÂN" userId="3ddfc494-c775-401c-9c94-bfcc1a4fe946" providerId="ADAL" clId="{D9808D8C-6334-477B-B7B5-72248DF17BCC}" dt="2025-03-27T03:54:11.165" v="1378" actId="1076"/>
          <ac:spMkLst>
            <pc:docMk/>
            <pc:sldMk cId="2430477212" sldId="261"/>
            <ac:spMk id="50" creationId="{51C959D7-C603-69F3-8C64-8BE39477335E}"/>
          </ac:spMkLst>
        </pc:spChg>
        <pc:spChg chg="add mod">
          <ac:chgData name="TRỊNH DUY NHÂN" userId="3ddfc494-c775-401c-9c94-bfcc1a4fe946" providerId="ADAL" clId="{D9808D8C-6334-477B-B7B5-72248DF17BCC}" dt="2025-03-27T03:54:11.165" v="1378" actId="1076"/>
          <ac:spMkLst>
            <pc:docMk/>
            <pc:sldMk cId="2430477212" sldId="261"/>
            <ac:spMk id="51" creationId="{6467F806-BED4-B0B8-4A10-48D6EECD1A15}"/>
          </ac:spMkLst>
        </pc:spChg>
        <pc:spChg chg="add mod">
          <ac:chgData name="TRỊNH DUY NHÂN" userId="3ddfc494-c775-401c-9c94-bfcc1a4fe946" providerId="ADAL" clId="{D9808D8C-6334-477B-B7B5-72248DF17BCC}" dt="2025-03-27T03:54:11.165" v="1378" actId="1076"/>
          <ac:spMkLst>
            <pc:docMk/>
            <pc:sldMk cId="2430477212" sldId="261"/>
            <ac:spMk id="53" creationId="{C1D0614A-1B06-7BEA-7CED-494F9F70689F}"/>
          </ac:spMkLst>
        </pc:spChg>
        <pc:spChg chg="add mod">
          <ac:chgData name="TRỊNH DUY NHÂN" userId="3ddfc494-c775-401c-9c94-bfcc1a4fe946" providerId="ADAL" clId="{D9808D8C-6334-477B-B7B5-72248DF17BCC}" dt="2025-03-27T03:54:11.165" v="1378" actId="1076"/>
          <ac:spMkLst>
            <pc:docMk/>
            <pc:sldMk cId="2430477212" sldId="261"/>
            <ac:spMk id="54" creationId="{ED2D6E97-89ED-C4D8-EBA4-37FB9A456CFC}"/>
          </ac:spMkLst>
        </pc:spChg>
        <pc:spChg chg="add mod">
          <ac:chgData name="TRỊNH DUY NHÂN" userId="3ddfc494-c775-401c-9c94-bfcc1a4fe946" providerId="ADAL" clId="{D9808D8C-6334-477B-B7B5-72248DF17BCC}" dt="2025-03-27T03:54:30.232" v="1381" actId="1076"/>
          <ac:spMkLst>
            <pc:docMk/>
            <pc:sldMk cId="2430477212" sldId="261"/>
            <ac:spMk id="68" creationId="{A462E932-08B7-D955-E56A-4479C9B9E4FF}"/>
          </ac:spMkLst>
        </pc:spChg>
        <pc:spChg chg="add mod">
          <ac:chgData name="TRỊNH DUY NHÂN" userId="3ddfc494-c775-401c-9c94-bfcc1a4fe946" providerId="ADAL" clId="{D9808D8C-6334-477B-B7B5-72248DF17BCC}" dt="2025-03-27T03:56:04.706" v="1389" actId="17032"/>
          <ac:spMkLst>
            <pc:docMk/>
            <pc:sldMk cId="2430477212" sldId="261"/>
            <ac:spMk id="69" creationId="{FC6FE90C-2D94-F32E-446C-96803F692FAC}"/>
          </ac:spMkLst>
        </pc:spChg>
        <pc:spChg chg="add mod">
          <ac:chgData name="TRỊNH DUY NHÂN" userId="3ddfc494-c775-401c-9c94-bfcc1a4fe946" providerId="ADAL" clId="{D9808D8C-6334-477B-B7B5-72248DF17BCC}" dt="2025-03-27T03:56:46.956" v="1394" actId="17032"/>
          <ac:spMkLst>
            <pc:docMk/>
            <pc:sldMk cId="2430477212" sldId="261"/>
            <ac:spMk id="71" creationId="{D66EF6EF-4F1F-6BC4-E5CF-EED3DBAFCD98}"/>
          </ac:spMkLst>
        </pc:spChg>
        <pc:cxnChg chg="mod">
          <ac:chgData name="TRỊNH DUY NHÂN" userId="3ddfc494-c775-401c-9c94-bfcc1a4fe946" providerId="ADAL" clId="{D9808D8C-6334-477B-B7B5-72248DF17BCC}" dt="2025-03-27T03:03:57.488" v="1237" actId="17032"/>
          <ac:cxnSpMkLst>
            <pc:docMk/>
            <pc:sldMk cId="2430477212" sldId="261"/>
            <ac:cxnSpMk id="17" creationId="{F28A91C1-6564-74B3-E55F-C3DFB5006128}"/>
          </ac:cxnSpMkLst>
        </pc:cxnChg>
      </pc:sldChg>
      <pc:sldChg chg="addSp delSp modSp new mod modAnim">
        <pc:chgData name="TRỊNH DUY NHÂN" userId="3ddfc494-c775-401c-9c94-bfcc1a4fe946" providerId="ADAL" clId="{D9808D8C-6334-477B-B7B5-72248DF17BCC}" dt="2025-03-29T09:26:57.514" v="7221"/>
        <pc:sldMkLst>
          <pc:docMk/>
          <pc:sldMk cId="3749370509" sldId="262"/>
        </pc:sldMkLst>
        <pc:spChg chg="del mod">
          <ac:chgData name="TRỊNH DUY NHÂN" userId="3ddfc494-c775-401c-9c94-bfcc1a4fe946" providerId="ADAL" clId="{D9808D8C-6334-477B-B7B5-72248DF17BCC}" dt="2025-03-29T03:05:36.785" v="5795" actId="478"/>
          <ac:spMkLst>
            <pc:docMk/>
            <pc:sldMk cId="3749370509" sldId="262"/>
            <ac:spMk id="2" creationId="{24450C55-6F26-3735-2609-6A7BE0ED9DF4}"/>
          </ac:spMkLst>
        </pc:spChg>
        <pc:spChg chg="add mod">
          <ac:chgData name="TRỊNH DUY NHÂN" userId="3ddfc494-c775-401c-9c94-bfcc1a4fe946" providerId="ADAL" clId="{D9808D8C-6334-477B-B7B5-72248DF17BCC}" dt="2025-03-29T07:57:39.694" v="6810" actId="1076"/>
          <ac:spMkLst>
            <pc:docMk/>
            <pc:sldMk cId="3749370509" sldId="262"/>
            <ac:spMk id="2" creationId="{A8F659BC-2B52-868B-E5CD-4262AC2EBD9B}"/>
          </ac:spMkLst>
        </pc:spChg>
        <pc:spChg chg="mod">
          <ac:chgData name="TRỊNH DUY NHÂN" userId="3ddfc494-c775-401c-9c94-bfcc1a4fe946" providerId="ADAL" clId="{D9808D8C-6334-477B-B7B5-72248DF17BCC}" dt="2025-03-29T03:09:28.618" v="5831" actId="1076"/>
          <ac:spMkLst>
            <pc:docMk/>
            <pc:sldMk cId="3749370509" sldId="262"/>
            <ac:spMk id="3" creationId="{46819BCC-6652-1E76-260F-D63EED68D2FA}"/>
          </ac:spMkLst>
        </pc:spChg>
        <pc:spChg chg="add mod">
          <ac:chgData name="TRỊNH DUY NHÂN" userId="3ddfc494-c775-401c-9c94-bfcc1a4fe946" providerId="ADAL" clId="{D9808D8C-6334-477B-B7B5-72248DF17BCC}" dt="2025-03-29T07:57:45.997" v="6811" actId="14100"/>
          <ac:spMkLst>
            <pc:docMk/>
            <pc:sldMk cId="3749370509" sldId="262"/>
            <ac:spMk id="5" creationId="{F20C0179-977F-5B96-2DD5-E62CF312C24A}"/>
          </ac:spMkLst>
        </pc:spChg>
        <pc:spChg chg="add del mod">
          <ac:chgData name="TRỊNH DUY NHÂN" userId="3ddfc494-c775-401c-9c94-bfcc1a4fe946" providerId="ADAL" clId="{D9808D8C-6334-477B-B7B5-72248DF17BCC}" dt="2025-03-29T03:05:38.777" v="5796" actId="478"/>
          <ac:spMkLst>
            <pc:docMk/>
            <pc:sldMk cId="3749370509" sldId="262"/>
            <ac:spMk id="6" creationId="{09A82038-D150-CC40-82A4-1353A35355E9}"/>
          </ac:spMkLst>
        </pc:spChg>
        <pc:spChg chg="add mod">
          <ac:chgData name="TRỊNH DUY NHÂN" userId="3ddfc494-c775-401c-9c94-bfcc1a4fe946" providerId="ADAL" clId="{D9808D8C-6334-477B-B7B5-72248DF17BCC}" dt="2025-03-29T09:07:52.294" v="7121" actId="1076"/>
          <ac:spMkLst>
            <pc:docMk/>
            <pc:sldMk cId="3749370509" sldId="262"/>
            <ac:spMk id="6" creationId="{CD5F3CEF-C2C3-3C89-55C9-4348ED7184DE}"/>
          </ac:spMkLst>
        </pc:spChg>
        <pc:spChg chg="add mod">
          <ac:chgData name="TRỊNH DUY NHÂN" userId="3ddfc494-c775-401c-9c94-bfcc1a4fe946" providerId="ADAL" clId="{D9808D8C-6334-477B-B7B5-72248DF17BCC}" dt="2025-03-29T08:01:35.951" v="6813" actId="207"/>
          <ac:spMkLst>
            <pc:docMk/>
            <pc:sldMk cId="3749370509" sldId="262"/>
            <ac:spMk id="7" creationId="{AC40EDE1-3A9A-A2E1-681D-0BD339B114EE}"/>
          </ac:spMkLst>
        </pc:spChg>
        <pc:spChg chg="add mod">
          <ac:chgData name="TRỊNH DUY NHÂN" userId="3ddfc494-c775-401c-9c94-bfcc1a4fe946" providerId="ADAL" clId="{D9808D8C-6334-477B-B7B5-72248DF17BCC}" dt="2025-03-29T03:08:41.177" v="5829" actId="1076"/>
          <ac:spMkLst>
            <pc:docMk/>
            <pc:sldMk cId="3749370509" sldId="262"/>
            <ac:spMk id="8" creationId="{982A71C3-0674-2946-3CC5-EB5C54180993}"/>
          </ac:spMkLst>
        </pc:spChg>
        <pc:spChg chg="add mod">
          <ac:chgData name="TRỊNH DUY NHÂN" userId="3ddfc494-c775-401c-9c94-bfcc1a4fe946" providerId="ADAL" clId="{D9808D8C-6334-477B-B7B5-72248DF17BCC}" dt="2025-03-29T03:08:41.177" v="5829" actId="1076"/>
          <ac:spMkLst>
            <pc:docMk/>
            <pc:sldMk cId="3749370509" sldId="262"/>
            <ac:spMk id="9" creationId="{DA0B2147-D5D1-0044-84E1-4BE65C06FEDE}"/>
          </ac:spMkLst>
        </pc:spChg>
        <pc:spChg chg="add mod">
          <ac:chgData name="TRỊNH DUY NHÂN" userId="3ddfc494-c775-401c-9c94-bfcc1a4fe946" providerId="ADAL" clId="{D9808D8C-6334-477B-B7B5-72248DF17BCC}" dt="2025-03-29T03:08:41.177" v="5829" actId="1076"/>
          <ac:spMkLst>
            <pc:docMk/>
            <pc:sldMk cId="3749370509" sldId="262"/>
            <ac:spMk id="10" creationId="{6F837C17-A635-5270-1D16-E0EA3B0A337F}"/>
          </ac:spMkLst>
        </pc:spChg>
        <pc:spChg chg="add mod">
          <ac:chgData name="TRỊNH DUY NHÂN" userId="3ddfc494-c775-401c-9c94-bfcc1a4fe946" providerId="ADAL" clId="{D9808D8C-6334-477B-B7B5-72248DF17BCC}" dt="2025-03-29T03:08:41.177" v="5829" actId="1076"/>
          <ac:spMkLst>
            <pc:docMk/>
            <pc:sldMk cId="3749370509" sldId="262"/>
            <ac:spMk id="11" creationId="{DC8C1D21-B873-F2B2-E088-7ECE217233CC}"/>
          </ac:spMkLst>
        </pc:spChg>
        <pc:spChg chg="add mod">
          <ac:chgData name="TRỊNH DUY NHÂN" userId="3ddfc494-c775-401c-9c94-bfcc1a4fe946" providerId="ADAL" clId="{D9808D8C-6334-477B-B7B5-72248DF17BCC}" dt="2025-03-29T03:08:41.177" v="5829" actId="1076"/>
          <ac:spMkLst>
            <pc:docMk/>
            <pc:sldMk cId="3749370509" sldId="262"/>
            <ac:spMk id="12" creationId="{7B43D39F-9BDD-5BA2-06CA-EEBEC86774B3}"/>
          </ac:spMkLst>
        </pc:spChg>
        <pc:spChg chg="add mod">
          <ac:chgData name="TRỊNH DUY NHÂN" userId="3ddfc494-c775-401c-9c94-bfcc1a4fe946" providerId="ADAL" clId="{D9808D8C-6334-477B-B7B5-72248DF17BCC}" dt="2025-03-29T09:08:14.132" v="7123" actId="1076"/>
          <ac:spMkLst>
            <pc:docMk/>
            <pc:sldMk cId="3749370509" sldId="262"/>
            <ac:spMk id="13" creationId="{0D7EFB45-6B50-DBCC-DB63-8558C749D855}"/>
          </ac:spMkLst>
        </pc:spChg>
        <pc:spChg chg="add mod">
          <ac:chgData name="TRỊNH DUY NHÂN" userId="3ddfc494-c775-401c-9c94-bfcc1a4fe946" providerId="ADAL" clId="{D9808D8C-6334-477B-B7B5-72248DF17BCC}" dt="2025-03-29T03:08:41.177" v="5829" actId="1076"/>
          <ac:spMkLst>
            <pc:docMk/>
            <pc:sldMk cId="3749370509" sldId="262"/>
            <ac:spMk id="14" creationId="{E2E3D72A-4CA6-C724-2858-5BC52D1A284A}"/>
          </ac:spMkLst>
        </pc:spChg>
        <pc:spChg chg="add mod">
          <ac:chgData name="TRỊNH DUY NHÂN" userId="3ddfc494-c775-401c-9c94-bfcc1a4fe946" providerId="ADAL" clId="{D9808D8C-6334-477B-B7B5-72248DF17BCC}" dt="2025-03-29T03:08:53.195" v="5830" actId="1076"/>
          <ac:spMkLst>
            <pc:docMk/>
            <pc:sldMk cId="3749370509" sldId="262"/>
            <ac:spMk id="15" creationId="{C6890D8B-5813-6BF9-A759-D7B6C6C00670}"/>
          </ac:spMkLst>
        </pc:spChg>
        <pc:spChg chg="add del mod">
          <ac:chgData name="TRỊNH DUY NHÂN" userId="3ddfc494-c775-401c-9c94-bfcc1a4fe946" providerId="ADAL" clId="{D9808D8C-6334-477B-B7B5-72248DF17BCC}" dt="2025-03-29T07:57:02.832" v="6807" actId="478"/>
          <ac:spMkLst>
            <pc:docMk/>
            <pc:sldMk cId="3749370509" sldId="262"/>
            <ac:spMk id="16" creationId="{D9414883-BD0B-BD1C-08CF-33FA2D153CA6}"/>
          </ac:spMkLst>
        </pc:spChg>
        <pc:spChg chg="add mod">
          <ac:chgData name="TRỊNH DUY NHÂN" userId="3ddfc494-c775-401c-9c94-bfcc1a4fe946" providerId="ADAL" clId="{D9808D8C-6334-477B-B7B5-72248DF17BCC}" dt="2025-03-29T09:07:52.294" v="7121" actId="1076"/>
          <ac:spMkLst>
            <pc:docMk/>
            <pc:sldMk cId="3749370509" sldId="262"/>
            <ac:spMk id="17" creationId="{2CC51C6F-C59B-FBE4-FEED-1BC0FFEFD585}"/>
          </ac:spMkLst>
        </pc:spChg>
        <pc:spChg chg="add del mod">
          <ac:chgData name="TRỊNH DUY NHÂN" userId="3ddfc494-c775-401c-9c94-bfcc1a4fe946" providerId="ADAL" clId="{D9808D8C-6334-477B-B7B5-72248DF17BCC}" dt="2025-03-29T03:29:16.136" v="6731" actId="478"/>
          <ac:spMkLst>
            <pc:docMk/>
            <pc:sldMk cId="3749370509" sldId="262"/>
            <ac:spMk id="17" creationId="{83B62474-3496-1440-68A9-D53BEA679F73}"/>
          </ac:spMkLst>
        </pc:spChg>
        <pc:spChg chg="add mod">
          <ac:chgData name="TRỊNH DUY NHÂN" userId="3ddfc494-c775-401c-9c94-bfcc1a4fe946" providerId="ADAL" clId="{D9808D8C-6334-477B-B7B5-72248DF17BCC}" dt="2025-03-29T09:07:52.294" v="7121" actId="1076"/>
          <ac:spMkLst>
            <pc:docMk/>
            <pc:sldMk cId="3749370509" sldId="262"/>
            <ac:spMk id="18" creationId="{A0B9BA3F-1239-7F55-BABD-F15501AB82CD}"/>
          </ac:spMkLst>
        </pc:spChg>
        <pc:spChg chg="add del mod">
          <ac:chgData name="TRỊNH DUY NHÂN" userId="3ddfc494-c775-401c-9c94-bfcc1a4fe946" providerId="ADAL" clId="{D9808D8C-6334-477B-B7B5-72248DF17BCC}" dt="2025-03-29T03:29:59.799" v="6785" actId="478"/>
          <ac:spMkLst>
            <pc:docMk/>
            <pc:sldMk cId="3749370509" sldId="262"/>
            <ac:spMk id="19" creationId="{DD6DD4DA-0137-331E-67C0-B94E3458534E}"/>
          </ac:spMkLst>
        </pc:spChg>
        <pc:spChg chg="add del mod">
          <ac:chgData name="TRỊNH DUY NHÂN" userId="3ddfc494-c775-401c-9c94-bfcc1a4fe946" providerId="ADAL" clId="{D9808D8C-6334-477B-B7B5-72248DF17BCC}" dt="2025-03-29T07:57:25.159" v="6808" actId="478"/>
          <ac:spMkLst>
            <pc:docMk/>
            <pc:sldMk cId="3749370509" sldId="262"/>
            <ac:spMk id="20" creationId="{7F4C94DD-5535-8FB8-5658-BB6446448AF9}"/>
          </ac:spMkLst>
        </pc:spChg>
        <pc:spChg chg="add mod">
          <ac:chgData name="TRỊNH DUY NHÂN" userId="3ddfc494-c775-401c-9c94-bfcc1a4fe946" providerId="ADAL" clId="{D9808D8C-6334-477B-B7B5-72248DF17BCC}" dt="2025-03-29T09:07:52.294" v="7121" actId="1076"/>
          <ac:spMkLst>
            <pc:docMk/>
            <pc:sldMk cId="3749370509" sldId="262"/>
            <ac:spMk id="22" creationId="{2111DEF0-407A-68FA-ADEB-8F14229B6AD3}"/>
          </ac:spMkLst>
        </pc:spChg>
        <pc:spChg chg="add mod">
          <ac:chgData name="TRỊNH DUY NHÂN" userId="3ddfc494-c775-401c-9c94-bfcc1a4fe946" providerId="ADAL" clId="{D9808D8C-6334-477B-B7B5-72248DF17BCC}" dt="2025-03-29T09:25:23.704" v="7202" actId="20577"/>
          <ac:spMkLst>
            <pc:docMk/>
            <pc:sldMk cId="3749370509" sldId="262"/>
            <ac:spMk id="23" creationId="{54F3A0C8-09FB-1EB8-4B3E-55B82091A8DF}"/>
          </ac:spMkLst>
        </pc:spChg>
        <pc:spChg chg="add del mod">
          <ac:chgData name="TRỊNH DUY NHÂN" userId="3ddfc494-c775-401c-9c94-bfcc1a4fe946" providerId="ADAL" clId="{D9808D8C-6334-477B-B7B5-72248DF17BCC}" dt="2025-03-29T03:03:25.236" v="5749" actId="478"/>
          <ac:spMkLst>
            <pc:docMk/>
            <pc:sldMk cId="3749370509" sldId="262"/>
            <ac:spMk id="42" creationId="{78F706CB-1EE2-3770-F5B5-64372C7DE116}"/>
          </ac:spMkLst>
        </pc:spChg>
        <pc:spChg chg="mod">
          <ac:chgData name="TRỊNH DUY NHÂN" userId="3ddfc494-c775-401c-9c94-bfcc1a4fe946" providerId="ADAL" clId="{D9808D8C-6334-477B-B7B5-72248DF17BCC}" dt="2025-03-29T03:09:28.618" v="5831" actId="1076"/>
          <ac:spMkLst>
            <pc:docMk/>
            <pc:sldMk cId="3749370509" sldId="262"/>
            <ac:spMk id="43" creationId="{F0D605A7-FCAB-8C80-D5A0-346D7E4D6EC8}"/>
          </ac:spMkLst>
        </pc:spChg>
        <pc:spChg chg="add mod">
          <ac:chgData name="TRỊNH DUY NHÂN" userId="3ddfc494-c775-401c-9c94-bfcc1a4fe946" providerId="ADAL" clId="{D9808D8C-6334-477B-B7B5-72248DF17BCC}" dt="2025-03-29T03:09:28.618" v="5831" actId="1076"/>
          <ac:spMkLst>
            <pc:docMk/>
            <pc:sldMk cId="3749370509" sldId="262"/>
            <ac:spMk id="44" creationId="{128B2D4C-FE24-9623-2A5F-2EED77D55838}"/>
          </ac:spMkLst>
        </pc:spChg>
        <pc:spChg chg="mod">
          <ac:chgData name="TRỊNH DUY NHÂN" userId="3ddfc494-c775-401c-9c94-bfcc1a4fe946" providerId="ADAL" clId="{D9808D8C-6334-477B-B7B5-72248DF17BCC}" dt="2025-03-29T03:09:28.618" v="5831" actId="1076"/>
          <ac:spMkLst>
            <pc:docMk/>
            <pc:sldMk cId="3749370509" sldId="262"/>
            <ac:spMk id="45" creationId="{755582ED-516F-E561-59E0-8F1C07E4A44E}"/>
          </ac:spMkLst>
        </pc:spChg>
        <pc:spChg chg="add mod">
          <ac:chgData name="TRỊNH DUY NHÂN" userId="3ddfc494-c775-401c-9c94-bfcc1a4fe946" providerId="ADAL" clId="{D9808D8C-6334-477B-B7B5-72248DF17BCC}" dt="2025-03-27T10:31:34.520" v="4014" actId="1076"/>
          <ac:spMkLst>
            <pc:docMk/>
            <pc:sldMk cId="3749370509" sldId="262"/>
            <ac:spMk id="47" creationId="{E240A80E-8E20-9D88-DB5D-AEDDC483E3F1}"/>
          </ac:spMkLst>
        </pc:spChg>
        <pc:spChg chg="add mod">
          <ac:chgData name="TRỊNH DUY NHÂN" userId="3ddfc494-c775-401c-9c94-bfcc1a4fe946" providerId="ADAL" clId="{D9808D8C-6334-477B-B7B5-72248DF17BCC}" dt="2025-03-29T08:42:57.997" v="7017" actId="1076"/>
          <ac:spMkLst>
            <pc:docMk/>
            <pc:sldMk cId="3749370509" sldId="262"/>
            <ac:spMk id="49" creationId="{FF3457A4-4CD4-1F2D-9034-79650DC7176F}"/>
          </ac:spMkLst>
        </pc:spChg>
        <pc:spChg chg="mod">
          <ac:chgData name="TRỊNH DUY NHÂN" userId="3ddfc494-c775-401c-9c94-bfcc1a4fe946" providerId="ADAL" clId="{D9808D8C-6334-477B-B7B5-72248DF17BCC}" dt="2025-03-29T03:09:28.618" v="5831" actId="1076"/>
          <ac:spMkLst>
            <pc:docMk/>
            <pc:sldMk cId="3749370509" sldId="262"/>
            <ac:spMk id="51" creationId="{887802D3-ABB8-09B7-1815-8D25B0B98423}"/>
          </ac:spMkLst>
        </pc:spChg>
        <pc:spChg chg="add mod">
          <ac:chgData name="TRỊNH DUY NHÂN" userId="3ddfc494-c775-401c-9c94-bfcc1a4fe946" providerId="ADAL" clId="{D9808D8C-6334-477B-B7B5-72248DF17BCC}" dt="2025-03-27T10:31:34.520" v="4014" actId="1076"/>
          <ac:spMkLst>
            <pc:docMk/>
            <pc:sldMk cId="3749370509" sldId="262"/>
            <ac:spMk id="53" creationId="{B9AB2F72-5577-ACC2-1C77-CBA770C17BB3}"/>
          </ac:spMkLst>
        </pc:spChg>
        <pc:spChg chg="mod">
          <ac:chgData name="TRỊNH DUY NHÂN" userId="3ddfc494-c775-401c-9c94-bfcc1a4fe946" providerId="ADAL" clId="{D9808D8C-6334-477B-B7B5-72248DF17BCC}" dt="2025-03-29T03:09:28.618" v="5831" actId="1076"/>
          <ac:spMkLst>
            <pc:docMk/>
            <pc:sldMk cId="3749370509" sldId="262"/>
            <ac:spMk id="67" creationId="{101E0B50-6DCC-12AA-7CDB-AA10A6F193F3}"/>
          </ac:spMkLst>
        </pc:spChg>
        <pc:spChg chg="add mod">
          <ac:chgData name="TRỊNH DUY NHÂN" userId="3ddfc494-c775-401c-9c94-bfcc1a4fe946" providerId="ADAL" clId="{D9808D8C-6334-477B-B7B5-72248DF17BCC}" dt="2025-03-27T10:31:34.520" v="4014" actId="1076"/>
          <ac:spMkLst>
            <pc:docMk/>
            <pc:sldMk cId="3749370509" sldId="262"/>
            <ac:spMk id="68" creationId="{DC361FB8-EF33-C170-9345-AF3EF9561B99}"/>
          </ac:spMkLst>
        </pc:spChg>
        <pc:spChg chg="mod">
          <ac:chgData name="TRỊNH DUY NHÂN" userId="3ddfc494-c775-401c-9c94-bfcc1a4fe946" providerId="ADAL" clId="{D9808D8C-6334-477B-B7B5-72248DF17BCC}" dt="2025-03-29T03:09:28.618" v="5831" actId="1076"/>
          <ac:spMkLst>
            <pc:docMk/>
            <pc:sldMk cId="3749370509" sldId="262"/>
            <ac:spMk id="69" creationId="{D80C873E-CD84-65FD-AA1D-E971C565638F}"/>
          </ac:spMkLst>
        </pc:spChg>
        <pc:spChg chg="add mod">
          <ac:chgData name="TRỊNH DUY NHÂN" userId="3ddfc494-c775-401c-9c94-bfcc1a4fe946" providerId="ADAL" clId="{D9808D8C-6334-477B-B7B5-72248DF17BCC}" dt="2025-03-27T10:31:34.520" v="4014" actId="1076"/>
          <ac:spMkLst>
            <pc:docMk/>
            <pc:sldMk cId="3749370509" sldId="262"/>
            <ac:spMk id="71" creationId="{BDDE1A2A-5846-8AF5-696A-9FFC285CA1F6}"/>
          </ac:spMkLst>
        </pc:spChg>
        <pc:spChg chg="add mod">
          <ac:chgData name="TRỊNH DUY NHÂN" userId="3ddfc494-c775-401c-9c94-bfcc1a4fe946" providerId="ADAL" clId="{D9808D8C-6334-477B-B7B5-72248DF17BCC}" dt="2025-03-29T03:09:28.618" v="5831" actId="1076"/>
          <ac:spMkLst>
            <pc:docMk/>
            <pc:sldMk cId="3749370509" sldId="262"/>
            <ac:spMk id="73" creationId="{38FA3F73-3AD9-074C-4051-E296E1490B14}"/>
          </ac:spMkLst>
        </pc:spChg>
        <pc:spChg chg="add mod">
          <ac:chgData name="TRỊNH DUY NHÂN" userId="3ddfc494-c775-401c-9c94-bfcc1a4fe946" providerId="ADAL" clId="{D9808D8C-6334-477B-B7B5-72248DF17BCC}" dt="2025-03-29T03:09:28.618" v="5831" actId="1076"/>
          <ac:spMkLst>
            <pc:docMk/>
            <pc:sldMk cId="3749370509" sldId="262"/>
            <ac:spMk id="74" creationId="{D7A3736F-D7B6-3E24-5F86-016BFB33E075}"/>
          </ac:spMkLst>
        </pc:spChg>
        <pc:spChg chg="add mod">
          <ac:chgData name="TRỊNH DUY NHÂN" userId="3ddfc494-c775-401c-9c94-bfcc1a4fe946" providerId="ADAL" clId="{D9808D8C-6334-477B-B7B5-72248DF17BCC}" dt="2025-03-27T10:31:34.520" v="4014" actId="1076"/>
          <ac:spMkLst>
            <pc:docMk/>
            <pc:sldMk cId="3749370509" sldId="262"/>
            <ac:spMk id="75" creationId="{713C5607-7AE8-994A-57E3-E73B85F44562}"/>
          </ac:spMkLst>
        </pc:spChg>
        <pc:spChg chg="mod">
          <ac:chgData name="TRỊNH DUY NHÂN" userId="3ddfc494-c775-401c-9c94-bfcc1a4fe946" providerId="ADAL" clId="{D9808D8C-6334-477B-B7B5-72248DF17BCC}" dt="2025-03-29T03:09:28.618" v="5831" actId="1076"/>
          <ac:spMkLst>
            <pc:docMk/>
            <pc:sldMk cId="3749370509" sldId="262"/>
            <ac:spMk id="76" creationId="{520BC589-01B8-3788-D6E5-5C30551B732E}"/>
          </ac:spMkLst>
        </pc:spChg>
        <pc:spChg chg="add mod">
          <ac:chgData name="TRỊNH DUY NHÂN" userId="3ddfc494-c775-401c-9c94-bfcc1a4fe946" providerId="ADAL" clId="{D9808D8C-6334-477B-B7B5-72248DF17BCC}" dt="2025-03-27T10:31:34.520" v="4014" actId="1076"/>
          <ac:spMkLst>
            <pc:docMk/>
            <pc:sldMk cId="3749370509" sldId="262"/>
            <ac:spMk id="77" creationId="{FD58A0AF-A714-F73C-FE69-C6AB2A1DD7DD}"/>
          </ac:spMkLst>
        </pc:spChg>
        <pc:cxnChg chg="mod">
          <ac:chgData name="TRỊNH DUY NHÂN" userId="3ddfc494-c775-401c-9c94-bfcc1a4fe946" providerId="ADAL" clId="{D9808D8C-6334-477B-B7B5-72248DF17BCC}" dt="2025-03-29T08:42:57.997" v="7017" actId="1076"/>
          <ac:cxnSpMkLst>
            <pc:docMk/>
            <pc:sldMk cId="3749370509" sldId="262"/>
            <ac:cxnSpMk id="59" creationId="{88ABFBB1-E9E2-FE61-32A4-9FB71C3E117C}"/>
          </ac:cxnSpMkLst>
        </pc:cxnChg>
        <pc:cxnChg chg="mod">
          <ac:chgData name="TRỊNH DUY NHÂN" userId="3ddfc494-c775-401c-9c94-bfcc1a4fe946" providerId="ADAL" clId="{D9808D8C-6334-477B-B7B5-72248DF17BCC}" dt="2025-03-29T08:42:57.997" v="7017" actId="1076"/>
          <ac:cxnSpMkLst>
            <pc:docMk/>
            <pc:sldMk cId="3749370509" sldId="262"/>
            <ac:cxnSpMk id="63" creationId="{1FEA999D-B929-D5F8-1A09-B4E97AF2925F}"/>
          </ac:cxnSpMkLst>
        </pc:cxnChg>
      </pc:sldChg>
      <pc:sldChg chg="modSp mod">
        <pc:chgData name="TRỊNH DUY NHÂN" userId="3ddfc494-c775-401c-9c94-bfcc1a4fe946" providerId="ADAL" clId="{D9808D8C-6334-477B-B7B5-72248DF17BCC}" dt="2025-03-29T02:25:59.974" v="4259" actId="20577"/>
        <pc:sldMkLst>
          <pc:docMk/>
          <pc:sldMk cId="2510201236" sldId="263"/>
        </pc:sldMkLst>
        <pc:spChg chg="mod">
          <ac:chgData name="TRỊNH DUY NHÂN" userId="3ddfc494-c775-401c-9c94-bfcc1a4fe946" providerId="ADAL" clId="{D9808D8C-6334-477B-B7B5-72248DF17BCC}" dt="2025-03-29T02:25:59.974" v="4259" actId="20577"/>
          <ac:spMkLst>
            <pc:docMk/>
            <pc:sldMk cId="2510201236" sldId="263"/>
            <ac:spMk id="3" creationId="{6FD8EFF3-B0FB-BC1D-83A0-3FFAC9E72E69}"/>
          </ac:spMkLst>
        </pc:spChg>
      </pc:sldChg>
      <pc:sldChg chg="addSp modSp new mod setBg">
        <pc:chgData name="TRỊNH DUY NHÂN" userId="3ddfc494-c775-401c-9c94-bfcc1a4fe946" providerId="ADAL" clId="{D9808D8C-6334-477B-B7B5-72248DF17BCC}" dt="2025-03-27T04:13:35.219" v="1663" actId="20577"/>
        <pc:sldMkLst>
          <pc:docMk/>
          <pc:sldMk cId="4177770713" sldId="263"/>
        </pc:sldMkLst>
      </pc:sldChg>
      <pc:sldChg chg="modSp new mod ord">
        <pc:chgData name="TRỊNH DUY NHÂN" userId="3ddfc494-c775-401c-9c94-bfcc1a4fe946" providerId="ADAL" clId="{D9808D8C-6334-477B-B7B5-72248DF17BCC}" dt="2025-03-27T04:26:04.498" v="1777"/>
        <pc:sldMkLst>
          <pc:docMk/>
          <pc:sldMk cId="509708031" sldId="264"/>
        </pc:sldMkLst>
        <pc:spChg chg="mod">
          <ac:chgData name="TRỊNH DUY NHÂN" userId="3ddfc494-c775-401c-9c94-bfcc1a4fe946" providerId="ADAL" clId="{D9808D8C-6334-477B-B7B5-72248DF17BCC}" dt="2025-03-27T04:18:42.482" v="1721" actId="20577"/>
          <ac:spMkLst>
            <pc:docMk/>
            <pc:sldMk cId="509708031" sldId="264"/>
            <ac:spMk id="2" creationId="{DC05F59B-C4AF-3B5A-DE9A-12E7B1AEB3C9}"/>
          </ac:spMkLst>
        </pc:spChg>
      </pc:sldChg>
      <pc:sldChg chg="addSp delSp modSp new mod modTransition">
        <pc:chgData name="TRỊNH DUY NHÂN" userId="3ddfc494-c775-401c-9c94-bfcc1a4fe946" providerId="ADAL" clId="{D9808D8C-6334-477B-B7B5-72248DF17BCC}" dt="2025-03-29T02:49:06.310" v="4916"/>
        <pc:sldMkLst>
          <pc:docMk/>
          <pc:sldMk cId="2418322765" sldId="265"/>
        </pc:sldMkLst>
        <pc:spChg chg="mod">
          <ac:chgData name="TRỊNH DUY NHÂN" userId="3ddfc494-c775-401c-9c94-bfcc1a4fe946" providerId="ADAL" clId="{D9808D8C-6334-477B-B7B5-72248DF17BCC}" dt="2025-03-29T02:45:34.833" v="4831" actId="1076"/>
          <ac:spMkLst>
            <pc:docMk/>
            <pc:sldMk cId="2418322765" sldId="265"/>
            <ac:spMk id="2" creationId="{4E65F78E-1196-8D9E-C263-113FBD12AF0F}"/>
          </ac:spMkLst>
        </pc:spChg>
        <pc:spChg chg="add del">
          <ac:chgData name="TRỊNH DUY NHÂN" userId="3ddfc494-c775-401c-9c94-bfcc1a4fe946" providerId="ADAL" clId="{D9808D8C-6334-477B-B7B5-72248DF17BCC}" dt="2025-03-29T02:43:13.966" v="4813" actId="11529"/>
          <ac:spMkLst>
            <pc:docMk/>
            <pc:sldMk cId="2418322765" sldId="265"/>
            <ac:spMk id="30" creationId="{B73D7C50-48BE-9983-CE2F-6FB22AE1EA48}"/>
          </ac:spMkLst>
        </pc:spChg>
        <pc:spChg chg="add del">
          <ac:chgData name="TRỊNH DUY NHÂN" userId="3ddfc494-c775-401c-9c94-bfcc1a4fe946" providerId="ADAL" clId="{D9808D8C-6334-477B-B7B5-72248DF17BCC}" dt="2025-03-29T02:45:21.060" v="4827" actId="478"/>
          <ac:spMkLst>
            <pc:docMk/>
            <pc:sldMk cId="2418322765" sldId="265"/>
            <ac:spMk id="31" creationId="{2C2BC714-4FF0-F0BD-A854-909D18DAABE7}"/>
          </ac:spMkLst>
        </pc:spChg>
        <pc:spChg chg="add mod">
          <ac:chgData name="TRỊNH DUY NHÂN" userId="3ddfc494-c775-401c-9c94-bfcc1a4fe946" providerId="ADAL" clId="{D9808D8C-6334-477B-B7B5-72248DF17BCC}" dt="2025-03-29T02:45:21.792" v="4828"/>
          <ac:spMkLst>
            <pc:docMk/>
            <pc:sldMk cId="2418322765" sldId="265"/>
            <ac:spMk id="32" creationId="{65945356-78CB-E88A-094E-23DB85D7D505}"/>
          </ac:spMkLst>
        </pc:spChg>
        <pc:spChg chg="add del mod">
          <ac:chgData name="TRỊNH DUY NHÂN" userId="3ddfc494-c775-401c-9c94-bfcc1a4fe946" providerId="ADAL" clId="{D9808D8C-6334-477B-B7B5-72248DF17BCC}" dt="2025-03-29T02:45:21.060" v="4827" actId="478"/>
          <ac:spMkLst>
            <pc:docMk/>
            <pc:sldMk cId="2418322765" sldId="265"/>
            <ac:spMk id="33" creationId="{B4FC2CE0-991F-F430-A28C-E6C332C0CD8E}"/>
          </ac:spMkLst>
        </pc:spChg>
        <pc:spChg chg="add del mod">
          <ac:chgData name="TRỊNH DUY NHÂN" userId="3ddfc494-c775-401c-9c94-bfcc1a4fe946" providerId="ADAL" clId="{D9808D8C-6334-477B-B7B5-72248DF17BCC}" dt="2025-03-29T02:45:21.060" v="4827" actId="478"/>
          <ac:spMkLst>
            <pc:docMk/>
            <pc:sldMk cId="2418322765" sldId="265"/>
            <ac:spMk id="35" creationId="{8144C90B-ECC8-3B79-4070-2F25EC91DCDE}"/>
          </ac:spMkLst>
        </pc:spChg>
        <pc:spChg chg="add del mod">
          <ac:chgData name="TRỊNH DUY NHÂN" userId="3ddfc494-c775-401c-9c94-bfcc1a4fe946" providerId="ADAL" clId="{D9808D8C-6334-477B-B7B5-72248DF17BCC}" dt="2025-03-29T02:45:21.060" v="4827" actId="478"/>
          <ac:spMkLst>
            <pc:docMk/>
            <pc:sldMk cId="2418322765" sldId="265"/>
            <ac:spMk id="36" creationId="{53DAC285-F6AA-82B1-E8DC-42BCDAA1E33E}"/>
          </ac:spMkLst>
        </pc:spChg>
        <pc:spChg chg="add del mod">
          <ac:chgData name="TRỊNH DUY NHÂN" userId="3ddfc494-c775-401c-9c94-bfcc1a4fe946" providerId="ADAL" clId="{D9808D8C-6334-477B-B7B5-72248DF17BCC}" dt="2025-03-29T02:45:21.060" v="4827" actId="478"/>
          <ac:spMkLst>
            <pc:docMk/>
            <pc:sldMk cId="2418322765" sldId="265"/>
            <ac:spMk id="38" creationId="{83BEE968-0F1F-3EF2-02BA-87477CC0F0D1}"/>
          </ac:spMkLst>
        </pc:spChg>
        <pc:spChg chg="add del mod">
          <ac:chgData name="TRỊNH DUY NHÂN" userId="3ddfc494-c775-401c-9c94-bfcc1a4fe946" providerId="ADAL" clId="{D9808D8C-6334-477B-B7B5-72248DF17BCC}" dt="2025-03-29T02:45:21.060" v="4827" actId="478"/>
          <ac:spMkLst>
            <pc:docMk/>
            <pc:sldMk cId="2418322765" sldId="265"/>
            <ac:spMk id="40" creationId="{63A5CF72-52D8-7C6D-5CF0-19CD267B9203}"/>
          </ac:spMkLst>
        </pc:spChg>
        <pc:spChg chg="add del mod">
          <ac:chgData name="TRỊNH DUY NHÂN" userId="3ddfc494-c775-401c-9c94-bfcc1a4fe946" providerId="ADAL" clId="{D9808D8C-6334-477B-B7B5-72248DF17BCC}" dt="2025-03-29T02:45:21.060" v="4827" actId="478"/>
          <ac:spMkLst>
            <pc:docMk/>
            <pc:sldMk cId="2418322765" sldId="265"/>
            <ac:spMk id="41" creationId="{01F363D2-F25C-38B2-22CB-D714585532DF}"/>
          </ac:spMkLst>
        </pc:spChg>
        <pc:spChg chg="add del mod">
          <ac:chgData name="TRỊNH DUY NHÂN" userId="3ddfc494-c775-401c-9c94-bfcc1a4fe946" providerId="ADAL" clId="{D9808D8C-6334-477B-B7B5-72248DF17BCC}" dt="2025-03-29T02:45:21.060" v="4827" actId="478"/>
          <ac:spMkLst>
            <pc:docMk/>
            <pc:sldMk cId="2418322765" sldId="265"/>
            <ac:spMk id="42" creationId="{42D4CD22-014C-B462-DACF-88C6F158A07C}"/>
          </ac:spMkLst>
        </pc:spChg>
        <pc:spChg chg="add del mod">
          <ac:chgData name="TRỊNH DUY NHÂN" userId="3ddfc494-c775-401c-9c94-bfcc1a4fe946" providerId="ADAL" clId="{D9808D8C-6334-477B-B7B5-72248DF17BCC}" dt="2025-03-29T02:45:21.060" v="4827" actId="478"/>
          <ac:spMkLst>
            <pc:docMk/>
            <pc:sldMk cId="2418322765" sldId="265"/>
            <ac:spMk id="43" creationId="{1A816E09-2C4E-E236-97E2-F46C5EA1DF98}"/>
          </ac:spMkLst>
        </pc:spChg>
        <pc:spChg chg="add del mod">
          <ac:chgData name="TRỊNH DUY NHÂN" userId="3ddfc494-c775-401c-9c94-bfcc1a4fe946" providerId="ADAL" clId="{D9808D8C-6334-477B-B7B5-72248DF17BCC}" dt="2025-03-29T02:45:21.060" v="4827" actId="478"/>
          <ac:spMkLst>
            <pc:docMk/>
            <pc:sldMk cId="2418322765" sldId="265"/>
            <ac:spMk id="44" creationId="{2641DB63-E747-8ADA-6CF8-F87248BAA598}"/>
          </ac:spMkLst>
        </pc:spChg>
        <pc:spChg chg="add del mod">
          <ac:chgData name="TRỊNH DUY NHÂN" userId="3ddfc494-c775-401c-9c94-bfcc1a4fe946" providerId="ADAL" clId="{D9808D8C-6334-477B-B7B5-72248DF17BCC}" dt="2025-03-29T02:42:58.792" v="4811" actId="478"/>
          <ac:spMkLst>
            <pc:docMk/>
            <pc:sldMk cId="2418322765" sldId="265"/>
            <ac:spMk id="45" creationId="{DBFBBBB5-734E-81FB-E17F-98222E1564A6}"/>
          </ac:spMkLst>
        </pc:spChg>
        <pc:spChg chg="add mod">
          <ac:chgData name="TRỊNH DUY NHÂN" userId="3ddfc494-c775-401c-9c94-bfcc1a4fe946" providerId="ADAL" clId="{D9808D8C-6334-477B-B7B5-72248DF17BCC}" dt="2025-03-29T02:45:21.792" v="4828"/>
          <ac:spMkLst>
            <pc:docMk/>
            <pc:sldMk cId="2418322765" sldId="265"/>
            <ac:spMk id="46" creationId="{E0BB3C73-B3A3-77E5-018E-207F2107E497}"/>
          </ac:spMkLst>
        </pc:spChg>
        <pc:spChg chg="add mod">
          <ac:chgData name="TRỊNH DUY NHÂN" userId="3ddfc494-c775-401c-9c94-bfcc1a4fe946" providerId="ADAL" clId="{D9808D8C-6334-477B-B7B5-72248DF17BCC}" dt="2025-03-29T02:45:21.792" v="4828"/>
          <ac:spMkLst>
            <pc:docMk/>
            <pc:sldMk cId="2418322765" sldId="265"/>
            <ac:spMk id="47" creationId="{1A50BD51-04D8-68B9-6BB1-EF7FCA42CBD3}"/>
          </ac:spMkLst>
        </pc:spChg>
        <pc:spChg chg="add mod">
          <ac:chgData name="TRỊNH DUY NHÂN" userId="3ddfc494-c775-401c-9c94-bfcc1a4fe946" providerId="ADAL" clId="{D9808D8C-6334-477B-B7B5-72248DF17BCC}" dt="2025-03-29T02:45:21.792" v="4828"/>
          <ac:spMkLst>
            <pc:docMk/>
            <pc:sldMk cId="2418322765" sldId="265"/>
            <ac:spMk id="51" creationId="{A10C264F-26C4-A0F6-ADAF-E969D78890FF}"/>
          </ac:spMkLst>
        </pc:spChg>
        <pc:spChg chg="add mod">
          <ac:chgData name="TRỊNH DUY NHÂN" userId="3ddfc494-c775-401c-9c94-bfcc1a4fe946" providerId="ADAL" clId="{D9808D8C-6334-477B-B7B5-72248DF17BCC}" dt="2025-03-29T02:45:21.792" v="4828"/>
          <ac:spMkLst>
            <pc:docMk/>
            <pc:sldMk cId="2418322765" sldId="265"/>
            <ac:spMk id="54" creationId="{D974325E-F878-F21B-759F-C50A4921D66C}"/>
          </ac:spMkLst>
        </pc:spChg>
        <pc:spChg chg="add mod">
          <ac:chgData name="TRỊNH DUY NHÂN" userId="3ddfc494-c775-401c-9c94-bfcc1a4fe946" providerId="ADAL" clId="{D9808D8C-6334-477B-B7B5-72248DF17BCC}" dt="2025-03-29T02:45:21.792" v="4828"/>
          <ac:spMkLst>
            <pc:docMk/>
            <pc:sldMk cId="2418322765" sldId="265"/>
            <ac:spMk id="69" creationId="{983EC8B1-8EF6-C8EE-00F9-78E622D7CE1B}"/>
          </ac:spMkLst>
        </pc:spChg>
        <pc:spChg chg="add mod">
          <ac:chgData name="TRỊNH DUY NHÂN" userId="3ddfc494-c775-401c-9c94-bfcc1a4fe946" providerId="ADAL" clId="{D9808D8C-6334-477B-B7B5-72248DF17BCC}" dt="2025-03-29T02:45:21.792" v="4828"/>
          <ac:spMkLst>
            <pc:docMk/>
            <pc:sldMk cId="2418322765" sldId="265"/>
            <ac:spMk id="71" creationId="{9951F16C-12C8-B752-098A-A05B659F66D0}"/>
          </ac:spMkLst>
        </pc:spChg>
        <pc:spChg chg="add mod">
          <ac:chgData name="TRỊNH DUY NHÂN" userId="3ddfc494-c775-401c-9c94-bfcc1a4fe946" providerId="ADAL" clId="{D9808D8C-6334-477B-B7B5-72248DF17BCC}" dt="2025-03-29T02:45:21.792" v="4828"/>
          <ac:spMkLst>
            <pc:docMk/>
            <pc:sldMk cId="2418322765" sldId="265"/>
            <ac:spMk id="73" creationId="{CA6E13D7-8E3D-7801-1872-1DB88E2DE043}"/>
          </ac:spMkLst>
        </pc:spChg>
        <pc:spChg chg="add mod">
          <ac:chgData name="TRỊNH DUY NHÂN" userId="3ddfc494-c775-401c-9c94-bfcc1a4fe946" providerId="ADAL" clId="{D9808D8C-6334-477B-B7B5-72248DF17BCC}" dt="2025-03-29T02:45:21.792" v="4828"/>
          <ac:spMkLst>
            <pc:docMk/>
            <pc:sldMk cId="2418322765" sldId="265"/>
            <ac:spMk id="77" creationId="{B853A7FA-D105-B74D-E58A-5CC05E829179}"/>
          </ac:spMkLst>
        </pc:spChg>
        <pc:spChg chg="add mod">
          <ac:chgData name="TRỊNH DUY NHÂN" userId="3ddfc494-c775-401c-9c94-bfcc1a4fe946" providerId="ADAL" clId="{D9808D8C-6334-477B-B7B5-72248DF17BCC}" dt="2025-03-29T02:45:21.792" v="4828"/>
          <ac:spMkLst>
            <pc:docMk/>
            <pc:sldMk cId="2418322765" sldId="265"/>
            <ac:spMk id="79" creationId="{C357EC99-C469-063A-1028-B45B084C7274}"/>
          </ac:spMkLst>
        </pc:spChg>
      </pc:sldChg>
      <pc:sldChg chg="addSp modSp new del mod setBg">
        <pc:chgData name="TRỊNH DUY NHÂN" userId="3ddfc494-c775-401c-9c94-bfcc1a4fe946" providerId="ADAL" clId="{D9808D8C-6334-477B-B7B5-72248DF17BCC}" dt="2025-03-27T09:17:04.682" v="2643" actId="47"/>
        <pc:sldMkLst>
          <pc:docMk/>
          <pc:sldMk cId="3209560682" sldId="267"/>
        </pc:sldMkLst>
      </pc:sldChg>
      <pc:sldChg chg="addSp delSp modSp new add del mod">
        <pc:chgData name="TRỊNH DUY NHÂN" userId="3ddfc494-c775-401c-9c94-bfcc1a4fe946" providerId="ADAL" clId="{D9808D8C-6334-477B-B7B5-72248DF17BCC}" dt="2025-03-29T02:50:07.213" v="4924" actId="47"/>
        <pc:sldMkLst>
          <pc:docMk/>
          <pc:sldMk cId="494263228" sldId="269"/>
        </pc:sldMkLst>
        <pc:spChg chg="mod">
          <ac:chgData name="TRỊNH DUY NHÂN" userId="3ddfc494-c775-401c-9c94-bfcc1a4fe946" providerId="ADAL" clId="{D9808D8C-6334-477B-B7B5-72248DF17BCC}" dt="2025-03-29T02:44:15.598" v="4820" actId="27636"/>
          <ac:spMkLst>
            <pc:docMk/>
            <pc:sldMk cId="494263228" sldId="269"/>
            <ac:spMk id="2" creationId="{C3C006C9-D4B1-CA96-65CA-A8984235FEDA}"/>
          </ac:spMkLst>
        </pc:spChg>
        <pc:spChg chg="add mod">
          <ac:chgData name="TRỊNH DUY NHÂN" userId="3ddfc494-c775-401c-9c94-bfcc1a4fe946" providerId="ADAL" clId="{D9808D8C-6334-477B-B7B5-72248DF17BCC}" dt="2025-03-29T02:44:19.732" v="4821" actId="14100"/>
          <ac:spMkLst>
            <pc:docMk/>
            <pc:sldMk cId="494263228" sldId="269"/>
            <ac:spMk id="4" creationId="{0917FBFB-331B-0DB1-3EFD-A0445D0C982B}"/>
          </ac:spMkLst>
        </pc:spChg>
        <pc:spChg chg="add mod">
          <ac:chgData name="TRỊNH DUY NHÂN" userId="3ddfc494-c775-401c-9c94-bfcc1a4fe946" providerId="ADAL" clId="{D9808D8C-6334-477B-B7B5-72248DF17BCC}" dt="2025-03-29T02:43:42.261" v="4816"/>
          <ac:spMkLst>
            <pc:docMk/>
            <pc:sldMk cId="494263228" sldId="269"/>
            <ac:spMk id="7" creationId="{32D95E52-38AF-3EB1-71CE-1CA807AE15C8}"/>
          </ac:spMkLst>
        </pc:spChg>
        <pc:spChg chg="add mod">
          <ac:chgData name="TRỊNH DUY NHÂN" userId="3ddfc494-c775-401c-9c94-bfcc1a4fe946" providerId="ADAL" clId="{D9808D8C-6334-477B-B7B5-72248DF17BCC}" dt="2025-03-29T02:43:42.261" v="4816"/>
          <ac:spMkLst>
            <pc:docMk/>
            <pc:sldMk cId="494263228" sldId="269"/>
            <ac:spMk id="8" creationId="{C0527424-C519-C251-FFA1-03F54DF0E89D}"/>
          </ac:spMkLst>
        </pc:spChg>
        <pc:spChg chg="add mod">
          <ac:chgData name="TRỊNH DUY NHÂN" userId="3ddfc494-c775-401c-9c94-bfcc1a4fe946" providerId="ADAL" clId="{D9808D8C-6334-477B-B7B5-72248DF17BCC}" dt="2025-03-29T02:43:42.261" v="4816"/>
          <ac:spMkLst>
            <pc:docMk/>
            <pc:sldMk cId="494263228" sldId="269"/>
            <ac:spMk id="11" creationId="{CF816D44-CC17-F58B-0A17-53F32021F76B}"/>
          </ac:spMkLst>
        </pc:spChg>
        <pc:spChg chg="add mod">
          <ac:chgData name="TRỊNH DUY NHÂN" userId="3ddfc494-c775-401c-9c94-bfcc1a4fe946" providerId="ADAL" clId="{D9808D8C-6334-477B-B7B5-72248DF17BCC}" dt="2025-03-29T02:43:42.261" v="4816"/>
          <ac:spMkLst>
            <pc:docMk/>
            <pc:sldMk cId="494263228" sldId="269"/>
            <ac:spMk id="13" creationId="{8AD5B160-7A31-98BC-1026-22E81C39394F}"/>
          </ac:spMkLst>
        </pc:spChg>
        <pc:spChg chg="add mod">
          <ac:chgData name="TRỊNH DUY NHÂN" userId="3ddfc494-c775-401c-9c94-bfcc1a4fe946" providerId="ADAL" clId="{D9808D8C-6334-477B-B7B5-72248DF17BCC}" dt="2025-03-29T02:43:42.261" v="4816"/>
          <ac:spMkLst>
            <pc:docMk/>
            <pc:sldMk cId="494263228" sldId="269"/>
            <ac:spMk id="31" creationId="{1F8F01A5-5056-85FD-1B86-6B80A6C8A403}"/>
          </ac:spMkLst>
        </pc:spChg>
        <pc:spChg chg="add mod">
          <ac:chgData name="TRỊNH DUY NHÂN" userId="3ddfc494-c775-401c-9c94-bfcc1a4fe946" providerId="ADAL" clId="{D9808D8C-6334-477B-B7B5-72248DF17BCC}" dt="2025-03-29T02:43:42.261" v="4816"/>
          <ac:spMkLst>
            <pc:docMk/>
            <pc:sldMk cId="494263228" sldId="269"/>
            <ac:spMk id="32" creationId="{FBE967D0-B98A-A350-8C3D-09D9D1520772}"/>
          </ac:spMkLst>
        </pc:spChg>
        <pc:spChg chg="add mod">
          <ac:chgData name="TRỊNH DUY NHÂN" userId="3ddfc494-c775-401c-9c94-bfcc1a4fe946" providerId="ADAL" clId="{D9808D8C-6334-477B-B7B5-72248DF17BCC}" dt="2025-03-29T02:43:42.261" v="4816"/>
          <ac:spMkLst>
            <pc:docMk/>
            <pc:sldMk cId="494263228" sldId="269"/>
            <ac:spMk id="34" creationId="{8DB4E0AE-8D18-6A23-E438-65FC536607BE}"/>
          </ac:spMkLst>
        </pc:spChg>
        <pc:spChg chg="add mod">
          <ac:chgData name="TRỊNH DUY NHÂN" userId="3ddfc494-c775-401c-9c94-bfcc1a4fe946" providerId="ADAL" clId="{D9808D8C-6334-477B-B7B5-72248DF17BCC}" dt="2025-03-29T02:43:42.261" v="4816"/>
          <ac:spMkLst>
            <pc:docMk/>
            <pc:sldMk cId="494263228" sldId="269"/>
            <ac:spMk id="35" creationId="{CF4E9ADC-500B-E4D8-F11A-110CCB2DDF39}"/>
          </ac:spMkLst>
        </pc:spChg>
        <pc:spChg chg="add mod">
          <ac:chgData name="TRỊNH DUY NHÂN" userId="3ddfc494-c775-401c-9c94-bfcc1a4fe946" providerId="ADAL" clId="{D9808D8C-6334-477B-B7B5-72248DF17BCC}" dt="2025-03-29T02:43:42.261" v="4816"/>
          <ac:spMkLst>
            <pc:docMk/>
            <pc:sldMk cId="494263228" sldId="269"/>
            <ac:spMk id="37" creationId="{3B4731B3-7B01-D25B-FF88-91AB4E0E94D0}"/>
          </ac:spMkLst>
        </pc:spChg>
        <pc:spChg chg="add mod">
          <ac:chgData name="TRỊNH DUY NHÂN" userId="3ddfc494-c775-401c-9c94-bfcc1a4fe946" providerId="ADAL" clId="{D9808D8C-6334-477B-B7B5-72248DF17BCC}" dt="2025-03-29T02:43:42.261" v="4816"/>
          <ac:spMkLst>
            <pc:docMk/>
            <pc:sldMk cId="494263228" sldId="269"/>
            <ac:spMk id="41" creationId="{4D850365-F334-573C-E0E4-9043A51BADD7}"/>
          </ac:spMkLst>
        </pc:spChg>
      </pc:sldChg>
      <pc:sldChg chg="addSp delSp modSp new mod modTransition">
        <pc:chgData name="TRỊNH DUY NHÂN" userId="3ddfc494-c775-401c-9c94-bfcc1a4fe946" providerId="ADAL" clId="{D9808D8C-6334-477B-B7B5-72248DF17BCC}" dt="2025-03-28T07:40:13.683" v="4017" actId="207"/>
        <pc:sldMkLst>
          <pc:docMk/>
          <pc:sldMk cId="3069248487" sldId="270"/>
        </pc:sldMkLst>
        <pc:spChg chg="mod topLvl">
          <ac:chgData name="TRỊNH DUY NHÂN" userId="3ddfc494-c775-401c-9c94-bfcc1a4fe946" providerId="ADAL" clId="{D9808D8C-6334-477B-B7B5-72248DF17BCC}" dt="2025-03-27T10:08:17.587" v="3743" actId="1076"/>
          <ac:spMkLst>
            <pc:docMk/>
            <pc:sldMk cId="3069248487" sldId="270"/>
            <ac:spMk id="5" creationId="{57871B4A-DED6-A423-108D-849CF902AB8B}"/>
          </ac:spMkLst>
        </pc:spChg>
        <pc:spChg chg="mod">
          <ac:chgData name="TRỊNH DUY NHÂN" userId="3ddfc494-c775-401c-9c94-bfcc1a4fe946" providerId="ADAL" clId="{D9808D8C-6334-477B-B7B5-72248DF17BCC}" dt="2025-03-28T07:40:13.683" v="4017" actId="207"/>
          <ac:spMkLst>
            <pc:docMk/>
            <pc:sldMk cId="3069248487" sldId="270"/>
            <ac:spMk id="6" creationId="{3C5B576F-E424-31E0-DD5D-1D348B54CBF3}"/>
          </ac:spMkLst>
        </pc:spChg>
        <pc:spChg chg="mod topLvl">
          <ac:chgData name="TRỊNH DUY NHÂN" userId="3ddfc494-c775-401c-9c94-bfcc1a4fe946" providerId="ADAL" clId="{D9808D8C-6334-477B-B7B5-72248DF17BCC}" dt="2025-03-27T09:23:50.901" v="2935" actId="165"/>
          <ac:spMkLst>
            <pc:docMk/>
            <pc:sldMk cId="3069248487" sldId="270"/>
            <ac:spMk id="7" creationId="{60994893-22C2-F8F2-BA93-9F5B6B943748}"/>
          </ac:spMkLst>
        </pc:spChg>
        <pc:spChg chg="mod topLvl">
          <ac:chgData name="TRỊNH DUY NHÂN" userId="3ddfc494-c775-401c-9c94-bfcc1a4fe946" providerId="ADAL" clId="{D9808D8C-6334-477B-B7B5-72248DF17BCC}" dt="2025-03-27T09:23:50.901" v="2935" actId="165"/>
          <ac:spMkLst>
            <pc:docMk/>
            <pc:sldMk cId="3069248487" sldId="270"/>
            <ac:spMk id="8" creationId="{E03014D9-FAC9-0E9C-F3F9-8202C1DFADC2}"/>
          </ac:spMkLst>
        </pc:spChg>
        <pc:spChg chg="mod topLvl">
          <ac:chgData name="TRỊNH DUY NHÂN" userId="3ddfc494-c775-401c-9c94-bfcc1a4fe946" providerId="ADAL" clId="{D9808D8C-6334-477B-B7B5-72248DF17BCC}" dt="2025-03-27T10:08:17.587" v="3743" actId="1076"/>
          <ac:spMkLst>
            <pc:docMk/>
            <pc:sldMk cId="3069248487" sldId="270"/>
            <ac:spMk id="9" creationId="{00034868-9D62-FD9F-ED6F-0F9F8820CBB1}"/>
          </ac:spMkLst>
        </pc:spChg>
        <pc:spChg chg="mod topLvl">
          <ac:chgData name="TRỊNH DUY NHÂN" userId="3ddfc494-c775-401c-9c94-bfcc1a4fe946" providerId="ADAL" clId="{D9808D8C-6334-477B-B7B5-72248DF17BCC}" dt="2025-03-27T10:08:17.587" v="3743" actId="1076"/>
          <ac:spMkLst>
            <pc:docMk/>
            <pc:sldMk cId="3069248487" sldId="270"/>
            <ac:spMk id="11" creationId="{2DC91301-2ED8-DDFF-DF89-0177A91513D8}"/>
          </ac:spMkLst>
        </pc:spChg>
        <pc:spChg chg="mod topLvl">
          <ac:chgData name="TRỊNH DUY NHÂN" userId="3ddfc494-c775-401c-9c94-bfcc1a4fe946" providerId="ADAL" clId="{D9808D8C-6334-477B-B7B5-72248DF17BCC}" dt="2025-03-27T09:23:50.901" v="2935" actId="165"/>
          <ac:spMkLst>
            <pc:docMk/>
            <pc:sldMk cId="3069248487" sldId="270"/>
            <ac:spMk id="12" creationId="{E0959C8F-4E5E-6EF3-D1FA-C3BE0D878E49}"/>
          </ac:spMkLst>
        </pc:spChg>
        <pc:spChg chg="mod topLvl">
          <ac:chgData name="TRỊNH DUY NHÂN" userId="3ddfc494-c775-401c-9c94-bfcc1a4fe946" providerId="ADAL" clId="{D9808D8C-6334-477B-B7B5-72248DF17BCC}" dt="2025-03-27T10:08:17.587" v="3743" actId="1076"/>
          <ac:spMkLst>
            <pc:docMk/>
            <pc:sldMk cId="3069248487" sldId="270"/>
            <ac:spMk id="13" creationId="{13CD5B2A-A886-40CE-5EF4-C626DC04445B}"/>
          </ac:spMkLst>
        </pc:spChg>
        <pc:spChg chg="mod topLvl">
          <ac:chgData name="TRỊNH DUY NHÂN" userId="3ddfc494-c775-401c-9c94-bfcc1a4fe946" providerId="ADAL" clId="{D9808D8C-6334-477B-B7B5-72248DF17BCC}" dt="2025-03-27T10:08:17.587" v="3743" actId="1076"/>
          <ac:spMkLst>
            <pc:docMk/>
            <pc:sldMk cId="3069248487" sldId="270"/>
            <ac:spMk id="14" creationId="{8EDABB3D-68D3-BFC0-FB74-F1626A1E4B75}"/>
          </ac:spMkLst>
        </pc:spChg>
        <pc:spChg chg="mod topLvl">
          <ac:chgData name="TRỊNH DUY NHÂN" userId="3ddfc494-c775-401c-9c94-bfcc1a4fe946" providerId="ADAL" clId="{D9808D8C-6334-477B-B7B5-72248DF17BCC}" dt="2025-03-27T09:23:50.901" v="2935" actId="165"/>
          <ac:spMkLst>
            <pc:docMk/>
            <pc:sldMk cId="3069248487" sldId="270"/>
            <ac:spMk id="15" creationId="{078A2A4B-C2F4-8069-DD25-1F8CA2562722}"/>
          </ac:spMkLst>
        </pc:spChg>
        <pc:spChg chg="mod topLvl">
          <ac:chgData name="TRỊNH DUY NHÂN" userId="3ddfc494-c775-401c-9c94-bfcc1a4fe946" providerId="ADAL" clId="{D9808D8C-6334-477B-B7B5-72248DF17BCC}" dt="2025-03-27T10:07:39.965" v="3742" actId="1076"/>
          <ac:spMkLst>
            <pc:docMk/>
            <pc:sldMk cId="3069248487" sldId="270"/>
            <ac:spMk id="17" creationId="{D44F4A49-371C-9E78-1BA8-5C67350A8AC3}"/>
          </ac:spMkLst>
        </pc:spChg>
        <pc:spChg chg="mod">
          <ac:chgData name="TRỊNH DUY NHÂN" userId="3ddfc494-c775-401c-9c94-bfcc1a4fe946" providerId="ADAL" clId="{D9808D8C-6334-477B-B7B5-72248DF17BCC}" dt="2025-03-27T09:50:56.729" v="3116" actId="208"/>
          <ac:spMkLst>
            <pc:docMk/>
            <pc:sldMk cId="3069248487" sldId="270"/>
            <ac:spMk id="30" creationId="{8E7A7625-45BA-42C7-E52C-867C8D6116EE}"/>
          </ac:spMkLst>
        </pc:spChg>
        <pc:spChg chg="add mod">
          <ac:chgData name="TRỊNH DUY NHÂN" userId="3ddfc494-c775-401c-9c94-bfcc1a4fe946" providerId="ADAL" clId="{D9808D8C-6334-477B-B7B5-72248DF17BCC}" dt="2025-03-27T10:08:17.587" v="3743" actId="1076"/>
          <ac:spMkLst>
            <pc:docMk/>
            <pc:sldMk cId="3069248487" sldId="270"/>
            <ac:spMk id="31" creationId="{3C645F6F-035A-2AD6-1F92-33B9C21C1214}"/>
          </ac:spMkLst>
        </pc:spChg>
        <pc:spChg chg="add mod">
          <ac:chgData name="TRỊNH DUY NHÂN" userId="3ddfc494-c775-401c-9c94-bfcc1a4fe946" providerId="ADAL" clId="{D9808D8C-6334-477B-B7B5-72248DF17BCC}" dt="2025-03-27T10:08:17.587" v="3743" actId="1076"/>
          <ac:spMkLst>
            <pc:docMk/>
            <pc:sldMk cId="3069248487" sldId="270"/>
            <ac:spMk id="33" creationId="{444DB258-FEBB-D025-1514-6A77567E4280}"/>
          </ac:spMkLst>
        </pc:spChg>
        <pc:spChg chg="mod">
          <ac:chgData name="TRỊNH DUY NHÂN" userId="3ddfc494-c775-401c-9c94-bfcc1a4fe946" providerId="ADAL" clId="{D9808D8C-6334-477B-B7B5-72248DF17BCC}" dt="2025-03-27T09:23:14.694" v="2934" actId="1076"/>
          <ac:spMkLst>
            <pc:docMk/>
            <pc:sldMk cId="3069248487" sldId="270"/>
            <ac:spMk id="34" creationId="{A5A1C6CE-13A4-0DDB-512B-3AAAA60BB6AA}"/>
          </ac:spMkLst>
        </pc:spChg>
        <pc:spChg chg="mod">
          <ac:chgData name="TRỊNH DUY NHÂN" userId="3ddfc494-c775-401c-9c94-bfcc1a4fe946" providerId="ADAL" clId="{D9808D8C-6334-477B-B7B5-72248DF17BCC}" dt="2025-03-27T09:23:14.694" v="2934" actId="1076"/>
          <ac:spMkLst>
            <pc:docMk/>
            <pc:sldMk cId="3069248487" sldId="270"/>
            <ac:spMk id="35" creationId="{14EAB6FD-65E9-75B2-5883-85FE187274FA}"/>
          </ac:spMkLst>
        </pc:spChg>
        <pc:spChg chg="mod">
          <ac:chgData name="TRỊNH DUY NHÂN" userId="3ddfc494-c775-401c-9c94-bfcc1a4fe946" providerId="ADAL" clId="{D9808D8C-6334-477B-B7B5-72248DF17BCC}" dt="2025-03-27T09:23:14.694" v="2934" actId="1076"/>
          <ac:spMkLst>
            <pc:docMk/>
            <pc:sldMk cId="3069248487" sldId="270"/>
            <ac:spMk id="36" creationId="{C4427A0A-BBD5-16F7-5A39-95A12DBA5D1F}"/>
          </ac:spMkLst>
        </pc:spChg>
        <pc:spChg chg="add mod">
          <ac:chgData name="TRỊNH DUY NHÂN" userId="3ddfc494-c775-401c-9c94-bfcc1a4fe946" providerId="ADAL" clId="{D9808D8C-6334-477B-B7B5-72248DF17BCC}" dt="2025-03-27T10:08:17.587" v="3743" actId="1076"/>
          <ac:spMkLst>
            <pc:docMk/>
            <pc:sldMk cId="3069248487" sldId="270"/>
            <ac:spMk id="37" creationId="{37DD2653-E061-2DC1-BB74-8F580CE1F69E}"/>
          </ac:spMkLst>
        </pc:spChg>
        <pc:spChg chg="add mod">
          <ac:chgData name="TRỊNH DUY NHÂN" userId="3ddfc494-c775-401c-9c94-bfcc1a4fe946" providerId="ADAL" clId="{D9808D8C-6334-477B-B7B5-72248DF17BCC}" dt="2025-03-27T10:08:17.587" v="3743" actId="1076"/>
          <ac:spMkLst>
            <pc:docMk/>
            <pc:sldMk cId="3069248487" sldId="270"/>
            <ac:spMk id="38" creationId="{EA8F87DE-FF6B-6F06-16B4-9E3F10F7912C}"/>
          </ac:spMkLst>
        </pc:spChg>
        <pc:spChg chg="add mod">
          <ac:chgData name="TRỊNH DUY NHÂN" userId="3ddfc494-c775-401c-9c94-bfcc1a4fe946" providerId="ADAL" clId="{D9808D8C-6334-477B-B7B5-72248DF17BCC}" dt="2025-03-27T10:08:17.587" v="3743" actId="1076"/>
          <ac:spMkLst>
            <pc:docMk/>
            <pc:sldMk cId="3069248487" sldId="270"/>
            <ac:spMk id="39" creationId="{038769C1-5091-0FD2-52D0-A5B79F8113D7}"/>
          </ac:spMkLst>
        </pc:spChg>
        <pc:spChg chg="mod">
          <ac:chgData name="TRỊNH DUY NHÂN" userId="3ddfc494-c775-401c-9c94-bfcc1a4fe946" providerId="ADAL" clId="{D9808D8C-6334-477B-B7B5-72248DF17BCC}" dt="2025-03-27T09:23:14.694" v="2934" actId="1076"/>
          <ac:spMkLst>
            <pc:docMk/>
            <pc:sldMk cId="3069248487" sldId="270"/>
            <ac:spMk id="41" creationId="{B7E7617D-84CB-C17B-BF60-0FA6874FBE95}"/>
          </ac:spMkLst>
        </pc:spChg>
        <pc:spChg chg="add mod">
          <ac:chgData name="TRỊNH DUY NHÂN" userId="3ddfc494-c775-401c-9c94-bfcc1a4fe946" providerId="ADAL" clId="{D9808D8C-6334-477B-B7B5-72248DF17BCC}" dt="2025-03-27T10:08:20.489" v="3744" actId="1076"/>
          <ac:spMkLst>
            <pc:docMk/>
            <pc:sldMk cId="3069248487" sldId="270"/>
            <ac:spMk id="42" creationId="{D4291B95-EF5C-1526-A356-BE6C8BE40E45}"/>
          </ac:spMkLst>
        </pc:spChg>
        <pc:cxnChg chg="mod">
          <ac:chgData name="TRỊNH DUY NHÂN" userId="3ddfc494-c775-401c-9c94-bfcc1a4fe946" providerId="ADAL" clId="{D9808D8C-6334-477B-B7B5-72248DF17BCC}" dt="2025-03-27T09:43:06.372" v="3009" actId="208"/>
          <ac:cxnSpMkLst>
            <pc:docMk/>
            <pc:sldMk cId="3069248487" sldId="270"/>
            <ac:cxnSpMk id="20" creationId="{C2B90B61-AF12-F8E0-3E93-DF65EFB920C5}"/>
          </ac:cxnSpMkLst>
        </pc:cxnChg>
      </pc:sldChg>
      <pc:sldChg chg="addSp delSp modSp new del mod">
        <pc:chgData name="TRỊNH DUY NHÂN" userId="3ddfc494-c775-401c-9c94-bfcc1a4fe946" providerId="ADAL" clId="{D9808D8C-6334-477B-B7B5-72248DF17BCC}" dt="2025-03-27T09:44:03.137" v="3082" actId="47"/>
        <pc:sldMkLst>
          <pc:docMk/>
          <pc:sldMk cId="1214821068" sldId="271"/>
        </pc:sldMkLst>
      </pc:sldChg>
      <pc:sldChg chg="addSp delSp modSp add del mod">
        <pc:chgData name="TRỊNH DUY NHÂN" userId="3ddfc494-c775-401c-9c94-bfcc1a4fe946" providerId="ADAL" clId="{D9808D8C-6334-477B-B7B5-72248DF17BCC}" dt="2025-03-27T09:56:22.631" v="3407" actId="47"/>
        <pc:sldMkLst>
          <pc:docMk/>
          <pc:sldMk cId="884126466" sldId="272"/>
        </pc:sldMkLst>
      </pc:sldChg>
      <pc:sldChg chg="modSp add del mod">
        <pc:chgData name="TRỊNH DUY NHÂN" userId="3ddfc494-c775-401c-9c94-bfcc1a4fe946" providerId="ADAL" clId="{D9808D8C-6334-477B-B7B5-72248DF17BCC}" dt="2025-03-27T09:44:51.869" v="3086" actId="2890"/>
        <pc:sldMkLst>
          <pc:docMk/>
          <pc:sldMk cId="2041566496" sldId="273"/>
        </pc:sldMkLst>
      </pc:sldChg>
      <pc:sldChg chg="new del">
        <pc:chgData name="TRỊNH DUY NHÂN" userId="3ddfc494-c775-401c-9c94-bfcc1a4fe946" providerId="ADAL" clId="{D9808D8C-6334-477B-B7B5-72248DF17BCC}" dt="2025-03-27T09:42:31.668" v="3007" actId="47"/>
        <pc:sldMkLst>
          <pc:docMk/>
          <pc:sldMk cId="3504088392" sldId="273"/>
        </pc:sldMkLst>
      </pc:sldChg>
      <pc:sldChg chg="new del">
        <pc:chgData name="TRỊNH DUY NHÂN" userId="3ddfc494-c775-401c-9c94-bfcc1a4fe946" providerId="ADAL" clId="{D9808D8C-6334-477B-B7B5-72248DF17BCC}" dt="2025-03-27T09:51:37.296" v="3173" actId="680"/>
        <pc:sldMkLst>
          <pc:docMk/>
          <pc:sldMk cId="1089659026" sldId="286"/>
        </pc:sldMkLst>
      </pc:sldChg>
      <pc:sldChg chg="modSp add del mod">
        <pc:chgData name="TRỊNH DUY NHÂN" userId="3ddfc494-c775-401c-9c94-bfcc1a4fe946" providerId="ADAL" clId="{D9808D8C-6334-477B-B7B5-72248DF17BCC}" dt="2025-03-27T09:56:26.745" v="3408" actId="47"/>
        <pc:sldMkLst>
          <pc:docMk/>
          <pc:sldMk cId="1927152604" sldId="288"/>
        </pc:sldMkLst>
      </pc:sldChg>
      <pc:sldChg chg="modSp add del mod">
        <pc:chgData name="TRỊNH DUY NHÂN" userId="3ddfc494-c775-401c-9c94-bfcc1a4fe946" providerId="ADAL" clId="{D9808D8C-6334-477B-B7B5-72248DF17BCC}" dt="2025-03-27T10:09:20.746" v="3754" actId="47"/>
        <pc:sldMkLst>
          <pc:docMk/>
          <pc:sldMk cId="315233305" sldId="300"/>
        </pc:sldMkLst>
      </pc:sldChg>
      <pc:sldChg chg="new del">
        <pc:chgData name="TRỊNH DUY NHÂN" userId="3ddfc494-c775-401c-9c94-bfcc1a4fe946" providerId="ADAL" clId="{D9808D8C-6334-477B-B7B5-72248DF17BCC}" dt="2025-03-27T09:58:20.635" v="3524" actId="680"/>
        <pc:sldMkLst>
          <pc:docMk/>
          <pc:sldMk cId="2319749468" sldId="301"/>
        </pc:sldMkLst>
      </pc:sldChg>
      <pc:sldChg chg="new del">
        <pc:chgData name="TRỊNH DUY NHÂN" userId="3ddfc494-c775-401c-9c94-bfcc1a4fe946" providerId="ADAL" clId="{D9808D8C-6334-477B-B7B5-72248DF17BCC}" dt="2025-03-27T09:56:18.804" v="3405" actId="680"/>
        <pc:sldMkLst>
          <pc:docMk/>
          <pc:sldMk cId="3099730631" sldId="301"/>
        </pc:sldMkLst>
      </pc:sldChg>
      <pc:sldChg chg="new del">
        <pc:chgData name="TRỊNH DUY NHÂN" userId="3ddfc494-c775-401c-9c94-bfcc1a4fe946" providerId="ADAL" clId="{D9808D8C-6334-477B-B7B5-72248DF17BCC}" dt="2025-03-27T10:01:35.861" v="3620" actId="680"/>
        <pc:sldMkLst>
          <pc:docMk/>
          <pc:sldMk cId="4106520921" sldId="304"/>
        </pc:sldMkLst>
      </pc:sldChg>
      <pc:sldChg chg="modSp add del mod">
        <pc:chgData name="TRỊNH DUY NHÂN" userId="3ddfc494-c775-401c-9c94-bfcc1a4fe946" providerId="ADAL" clId="{D9808D8C-6334-477B-B7B5-72248DF17BCC}" dt="2025-03-27T10:10:12.329" v="3764" actId="47"/>
        <pc:sldMkLst>
          <pc:docMk/>
          <pc:sldMk cId="4271088780" sldId="304"/>
        </pc:sldMkLst>
      </pc:sldChg>
      <pc:sldChg chg="addSp delSp modSp add del mod">
        <pc:chgData name="TRỊNH DUY NHÂN" userId="3ddfc494-c775-401c-9c94-bfcc1a4fe946" providerId="ADAL" clId="{D9808D8C-6334-477B-B7B5-72248DF17BCC}" dt="2025-03-27T10:11:21.087" v="3772" actId="47"/>
        <pc:sldMkLst>
          <pc:docMk/>
          <pc:sldMk cId="135227752" sldId="305"/>
        </pc:sldMkLst>
      </pc:sldChg>
      <pc:sldChg chg="modSp add mod modTransition">
        <pc:chgData name="TRỊNH DUY NHÂN" userId="3ddfc494-c775-401c-9c94-bfcc1a4fe946" providerId="ADAL" clId="{D9808D8C-6334-477B-B7B5-72248DF17BCC}" dt="2025-03-29T02:51:07.429" v="4957" actId="20577"/>
        <pc:sldMkLst>
          <pc:docMk/>
          <pc:sldMk cId="83478730" sldId="307"/>
        </pc:sldMkLst>
        <pc:spChg chg="mod">
          <ac:chgData name="TRỊNH DUY NHÂN" userId="3ddfc494-c775-401c-9c94-bfcc1a4fe946" providerId="ADAL" clId="{D9808D8C-6334-477B-B7B5-72248DF17BCC}" dt="2025-03-27T10:09:01.801" v="3750" actId="207"/>
          <ac:spMkLst>
            <pc:docMk/>
            <pc:sldMk cId="83478730" sldId="307"/>
            <ac:spMk id="6" creationId="{8A01BA79-7AED-0F9B-A7D0-711A90F84140}"/>
          </ac:spMkLst>
        </pc:spChg>
        <pc:spChg chg="mod">
          <ac:chgData name="TRỊNH DUY NHÂN" userId="3ddfc494-c775-401c-9c94-bfcc1a4fe946" providerId="ADAL" clId="{D9808D8C-6334-477B-B7B5-72248DF17BCC}" dt="2025-03-27T10:08:55.643" v="3749" actId="207"/>
          <ac:spMkLst>
            <pc:docMk/>
            <pc:sldMk cId="83478730" sldId="307"/>
            <ac:spMk id="8" creationId="{1897E5A8-CC60-4342-92A3-CE8D72FC44B7}"/>
          </ac:spMkLst>
        </pc:spChg>
        <pc:spChg chg="mod">
          <ac:chgData name="TRỊNH DUY NHÂN" userId="3ddfc494-c775-401c-9c94-bfcc1a4fe946" providerId="ADAL" clId="{D9808D8C-6334-477B-B7B5-72248DF17BCC}" dt="2025-03-27T10:09:12.221" v="3753" actId="208"/>
          <ac:spMkLst>
            <pc:docMk/>
            <pc:sldMk cId="83478730" sldId="307"/>
            <ac:spMk id="30" creationId="{13E4016F-8E17-A2B9-83A6-7624944294EB}"/>
          </ac:spMkLst>
        </pc:spChg>
        <pc:spChg chg="mod">
          <ac:chgData name="TRỊNH DUY NHÂN" userId="3ddfc494-c775-401c-9c94-bfcc1a4fe946" providerId="ADAL" clId="{D9808D8C-6334-477B-B7B5-72248DF17BCC}" dt="2025-03-29T02:51:07.429" v="4957" actId="20577"/>
          <ac:spMkLst>
            <pc:docMk/>
            <pc:sldMk cId="83478730" sldId="307"/>
            <ac:spMk id="42" creationId="{30117D63-5637-832A-7788-79B0695D642E}"/>
          </ac:spMkLst>
        </pc:spChg>
      </pc:sldChg>
      <pc:sldChg chg="modSp add mod modTransition">
        <pc:chgData name="TRỊNH DUY NHÂN" userId="3ddfc494-c775-401c-9c94-bfcc1a4fe946" providerId="ADAL" clId="{D9808D8C-6334-477B-B7B5-72248DF17BCC}" dt="2025-03-29T02:55:14.002" v="5199" actId="20577"/>
        <pc:sldMkLst>
          <pc:docMk/>
          <pc:sldMk cId="3673508576" sldId="308"/>
        </pc:sldMkLst>
        <pc:spChg chg="mod">
          <ac:chgData name="TRỊNH DUY NHÂN" userId="3ddfc494-c775-401c-9c94-bfcc1a4fe946" providerId="ADAL" clId="{D9808D8C-6334-477B-B7B5-72248DF17BCC}" dt="2025-03-27T10:09:48.970" v="3761" actId="207"/>
          <ac:spMkLst>
            <pc:docMk/>
            <pc:sldMk cId="3673508576" sldId="308"/>
            <ac:spMk id="6" creationId="{5EB4BA55-D132-A6FF-D6E5-7699C6F59972}"/>
          </ac:spMkLst>
        </pc:spChg>
        <pc:spChg chg="mod">
          <ac:chgData name="TRỊNH DUY NHÂN" userId="3ddfc494-c775-401c-9c94-bfcc1a4fe946" providerId="ADAL" clId="{D9808D8C-6334-477B-B7B5-72248DF17BCC}" dt="2025-03-27T10:09:33.040" v="3756" actId="207"/>
          <ac:spMkLst>
            <pc:docMk/>
            <pc:sldMk cId="3673508576" sldId="308"/>
            <ac:spMk id="8" creationId="{A7169B40-F95C-9EBB-4887-027C81723A68}"/>
          </ac:spMkLst>
        </pc:spChg>
        <pc:spChg chg="mod">
          <ac:chgData name="TRỊNH DUY NHÂN" userId="3ddfc494-c775-401c-9c94-bfcc1a4fe946" providerId="ADAL" clId="{D9808D8C-6334-477B-B7B5-72248DF17BCC}" dt="2025-03-27T10:09:51.769" v="3762" actId="207"/>
          <ac:spMkLst>
            <pc:docMk/>
            <pc:sldMk cId="3673508576" sldId="308"/>
            <ac:spMk id="9" creationId="{BD59972F-799F-2515-1999-82E3E12DBADE}"/>
          </ac:spMkLst>
        </pc:spChg>
        <pc:spChg chg="mod">
          <ac:chgData name="TRỊNH DUY NHÂN" userId="3ddfc494-c775-401c-9c94-bfcc1a4fe946" providerId="ADAL" clId="{D9808D8C-6334-477B-B7B5-72248DF17BCC}" dt="2025-03-27T10:09:45.431" v="3760" actId="208"/>
          <ac:spMkLst>
            <pc:docMk/>
            <pc:sldMk cId="3673508576" sldId="308"/>
            <ac:spMk id="30" creationId="{2ABA2097-52E4-2D3D-726F-A288D44C9C68}"/>
          </ac:spMkLst>
        </pc:spChg>
        <pc:spChg chg="mod">
          <ac:chgData name="TRỊNH DUY NHÂN" userId="3ddfc494-c775-401c-9c94-bfcc1a4fe946" providerId="ADAL" clId="{D9808D8C-6334-477B-B7B5-72248DF17BCC}" dt="2025-03-27T10:09:39.848" v="3759" actId="208"/>
          <ac:spMkLst>
            <pc:docMk/>
            <pc:sldMk cId="3673508576" sldId="308"/>
            <ac:spMk id="31" creationId="{E1A994B9-B0AC-D596-FA7A-FC03273DF85B}"/>
          </ac:spMkLst>
        </pc:spChg>
        <pc:spChg chg="mod">
          <ac:chgData name="TRỊNH DUY NHÂN" userId="3ddfc494-c775-401c-9c94-bfcc1a4fe946" providerId="ADAL" clId="{D9808D8C-6334-477B-B7B5-72248DF17BCC}" dt="2025-03-29T02:55:14.002" v="5199" actId="20577"/>
          <ac:spMkLst>
            <pc:docMk/>
            <pc:sldMk cId="3673508576" sldId="308"/>
            <ac:spMk id="42" creationId="{B1F51842-3D82-CDA8-B8ED-F5488A34656B}"/>
          </ac:spMkLst>
        </pc:spChg>
      </pc:sldChg>
      <pc:sldChg chg="addSp delSp modSp add mod modTransition">
        <pc:chgData name="TRỊNH DUY NHÂN" userId="3ddfc494-c775-401c-9c94-bfcc1a4fe946" providerId="ADAL" clId="{D9808D8C-6334-477B-B7B5-72248DF17BCC}" dt="2025-03-29T02:55:07.401" v="5193" actId="20577"/>
        <pc:sldMkLst>
          <pc:docMk/>
          <pc:sldMk cId="2194892407" sldId="309"/>
        </pc:sldMkLst>
        <pc:spChg chg="add mod">
          <ac:chgData name="TRỊNH DUY NHÂN" userId="3ddfc494-c775-401c-9c94-bfcc1a4fe946" providerId="ADAL" clId="{D9808D8C-6334-477B-B7B5-72248DF17BCC}" dt="2025-03-27T10:10:50.536" v="3771" actId="208"/>
          <ac:spMkLst>
            <pc:docMk/>
            <pc:sldMk cId="2194892407" sldId="309"/>
            <ac:spMk id="2" creationId="{2A948BE8-B829-AC0F-5FB8-696A438CACAE}"/>
          </ac:spMkLst>
        </pc:spChg>
        <pc:spChg chg="add mod">
          <ac:chgData name="TRỊNH DUY NHÂN" userId="3ddfc494-c775-401c-9c94-bfcc1a4fe946" providerId="ADAL" clId="{D9808D8C-6334-477B-B7B5-72248DF17BCC}" dt="2025-03-29T02:55:07.401" v="5193" actId="20577"/>
          <ac:spMkLst>
            <pc:docMk/>
            <pc:sldMk cId="2194892407" sldId="309"/>
            <ac:spMk id="4" creationId="{B7224DAC-9A5D-FE9B-8991-020AEAAE3D3F}"/>
          </ac:spMkLst>
        </pc:spChg>
        <pc:spChg chg="mod">
          <ac:chgData name="TRỊNH DUY NHÂN" userId="3ddfc494-c775-401c-9c94-bfcc1a4fe946" providerId="ADAL" clId="{D9808D8C-6334-477B-B7B5-72248DF17BCC}" dt="2025-03-27T10:13:14.183" v="3842" actId="207"/>
          <ac:spMkLst>
            <pc:docMk/>
            <pc:sldMk cId="2194892407" sldId="309"/>
            <ac:spMk id="5" creationId="{69490810-B811-5D0A-E908-77E34FBC03AC}"/>
          </ac:spMkLst>
        </pc:spChg>
        <pc:spChg chg="mod">
          <ac:chgData name="TRỊNH DUY NHÂN" userId="3ddfc494-c775-401c-9c94-bfcc1a4fe946" providerId="ADAL" clId="{D9808D8C-6334-477B-B7B5-72248DF17BCC}" dt="2025-03-27T10:13:10.191" v="3840" actId="207"/>
          <ac:spMkLst>
            <pc:docMk/>
            <pc:sldMk cId="2194892407" sldId="309"/>
            <ac:spMk id="8" creationId="{285C598E-201A-2F26-1B96-A95F2F64D2D1}"/>
          </ac:spMkLst>
        </pc:spChg>
        <pc:spChg chg="mod">
          <ac:chgData name="TRỊNH DUY NHÂN" userId="3ddfc494-c775-401c-9c94-bfcc1a4fe946" providerId="ADAL" clId="{D9808D8C-6334-477B-B7B5-72248DF17BCC}" dt="2025-03-27T10:13:12.486" v="3841" actId="208"/>
          <ac:spMkLst>
            <pc:docMk/>
            <pc:sldMk cId="2194892407" sldId="309"/>
            <ac:spMk id="31" creationId="{D6709416-3BFD-92F1-8774-C2BF209152A4}"/>
          </ac:spMkLst>
        </pc:spChg>
        <pc:spChg chg="del">
          <ac:chgData name="TRỊNH DUY NHÂN" userId="3ddfc494-c775-401c-9c94-bfcc1a4fe946" providerId="ADAL" clId="{D9808D8C-6334-477B-B7B5-72248DF17BCC}" dt="2025-03-29T02:52:45.726" v="5029" actId="478"/>
          <ac:spMkLst>
            <pc:docMk/>
            <pc:sldMk cId="2194892407" sldId="309"/>
            <ac:spMk id="42" creationId="{7D93B0D9-D0C5-EFC4-9DD9-DF8601C7DE60}"/>
          </ac:spMkLst>
        </pc:spChg>
      </pc:sldChg>
      <pc:sldChg chg="modSp add mod modTransition">
        <pc:chgData name="TRỊNH DUY NHÂN" userId="3ddfc494-c775-401c-9c94-bfcc1a4fe946" providerId="ADAL" clId="{D9808D8C-6334-477B-B7B5-72248DF17BCC}" dt="2025-03-29T02:54:58.670" v="5185" actId="20577"/>
        <pc:sldMkLst>
          <pc:docMk/>
          <pc:sldMk cId="396378975" sldId="310"/>
        </pc:sldMkLst>
        <pc:spChg chg="mod">
          <ac:chgData name="TRỊNH DUY NHÂN" userId="3ddfc494-c775-401c-9c94-bfcc1a4fe946" providerId="ADAL" clId="{D9808D8C-6334-477B-B7B5-72248DF17BCC}" dt="2025-03-27T10:11:45.830" v="3778" actId="208"/>
          <ac:spMkLst>
            <pc:docMk/>
            <pc:sldMk cId="396378975" sldId="310"/>
            <ac:spMk id="2" creationId="{78298504-E039-CA18-C64D-43593F81F874}"/>
          </ac:spMkLst>
        </pc:spChg>
        <pc:spChg chg="mod">
          <ac:chgData name="TRỊNH DUY NHÂN" userId="3ddfc494-c775-401c-9c94-bfcc1a4fe946" providerId="ADAL" clId="{D9808D8C-6334-477B-B7B5-72248DF17BCC}" dt="2025-03-27T10:11:52.070" v="3780" actId="207"/>
          <ac:spMkLst>
            <pc:docMk/>
            <pc:sldMk cId="396378975" sldId="310"/>
            <ac:spMk id="5" creationId="{0A48FB49-9697-BD56-03DB-78D4AB7983C4}"/>
          </ac:spMkLst>
        </pc:spChg>
        <pc:spChg chg="mod">
          <ac:chgData name="TRỊNH DUY NHÂN" userId="3ddfc494-c775-401c-9c94-bfcc1a4fe946" providerId="ADAL" clId="{D9808D8C-6334-477B-B7B5-72248DF17BCC}" dt="2025-03-27T10:12:02.999" v="3782" actId="207"/>
          <ac:spMkLst>
            <pc:docMk/>
            <pc:sldMk cId="396378975" sldId="310"/>
            <ac:spMk id="6" creationId="{C3B888D9-A0B5-C8BA-D8FC-768DD9CC75F8}"/>
          </ac:spMkLst>
        </pc:spChg>
        <pc:spChg chg="mod">
          <ac:chgData name="TRỊNH DUY NHÂN" userId="3ddfc494-c775-401c-9c94-bfcc1a4fe946" providerId="ADAL" clId="{D9808D8C-6334-477B-B7B5-72248DF17BCC}" dt="2025-03-27T10:12:08.037" v="3783" actId="207"/>
          <ac:spMkLst>
            <pc:docMk/>
            <pc:sldMk cId="396378975" sldId="310"/>
            <ac:spMk id="8" creationId="{74536497-639B-AA94-F628-56B4A152EBD6}"/>
          </ac:spMkLst>
        </pc:spChg>
        <pc:spChg chg="mod">
          <ac:chgData name="TRỊNH DUY NHÂN" userId="3ddfc494-c775-401c-9c94-bfcc1a4fe946" providerId="ADAL" clId="{D9808D8C-6334-477B-B7B5-72248DF17BCC}" dt="2025-03-27T10:11:38.259" v="3775" actId="207"/>
          <ac:spMkLst>
            <pc:docMk/>
            <pc:sldMk cId="396378975" sldId="310"/>
            <ac:spMk id="9" creationId="{6E2DC89F-CC56-D568-68C8-8631FF9905B3}"/>
          </ac:spMkLst>
        </pc:spChg>
        <pc:spChg chg="mod">
          <ac:chgData name="TRỊNH DUY NHÂN" userId="3ddfc494-c775-401c-9c94-bfcc1a4fe946" providerId="ADAL" clId="{D9808D8C-6334-477B-B7B5-72248DF17BCC}" dt="2025-03-27T10:11:34.894" v="3774" actId="207"/>
          <ac:spMkLst>
            <pc:docMk/>
            <pc:sldMk cId="396378975" sldId="310"/>
            <ac:spMk id="10" creationId="{1A287A69-A95A-D877-CEED-8206EC28243C}"/>
          </ac:spMkLst>
        </pc:spChg>
        <pc:spChg chg="mod">
          <ac:chgData name="TRỊNH DUY NHÂN" userId="3ddfc494-c775-401c-9c94-bfcc1a4fe946" providerId="ADAL" clId="{D9808D8C-6334-477B-B7B5-72248DF17BCC}" dt="2025-03-27T10:11:55.675" v="3781" actId="208"/>
          <ac:spMkLst>
            <pc:docMk/>
            <pc:sldMk cId="396378975" sldId="310"/>
            <ac:spMk id="31" creationId="{6B6A2F07-7EFC-6A48-975A-9512B568DCD6}"/>
          </ac:spMkLst>
        </pc:spChg>
        <pc:spChg chg="mod">
          <ac:chgData name="TRỊNH DUY NHÂN" userId="3ddfc494-c775-401c-9c94-bfcc1a4fe946" providerId="ADAL" clId="{D9808D8C-6334-477B-B7B5-72248DF17BCC}" dt="2025-03-29T02:54:58.670" v="5185" actId="20577"/>
          <ac:spMkLst>
            <pc:docMk/>
            <pc:sldMk cId="396378975" sldId="310"/>
            <ac:spMk id="42" creationId="{FAC4DC23-8A58-EC61-DC51-4583AB284B56}"/>
          </ac:spMkLst>
        </pc:spChg>
      </pc:sldChg>
      <pc:sldChg chg="addSp delSp modSp add mod modTransition">
        <pc:chgData name="TRỊNH DUY NHÂN" userId="3ddfc494-c775-401c-9c94-bfcc1a4fe946" providerId="ADAL" clId="{D9808D8C-6334-477B-B7B5-72248DF17BCC}" dt="2025-03-29T02:54:52.425" v="5179" actId="20577"/>
        <pc:sldMkLst>
          <pc:docMk/>
          <pc:sldMk cId="2658949283" sldId="311"/>
        </pc:sldMkLst>
        <pc:spChg chg="mod">
          <ac:chgData name="TRỊNH DUY NHÂN" userId="3ddfc494-c775-401c-9c94-bfcc1a4fe946" providerId="ADAL" clId="{D9808D8C-6334-477B-B7B5-72248DF17BCC}" dt="2025-03-27T10:14:12.872" v="3850" actId="208"/>
          <ac:spMkLst>
            <pc:docMk/>
            <pc:sldMk cId="2658949283" sldId="311"/>
            <ac:spMk id="2" creationId="{02554F89-A122-8EF2-00E0-74B7986465D3}"/>
          </ac:spMkLst>
        </pc:spChg>
        <pc:spChg chg="add mod">
          <ac:chgData name="TRỊNH DUY NHÂN" userId="3ddfc494-c775-401c-9c94-bfcc1a4fe946" providerId="ADAL" clId="{D9808D8C-6334-477B-B7B5-72248DF17BCC}" dt="2025-03-27T10:14:02.374" v="3847" actId="208"/>
          <ac:spMkLst>
            <pc:docMk/>
            <pc:sldMk cId="2658949283" sldId="311"/>
            <ac:spMk id="3" creationId="{0B6CC55D-2941-D470-AA99-31D5884AD16D}"/>
          </ac:spMkLst>
        </pc:spChg>
        <pc:spChg chg="mod">
          <ac:chgData name="TRỊNH DUY NHÂN" userId="3ddfc494-c775-401c-9c94-bfcc1a4fe946" providerId="ADAL" clId="{D9808D8C-6334-477B-B7B5-72248DF17BCC}" dt="2025-03-27T10:14:09.295" v="3849" actId="207"/>
          <ac:spMkLst>
            <pc:docMk/>
            <pc:sldMk cId="2658949283" sldId="311"/>
            <ac:spMk id="6" creationId="{8C1F3181-B16F-AB9B-745E-659B0479040F}"/>
          </ac:spMkLst>
        </pc:spChg>
        <pc:spChg chg="mod">
          <ac:chgData name="TRỊNH DUY NHÂN" userId="3ddfc494-c775-401c-9c94-bfcc1a4fe946" providerId="ADAL" clId="{D9808D8C-6334-477B-B7B5-72248DF17BCC}" dt="2025-03-27T10:14:06.506" v="3848" actId="207"/>
          <ac:spMkLst>
            <pc:docMk/>
            <pc:sldMk cId="2658949283" sldId="311"/>
            <ac:spMk id="9" creationId="{5A44CF18-F02E-C2D0-4DDE-EDDD397B3C7D}"/>
          </ac:spMkLst>
        </pc:spChg>
        <pc:spChg chg="mod">
          <ac:chgData name="TRỊNH DUY NHÂN" userId="3ddfc494-c775-401c-9c94-bfcc1a4fe946" providerId="ADAL" clId="{D9808D8C-6334-477B-B7B5-72248DF17BCC}" dt="2025-03-29T02:54:52.425" v="5179" actId="20577"/>
          <ac:spMkLst>
            <pc:docMk/>
            <pc:sldMk cId="2658949283" sldId="311"/>
            <ac:spMk id="42" creationId="{300711C2-4929-8F24-7967-C05657A44543}"/>
          </ac:spMkLst>
        </pc:spChg>
      </pc:sldChg>
      <pc:sldChg chg="add del">
        <pc:chgData name="TRỊNH DUY NHÂN" userId="3ddfc494-c775-401c-9c94-bfcc1a4fe946" providerId="ADAL" clId="{D9808D8C-6334-477B-B7B5-72248DF17BCC}" dt="2025-03-27T10:15:12.837" v="3852" actId="47"/>
        <pc:sldMkLst>
          <pc:docMk/>
          <pc:sldMk cId="2035651356" sldId="312"/>
        </pc:sldMkLst>
      </pc:sldChg>
      <pc:sldChg chg="modSp add del mod ord">
        <pc:chgData name="TRỊNH DUY NHÂN" userId="3ddfc494-c775-401c-9c94-bfcc1a4fe946" providerId="ADAL" clId="{D9808D8C-6334-477B-B7B5-72248DF17BCC}" dt="2025-03-27T10:16:58.809" v="3873" actId="47"/>
        <pc:sldMkLst>
          <pc:docMk/>
          <pc:sldMk cId="870243974" sldId="313"/>
        </pc:sldMkLst>
      </pc:sldChg>
      <pc:sldChg chg="modSp add mod modTransition">
        <pc:chgData name="TRỊNH DUY NHÂN" userId="3ddfc494-c775-401c-9c94-bfcc1a4fe946" providerId="ADAL" clId="{D9808D8C-6334-477B-B7B5-72248DF17BCC}" dt="2025-03-29T02:56:24.026" v="5283" actId="20577"/>
        <pc:sldMkLst>
          <pc:docMk/>
          <pc:sldMk cId="969339676" sldId="313"/>
        </pc:sldMkLst>
        <pc:spChg chg="mod">
          <ac:chgData name="TRỊNH DUY NHÂN" userId="3ddfc494-c775-401c-9c94-bfcc1a4fe946" providerId="ADAL" clId="{D9808D8C-6334-477B-B7B5-72248DF17BCC}" dt="2025-03-27T10:20:57.922" v="3883" actId="208"/>
          <ac:spMkLst>
            <pc:docMk/>
            <pc:sldMk cId="969339676" sldId="313"/>
            <ac:spMk id="2" creationId="{D27D3B4D-3564-4ADE-BBDD-7686132F50CF}"/>
          </ac:spMkLst>
        </pc:spChg>
        <pc:spChg chg="mod">
          <ac:chgData name="TRỊNH DUY NHÂN" userId="3ddfc494-c775-401c-9c94-bfcc1a4fe946" providerId="ADAL" clId="{D9808D8C-6334-477B-B7B5-72248DF17BCC}" dt="2025-03-27T10:20:03.847" v="3876" actId="208"/>
          <ac:spMkLst>
            <pc:docMk/>
            <pc:sldMk cId="969339676" sldId="313"/>
            <ac:spMk id="3" creationId="{EB5D2A0E-06B0-2ECD-C741-4082FC200F13}"/>
          </ac:spMkLst>
        </pc:spChg>
        <pc:spChg chg="mod">
          <ac:chgData name="TRỊNH DUY NHÂN" userId="3ddfc494-c775-401c-9c94-bfcc1a4fe946" providerId="ADAL" clId="{D9808D8C-6334-477B-B7B5-72248DF17BCC}" dt="2025-03-27T10:20:44.497" v="3882" actId="207"/>
          <ac:spMkLst>
            <pc:docMk/>
            <pc:sldMk cId="969339676" sldId="313"/>
            <ac:spMk id="6" creationId="{AE9848BE-BA21-0350-3B3F-99C8C7824B64}"/>
          </ac:spMkLst>
        </pc:spChg>
        <pc:spChg chg="mod">
          <ac:chgData name="TRỊNH DUY NHÂN" userId="3ddfc494-c775-401c-9c94-bfcc1a4fe946" providerId="ADAL" clId="{D9808D8C-6334-477B-B7B5-72248DF17BCC}" dt="2025-03-27T10:20:25.531" v="3881" actId="207"/>
          <ac:spMkLst>
            <pc:docMk/>
            <pc:sldMk cId="969339676" sldId="313"/>
            <ac:spMk id="7" creationId="{885A65A8-8FC7-FF66-AB9F-FA005291F841}"/>
          </ac:spMkLst>
        </pc:spChg>
        <pc:spChg chg="mod">
          <ac:chgData name="TRỊNH DUY NHÂN" userId="3ddfc494-c775-401c-9c94-bfcc1a4fe946" providerId="ADAL" clId="{D9808D8C-6334-477B-B7B5-72248DF17BCC}" dt="2025-03-27T10:20:00.552" v="3875" actId="207"/>
          <ac:spMkLst>
            <pc:docMk/>
            <pc:sldMk cId="969339676" sldId="313"/>
            <ac:spMk id="8" creationId="{2499B45A-DE10-1C48-4A5A-7CDE81D2AFA7}"/>
          </ac:spMkLst>
        </pc:spChg>
        <pc:spChg chg="mod">
          <ac:chgData name="TRỊNH DUY NHÂN" userId="3ddfc494-c775-401c-9c94-bfcc1a4fe946" providerId="ADAL" clId="{D9808D8C-6334-477B-B7B5-72248DF17BCC}" dt="2025-03-27T10:20:44.497" v="3882" actId="207"/>
          <ac:spMkLst>
            <pc:docMk/>
            <pc:sldMk cId="969339676" sldId="313"/>
            <ac:spMk id="9" creationId="{0FC7799B-9FA1-3993-B2F9-3BA3A8E6FA09}"/>
          </ac:spMkLst>
        </pc:spChg>
        <pc:spChg chg="mod">
          <ac:chgData name="TRỊNH DUY NHÂN" userId="3ddfc494-c775-401c-9c94-bfcc1a4fe946" providerId="ADAL" clId="{D9808D8C-6334-477B-B7B5-72248DF17BCC}" dt="2025-03-27T10:20:00.552" v="3875" actId="207"/>
          <ac:spMkLst>
            <pc:docMk/>
            <pc:sldMk cId="969339676" sldId="313"/>
            <ac:spMk id="10" creationId="{7A45637B-120C-A0B8-1A83-F4E1A0E156AE}"/>
          </ac:spMkLst>
        </pc:spChg>
        <pc:spChg chg="mod">
          <ac:chgData name="TRỊNH DUY NHÂN" userId="3ddfc494-c775-401c-9c94-bfcc1a4fe946" providerId="ADAL" clId="{D9808D8C-6334-477B-B7B5-72248DF17BCC}" dt="2025-03-27T10:20:25.531" v="3881" actId="207"/>
          <ac:spMkLst>
            <pc:docMk/>
            <pc:sldMk cId="969339676" sldId="313"/>
            <ac:spMk id="11" creationId="{F357FC3E-ED68-672E-2BC2-2906534FD977}"/>
          </ac:spMkLst>
        </pc:spChg>
        <pc:spChg chg="mod">
          <ac:chgData name="TRỊNH DUY NHÂN" userId="3ddfc494-c775-401c-9c94-bfcc1a4fe946" providerId="ADAL" clId="{D9808D8C-6334-477B-B7B5-72248DF17BCC}" dt="2025-03-29T02:56:24.026" v="5283" actId="20577"/>
          <ac:spMkLst>
            <pc:docMk/>
            <pc:sldMk cId="969339676" sldId="313"/>
            <ac:spMk id="42" creationId="{8FD79E2F-1700-9E35-F42D-4BE6FEF5C25C}"/>
          </ac:spMkLst>
        </pc:spChg>
      </pc:sldChg>
      <pc:sldChg chg="addSp delSp modSp add mod modTransition">
        <pc:chgData name="TRỊNH DUY NHÂN" userId="3ddfc494-c775-401c-9c94-bfcc1a4fe946" providerId="ADAL" clId="{D9808D8C-6334-477B-B7B5-72248DF17BCC}" dt="2025-03-29T02:57:24.343" v="5353" actId="6549"/>
        <pc:sldMkLst>
          <pc:docMk/>
          <pc:sldMk cId="557480547" sldId="314"/>
        </pc:sldMkLst>
        <pc:spChg chg="mod">
          <ac:chgData name="TRỊNH DUY NHÂN" userId="3ddfc494-c775-401c-9c94-bfcc1a4fe946" providerId="ADAL" clId="{D9808D8C-6334-477B-B7B5-72248DF17BCC}" dt="2025-03-27T10:21:32.752" v="3886" actId="208"/>
          <ac:spMkLst>
            <pc:docMk/>
            <pc:sldMk cId="557480547" sldId="314"/>
            <ac:spMk id="2" creationId="{840CE4A0-8D86-5334-508C-39A3ACE86CDD}"/>
          </ac:spMkLst>
        </pc:spChg>
        <pc:spChg chg="mod">
          <ac:chgData name="TRỊNH DUY NHÂN" userId="3ddfc494-c775-401c-9c94-bfcc1a4fe946" providerId="ADAL" clId="{D9808D8C-6334-477B-B7B5-72248DF17BCC}" dt="2025-03-27T10:21:27.862" v="3885" actId="207"/>
          <ac:spMkLst>
            <pc:docMk/>
            <pc:sldMk cId="557480547" sldId="314"/>
            <ac:spMk id="6" creationId="{0A15D297-A96D-D333-5F06-FE45BE255AB2}"/>
          </ac:spMkLst>
        </pc:spChg>
        <pc:spChg chg="mod">
          <ac:chgData name="TRỊNH DUY NHÂN" userId="3ddfc494-c775-401c-9c94-bfcc1a4fe946" providerId="ADAL" clId="{D9808D8C-6334-477B-B7B5-72248DF17BCC}" dt="2025-03-27T10:21:27.862" v="3885" actId="207"/>
          <ac:spMkLst>
            <pc:docMk/>
            <pc:sldMk cId="557480547" sldId="314"/>
            <ac:spMk id="9" creationId="{FAECCC9A-90D1-C4A7-BB66-14B205130F69}"/>
          </ac:spMkLst>
        </pc:spChg>
        <pc:spChg chg="add mod">
          <ac:chgData name="TRỊNH DUY NHÂN" userId="3ddfc494-c775-401c-9c94-bfcc1a4fe946" providerId="ADAL" clId="{D9808D8C-6334-477B-B7B5-72248DF17BCC}" dt="2025-03-27T10:22:07.754" v="3892" actId="208"/>
          <ac:spMkLst>
            <pc:docMk/>
            <pc:sldMk cId="557480547" sldId="314"/>
            <ac:spMk id="32" creationId="{876AD8C6-8DDA-3F92-C310-29F417C9DE6C}"/>
          </ac:spMkLst>
        </pc:spChg>
        <pc:spChg chg="mod">
          <ac:chgData name="TRỊNH DUY NHÂN" userId="3ddfc494-c775-401c-9c94-bfcc1a4fe946" providerId="ADAL" clId="{D9808D8C-6334-477B-B7B5-72248DF17BCC}" dt="2025-03-29T02:57:24.343" v="5353" actId="6549"/>
          <ac:spMkLst>
            <pc:docMk/>
            <pc:sldMk cId="557480547" sldId="314"/>
            <ac:spMk id="42" creationId="{EE9B9BA0-B5CB-9D1B-21BE-F14535F759E4}"/>
          </ac:spMkLst>
        </pc:spChg>
      </pc:sldChg>
      <pc:sldChg chg="modSp add del mod">
        <pc:chgData name="TRỊNH DUY NHÂN" userId="3ddfc494-c775-401c-9c94-bfcc1a4fe946" providerId="ADAL" clId="{D9808D8C-6334-477B-B7B5-72248DF17BCC}" dt="2025-03-27T10:16:58.809" v="3873" actId="47"/>
        <pc:sldMkLst>
          <pc:docMk/>
          <pc:sldMk cId="917738540" sldId="314"/>
        </pc:sldMkLst>
      </pc:sldChg>
      <pc:sldChg chg="delSp modSp add del mod">
        <pc:chgData name="TRỊNH DUY NHÂN" userId="3ddfc494-c775-401c-9c94-bfcc1a4fe946" providerId="ADAL" clId="{D9808D8C-6334-477B-B7B5-72248DF17BCC}" dt="2025-03-27T10:16:37.317" v="3870" actId="47"/>
        <pc:sldMkLst>
          <pc:docMk/>
          <pc:sldMk cId="1379739296" sldId="314"/>
        </pc:sldMkLst>
      </pc:sldChg>
      <pc:sldChg chg="new del">
        <pc:chgData name="TRỊNH DUY NHÂN" userId="3ddfc494-c775-401c-9c94-bfcc1a4fe946" providerId="ADAL" clId="{D9808D8C-6334-477B-B7B5-72248DF17BCC}" dt="2025-03-27T10:26:36.682" v="3894" actId="680"/>
        <pc:sldMkLst>
          <pc:docMk/>
          <pc:sldMk cId="2422101640" sldId="315"/>
        </pc:sldMkLst>
      </pc:sldChg>
      <pc:sldChg chg="addSp delSp modSp add mod modTransition">
        <pc:chgData name="TRỊNH DUY NHÂN" userId="3ddfc494-c775-401c-9c94-bfcc1a4fe946" providerId="ADAL" clId="{D9808D8C-6334-477B-B7B5-72248DF17BCC}" dt="2025-03-28T07:38:40.558" v="4015"/>
        <pc:sldMkLst>
          <pc:docMk/>
          <pc:sldMk cId="2672725691" sldId="315"/>
        </pc:sldMkLst>
        <pc:spChg chg="add mod">
          <ac:chgData name="TRỊNH DUY NHÂN" userId="3ddfc494-c775-401c-9c94-bfcc1a4fe946" providerId="ADAL" clId="{D9808D8C-6334-477B-B7B5-72248DF17BCC}" dt="2025-03-27T10:27:55.628" v="3998" actId="17032"/>
          <ac:spMkLst>
            <pc:docMk/>
            <pc:sldMk cId="2672725691" sldId="315"/>
            <ac:spMk id="4" creationId="{B8405A45-81D2-CA1E-4740-A8935F114AA5}"/>
          </ac:spMkLst>
        </pc:spChg>
        <pc:spChg chg="mod">
          <ac:chgData name="TRỊNH DUY NHÂN" userId="3ddfc494-c775-401c-9c94-bfcc1a4fe946" providerId="ADAL" clId="{D9808D8C-6334-477B-B7B5-72248DF17BCC}" dt="2025-03-27T10:27:34.092" v="3994" actId="207"/>
          <ac:spMkLst>
            <pc:docMk/>
            <pc:sldMk cId="2672725691" sldId="315"/>
            <ac:spMk id="7" creationId="{985D6F86-EF61-5366-26B7-2BF6AD0C9344}"/>
          </ac:spMkLst>
        </pc:spChg>
        <pc:spChg chg="mod">
          <ac:chgData name="TRỊNH DUY NHÂN" userId="3ddfc494-c775-401c-9c94-bfcc1a4fe946" providerId="ADAL" clId="{D9808D8C-6334-477B-B7B5-72248DF17BCC}" dt="2025-03-27T10:27:34.092" v="3994" actId="207"/>
          <ac:spMkLst>
            <pc:docMk/>
            <pc:sldMk cId="2672725691" sldId="315"/>
            <ac:spMk id="11" creationId="{C04149E2-0F66-80D6-23BD-6EA1BB3A9FAF}"/>
          </ac:spMkLst>
        </pc:spChg>
        <pc:spChg chg="mod">
          <ac:chgData name="TRỊNH DUY NHÂN" userId="3ddfc494-c775-401c-9c94-bfcc1a4fe946" providerId="ADAL" clId="{D9808D8C-6334-477B-B7B5-72248DF17BCC}" dt="2025-03-27T10:27:38.509" v="3995" actId="208"/>
          <ac:spMkLst>
            <pc:docMk/>
            <pc:sldMk cId="2672725691" sldId="315"/>
            <ac:spMk id="32" creationId="{B863DFEA-96E6-F53E-FFE4-698169C0DBFB}"/>
          </ac:spMkLst>
        </pc:spChg>
        <pc:spChg chg="add mod">
          <ac:chgData name="TRỊNH DUY NHÂN" userId="3ddfc494-c775-401c-9c94-bfcc1a4fe946" providerId="ADAL" clId="{D9808D8C-6334-477B-B7B5-72248DF17BCC}" dt="2025-03-27T10:29:05.547" v="4005" actId="17032"/>
          <ac:spMkLst>
            <pc:docMk/>
            <pc:sldMk cId="2672725691" sldId="315"/>
            <ac:spMk id="33" creationId="{0F452379-2253-D6A9-3DF3-F44C38559BEA}"/>
          </ac:spMkLst>
        </pc:spChg>
        <pc:spChg chg="add mod">
          <ac:chgData name="TRỊNH DUY NHÂN" userId="3ddfc494-c775-401c-9c94-bfcc1a4fe946" providerId="ADAL" clId="{D9808D8C-6334-477B-B7B5-72248DF17BCC}" dt="2025-03-27T10:29:26.366" v="4007" actId="17032"/>
          <ac:spMkLst>
            <pc:docMk/>
            <pc:sldMk cId="2672725691" sldId="315"/>
            <ac:spMk id="34" creationId="{438380E1-F012-982E-C9BB-E92E72414A16}"/>
          </ac:spMkLst>
        </pc:spChg>
        <pc:spChg chg="mod">
          <ac:chgData name="TRỊNH DUY NHÂN" userId="3ddfc494-c775-401c-9c94-bfcc1a4fe946" providerId="ADAL" clId="{D9808D8C-6334-477B-B7B5-72248DF17BCC}" dt="2025-03-27T10:28:41.181" v="4003" actId="1076"/>
          <ac:spMkLst>
            <pc:docMk/>
            <pc:sldMk cId="2672725691" sldId="315"/>
            <ac:spMk id="42" creationId="{245DF118-AC23-ADF0-7FFF-EE97015098E8}"/>
          </ac:spMkLst>
        </pc:spChg>
        <pc:spChg chg="add mod">
          <ac:chgData name="TRỊNH DUY NHÂN" userId="3ddfc494-c775-401c-9c94-bfcc1a4fe946" providerId="ADAL" clId="{D9808D8C-6334-477B-B7B5-72248DF17BCC}" dt="2025-03-27T10:29:51.008" v="4009" actId="17032"/>
          <ac:spMkLst>
            <pc:docMk/>
            <pc:sldMk cId="2672725691" sldId="315"/>
            <ac:spMk id="43" creationId="{4D644532-3CF9-FEB5-23CD-FEE09E46F9EE}"/>
          </ac:spMkLst>
        </pc:spChg>
        <pc:spChg chg="add mod">
          <ac:chgData name="TRỊNH DUY NHÂN" userId="3ddfc494-c775-401c-9c94-bfcc1a4fe946" providerId="ADAL" clId="{D9808D8C-6334-477B-B7B5-72248DF17BCC}" dt="2025-03-27T10:30:30.244" v="4011" actId="17032"/>
          <ac:spMkLst>
            <pc:docMk/>
            <pc:sldMk cId="2672725691" sldId="315"/>
            <ac:spMk id="44" creationId="{3FBE229B-25D6-14C2-0D78-6C23C8DD9683}"/>
          </ac:spMkLst>
        </pc:spChg>
      </pc:sldChg>
      <pc:sldChg chg="delSp modSp add del mod">
        <pc:chgData name="TRỊNH DUY NHÂN" userId="3ddfc494-c775-401c-9c94-bfcc1a4fe946" providerId="ADAL" clId="{D9808D8C-6334-477B-B7B5-72248DF17BCC}" dt="2025-03-28T07:58:31.406" v="4103" actId="47"/>
        <pc:sldMkLst>
          <pc:docMk/>
          <pc:sldMk cId="3633428239" sldId="318"/>
        </pc:sldMkLst>
        <pc:spChg chg="mod">
          <ac:chgData name="TRỊNH DUY NHÂN" userId="3ddfc494-c775-401c-9c94-bfcc1a4fe946" providerId="ADAL" clId="{D9808D8C-6334-477B-B7B5-72248DF17BCC}" dt="2025-03-28T07:56:08.030" v="4021" actId="208"/>
          <ac:spMkLst>
            <pc:docMk/>
            <pc:sldMk cId="3633428239" sldId="318"/>
            <ac:spMk id="2" creationId="{580CDFCB-7654-8353-50F7-4D0710C36E3B}"/>
          </ac:spMkLst>
        </pc:spChg>
        <pc:spChg chg="mod">
          <ac:chgData name="TRỊNH DUY NHÂN" userId="3ddfc494-c775-401c-9c94-bfcc1a4fe946" providerId="ADAL" clId="{D9808D8C-6334-477B-B7B5-72248DF17BCC}" dt="2025-03-28T07:56:02.687" v="4020" actId="207"/>
          <ac:spMkLst>
            <pc:docMk/>
            <pc:sldMk cId="3633428239" sldId="318"/>
            <ac:spMk id="6" creationId="{76FFC7F7-3BF9-75F6-139C-086BDD02F6EB}"/>
          </ac:spMkLst>
        </pc:spChg>
        <pc:spChg chg="mod">
          <ac:chgData name="TRỊNH DUY NHÂN" userId="3ddfc494-c775-401c-9c94-bfcc1a4fe946" providerId="ADAL" clId="{D9808D8C-6334-477B-B7B5-72248DF17BCC}" dt="2025-03-28T07:56:02.687" v="4020" actId="207"/>
          <ac:spMkLst>
            <pc:docMk/>
            <pc:sldMk cId="3633428239" sldId="318"/>
            <ac:spMk id="9" creationId="{B167F3F8-5E07-39CD-F91E-E59B5C905AAB}"/>
          </ac:spMkLst>
        </pc:spChg>
        <pc:spChg chg="mod">
          <ac:chgData name="TRỊNH DUY NHÂN" userId="3ddfc494-c775-401c-9c94-bfcc1a4fe946" providerId="ADAL" clId="{D9808D8C-6334-477B-B7B5-72248DF17BCC}" dt="2025-03-28T07:56:13.742" v="4022" actId="207"/>
          <ac:spMkLst>
            <pc:docMk/>
            <pc:sldMk cId="3633428239" sldId="318"/>
            <ac:spMk id="10" creationId="{5655A2CC-54B6-97D5-824C-C62283131AAE}"/>
          </ac:spMkLst>
        </pc:spChg>
        <pc:spChg chg="del">
          <ac:chgData name="TRỊNH DUY NHÂN" userId="3ddfc494-c775-401c-9c94-bfcc1a4fe946" providerId="ADAL" clId="{D9808D8C-6334-477B-B7B5-72248DF17BCC}" dt="2025-03-28T07:55:57.729" v="4019" actId="478"/>
          <ac:spMkLst>
            <pc:docMk/>
            <pc:sldMk cId="3633428239" sldId="318"/>
            <ac:spMk id="42" creationId="{CA65C984-540F-B87C-BC89-88D0F9CBF7F5}"/>
          </ac:spMkLst>
        </pc:spChg>
      </pc:sldChg>
      <pc:sldChg chg="delSp modSp add del mod ord">
        <pc:chgData name="TRỊNH DUY NHÂN" userId="3ddfc494-c775-401c-9c94-bfcc1a4fe946" providerId="ADAL" clId="{D9808D8C-6334-477B-B7B5-72248DF17BCC}" dt="2025-03-29T02:44:46.671" v="4823" actId="47"/>
        <pc:sldMkLst>
          <pc:docMk/>
          <pc:sldMk cId="1757600584" sldId="319"/>
        </pc:sldMkLst>
        <pc:spChg chg="mod">
          <ac:chgData name="TRỊNH DUY NHÂN" userId="3ddfc494-c775-401c-9c94-bfcc1a4fe946" providerId="ADAL" clId="{D9808D8C-6334-477B-B7B5-72248DF17BCC}" dt="2025-03-28T07:56:35.811" v="4027" actId="207"/>
          <ac:spMkLst>
            <pc:docMk/>
            <pc:sldMk cId="1757600584" sldId="319"/>
            <ac:spMk id="5" creationId="{9BE4D17A-99B1-50DA-1F1C-F51F72853A3D}"/>
          </ac:spMkLst>
        </pc:spChg>
        <pc:spChg chg="del">
          <ac:chgData name="TRỊNH DUY NHÂN" userId="3ddfc494-c775-401c-9c94-bfcc1a4fe946" providerId="ADAL" clId="{D9808D8C-6334-477B-B7B5-72248DF17BCC}" dt="2025-03-28T07:56:30.797" v="4026" actId="478"/>
          <ac:spMkLst>
            <pc:docMk/>
            <pc:sldMk cId="1757600584" sldId="319"/>
            <ac:spMk id="42" creationId="{6F4AFB8A-A4E0-62E6-6256-C7CCB3C58F01}"/>
          </ac:spMkLst>
        </pc:spChg>
      </pc:sldChg>
      <pc:sldChg chg="modSp add mod">
        <pc:chgData name="TRỊNH DUY NHÂN" userId="3ddfc494-c775-401c-9c94-bfcc1a4fe946" providerId="ADAL" clId="{D9808D8C-6334-477B-B7B5-72248DF17BCC}" dt="2025-03-28T07:57:06.565" v="4048" actId="207"/>
        <pc:sldMkLst>
          <pc:docMk/>
          <pc:sldMk cId="914365041" sldId="320"/>
        </pc:sldMkLst>
        <pc:spChg chg="mod">
          <ac:chgData name="TRỊNH DUY NHÂN" userId="3ddfc494-c775-401c-9c94-bfcc1a4fe946" providerId="ADAL" clId="{D9808D8C-6334-477B-B7B5-72248DF17BCC}" dt="2025-03-28T07:57:06.565" v="4048" actId="207"/>
          <ac:spMkLst>
            <pc:docMk/>
            <pc:sldMk cId="914365041" sldId="320"/>
            <ac:spMk id="5" creationId="{42CBB167-AACE-750D-4A4A-4718705CB1EC}"/>
          </ac:spMkLst>
        </pc:spChg>
        <pc:spChg chg="mod">
          <ac:chgData name="TRỊNH DUY NHÂN" userId="3ddfc494-c775-401c-9c94-bfcc1a4fe946" providerId="ADAL" clId="{D9808D8C-6334-477B-B7B5-72248DF17BCC}" dt="2025-03-28T07:57:06.565" v="4048" actId="207"/>
          <ac:spMkLst>
            <pc:docMk/>
            <pc:sldMk cId="914365041" sldId="320"/>
            <ac:spMk id="6" creationId="{D2F42D18-4F24-6F7B-5549-F5EAF9C1DE53}"/>
          </ac:spMkLst>
        </pc:spChg>
        <pc:spChg chg="mod">
          <ac:chgData name="TRỊNH DUY NHÂN" userId="3ddfc494-c775-401c-9c94-bfcc1a4fe946" providerId="ADAL" clId="{D9808D8C-6334-477B-B7B5-72248DF17BCC}" dt="2025-03-28T07:57:01.623" v="4047" actId="207"/>
          <ac:spMkLst>
            <pc:docMk/>
            <pc:sldMk cId="914365041" sldId="320"/>
            <ac:spMk id="8" creationId="{A9474E8F-6D9C-8B61-7DFB-3B40308CDABA}"/>
          </ac:spMkLst>
        </pc:spChg>
        <pc:spChg chg="mod">
          <ac:chgData name="TRỊNH DUY NHÂN" userId="3ddfc494-c775-401c-9c94-bfcc1a4fe946" providerId="ADAL" clId="{D9808D8C-6334-477B-B7B5-72248DF17BCC}" dt="2025-03-28T07:56:56.103" v="4046" actId="313"/>
          <ac:spMkLst>
            <pc:docMk/>
            <pc:sldMk cId="914365041" sldId="320"/>
            <ac:spMk id="42" creationId="{A0B9C386-6FD5-CD72-7C70-A7A0A12785C5}"/>
          </ac:spMkLst>
        </pc:spChg>
      </pc:sldChg>
      <pc:sldChg chg="modSp add mod modTransition">
        <pc:chgData name="TRỊNH DUY NHÂN" userId="3ddfc494-c775-401c-9c94-bfcc1a4fe946" providerId="ADAL" clId="{D9808D8C-6334-477B-B7B5-72248DF17BCC}" dt="2025-03-28T08:02:26.347" v="4257"/>
        <pc:sldMkLst>
          <pc:docMk/>
          <pc:sldMk cId="1994060279" sldId="321"/>
        </pc:sldMkLst>
        <pc:spChg chg="mod">
          <ac:chgData name="TRỊNH DUY NHÂN" userId="3ddfc494-c775-401c-9c94-bfcc1a4fe946" providerId="ADAL" clId="{D9808D8C-6334-477B-B7B5-72248DF17BCC}" dt="2025-03-28T07:57:18.626" v="4050" actId="207"/>
          <ac:spMkLst>
            <pc:docMk/>
            <pc:sldMk cId="1994060279" sldId="321"/>
            <ac:spMk id="5" creationId="{B3DC22CE-DC3D-6866-4A8C-B45958EBB975}"/>
          </ac:spMkLst>
        </pc:spChg>
        <pc:spChg chg="mod">
          <ac:chgData name="TRỊNH DUY NHÂN" userId="3ddfc494-c775-401c-9c94-bfcc1a4fe946" providerId="ADAL" clId="{D9808D8C-6334-477B-B7B5-72248DF17BCC}" dt="2025-03-28T07:57:18.626" v="4050" actId="207"/>
          <ac:spMkLst>
            <pc:docMk/>
            <pc:sldMk cId="1994060279" sldId="321"/>
            <ac:spMk id="6" creationId="{B50C0E73-8014-CF6A-D701-EF3D86C082F6}"/>
          </ac:spMkLst>
        </pc:spChg>
        <pc:spChg chg="mod">
          <ac:chgData name="TRỊNH DUY NHÂN" userId="3ddfc494-c775-401c-9c94-bfcc1a4fe946" providerId="ADAL" clId="{D9808D8C-6334-477B-B7B5-72248DF17BCC}" dt="2025-03-28T07:57:18.626" v="4050" actId="207"/>
          <ac:spMkLst>
            <pc:docMk/>
            <pc:sldMk cId="1994060279" sldId="321"/>
            <ac:spMk id="8" creationId="{EA085D83-BBD4-3783-D360-B1A561B9F769}"/>
          </ac:spMkLst>
        </pc:spChg>
        <pc:spChg chg="mod">
          <ac:chgData name="TRỊNH DUY NHÂN" userId="3ddfc494-c775-401c-9c94-bfcc1a4fe946" providerId="ADAL" clId="{D9808D8C-6334-477B-B7B5-72248DF17BCC}" dt="2025-03-28T07:57:30.102" v="4052" actId="207"/>
          <ac:spMkLst>
            <pc:docMk/>
            <pc:sldMk cId="1994060279" sldId="321"/>
            <ac:spMk id="9" creationId="{FAF14AFA-2F0D-3921-C045-9D35F61D43A4}"/>
          </ac:spMkLst>
        </pc:spChg>
        <pc:spChg chg="mod">
          <ac:chgData name="TRỊNH DUY NHÂN" userId="3ddfc494-c775-401c-9c94-bfcc1a4fe946" providerId="ADAL" clId="{D9808D8C-6334-477B-B7B5-72248DF17BCC}" dt="2025-03-28T07:57:21.403" v="4051" actId="208"/>
          <ac:spMkLst>
            <pc:docMk/>
            <pc:sldMk cId="1994060279" sldId="321"/>
            <ac:spMk id="30" creationId="{23F60867-85A6-A289-18D5-807BAF896FE6}"/>
          </ac:spMkLst>
        </pc:spChg>
        <pc:spChg chg="mod">
          <ac:chgData name="TRỊNH DUY NHÂN" userId="3ddfc494-c775-401c-9c94-bfcc1a4fe946" providerId="ADAL" clId="{D9808D8C-6334-477B-B7B5-72248DF17BCC}" dt="2025-03-28T07:57:36.737" v="4070" actId="313"/>
          <ac:spMkLst>
            <pc:docMk/>
            <pc:sldMk cId="1994060279" sldId="321"/>
            <ac:spMk id="42" creationId="{691ABF37-C498-A950-FDC7-EE53D0E86A34}"/>
          </ac:spMkLst>
        </pc:spChg>
      </pc:sldChg>
      <pc:sldChg chg="modSp add mod">
        <pc:chgData name="TRỊNH DUY NHÂN" userId="3ddfc494-c775-401c-9c94-bfcc1a4fe946" providerId="ADAL" clId="{D9808D8C-6334-477B-B7B5-72248DF17BCC}" dt="2025-03-28T07:58:21.520" v="4102" actId="313"/>
        <pc:sldMkLst>
          <pc:docMk/>
          <pc:sldMk cId="311120486" sldId="322"/>
        </pc:sldMkLst>
        <pc:spChg chg="mod">
          <ac:chgData name="TRỊNH DUY NHÂN" userId="3ddfc494-c775-401c-9c94-bfcc1a4fe946" providerId="ADAL" clId="{D9808D8C-6334-477B-B7B5-72248DF17BCC}" dt="2025-03-28T07:58:08.085" v="4073" actId="208"/>
          <ac:spMkLst>
            <pc:docMk/>
            <pc:sldMk cId="311120486" sldId="322"/>
            <ac:spMk id="2" creationId="{526ACC38-DCDD-18CA-2A3B-EE1B717B69A5}"/>
          </ac:spMkLst>
        </pc:spChg>
        <pc:spChg chg="mod">
          <ac:chgData name="TRỊNH DUY NHÂN" userId="3ddfc494-c775-401c-9c94-bfcc1a4fe946" providerId="ADAL" clId="{D9808D8C-6334-477B-B7B5-72248DF17BCC}" dt="2025-03-28T07:58:05.280" v="4072" actId="207"/>
          <ac:spMkLst>
            <pc:docMk/>
            <pc:sldMk cId="311120486" sldId="322"/>
            <ac:spMk id="6" creationId="{020A31D4-8F2B-0040-E14E-6A375A6C2EC6}"/>
          </ac:spMkLst>
        </pc:spChg>
        <pc:spChg chg="mod">
          <ac:chgData name="TRỊNH DUY NHÂN" userId="3ddfc494-c775-401c-9c94-bfcc1a4fe946" providerId="ADAL" clId="{D9808D8C-6334-477B-B7B5-72248DF17BCC}" dt="2025-03-28T07:58:05.280" v="4072" actId="207"/>
          <ac:spMkLst>
            <pc:docMk/>
            <pc:sldMk cId="311120486" sldId="322"/>
            <ac:spMk id="9" creationId="{88380059-F266-843C-79D5-DA27F1161C59}"/>
          </ac:spMkLst>
        </pc:spChg>
        <pc:spChg chg="mod">
          <ac:chgData name="TRỊNH DUY NHÂN" userId="3ddfc494-c775-401c-9c94-bfcc1a4fe946" providerId="ADAL" clId="{D9808D8C-6334-477B-B7B5-72248DF17BCC}" dt="2025-03-28T07:58:13.408" v="4074" actId="207"/>
          <ac:spMkLst>
            <pc:docMk/>
            <pc:sldMk cId="311120486" sldId="322"/>
            <ac:spMk id="10" creationId="{44DBE4A6-9C8C-5E7C-D71C-2B52F9CB257B}"/>
          </ac:spMkLst>
        </pc:spChg>
        <pc:spChg chg="mod">
          <ac:chgData name="TRỊNH DUY NHÂN" userId="3ddfc494-c775-401c-9c94-bfcc1a4fe946" providerId="ADAL" clId="{D9808D8C-6334-477B-B7B5-72248DF17BCC}" dt="2025-03-28T07:58:21.520" v="4102" actId="313"/>
          <ac:spMkLst>
            <pc:docMk/>
            <pc:sldMk cId="311120486" sldId="322"/>
            <ac:spMk id="42" creationId="{37F74472-D613-2A2F-639E-F8A0064E1640}"/>
          </ac:spMkLst>
        </pc:spChg>
      </pc:sldChg>
      <pc:sldChg chg="modSp add mod">
        <pc:chgData name="TRỊNH DUY NHÂN" userId="3ddfc494-c775-401c-9c94-bfcc1a4fe946" providerId="ADAL" clId="{D9808D8C-6334-477B-B7B5-72248DF17BCC}" dt="2025-03-28T08:00:11.567" v="4250" actId="207"/>
        <pc:sldMkLst>
          <pc:docMk/>
          <pc:sldMk cId="3817835928" sldId="323"/>
        </pc:sldMkLst>
        <pc:spChg chg="mod">
          <ac:chgData name="TRỊNH DUY NHÂN" userId="3ddfc494-c775-401c-9c94-bfcc1a4fe946" providerId="ADAL" clId="{D9808D8C-6334-477B-B7B5-72248DF17BCC}" dt="2025-03-28T07:59:03.909" v="4106" actId="208"/>
          <ac:spMkLst>
            <pc:docMk/>
            <pc:sldMk cId="3817835928" sldId="323"/>
            <ac:spMk id="3" creationId="{875122FD-3FAE-F989-6A73-33EF5CDC1735}"/>
          </ac:spMkLst>
        </pc:spChg>
        <pc:spChg chg="mod">
          <ac:chgData name="TRỊNH DUY NHÂN" userId="3ddfc494-c775-401c-9c94-bfcc1a4fe946" providerId="ADAL" clId="{D9808D8C-6334-477B-B7B5-72248DF17BCC}" dt="2025-03-28T07:59:01.496" v="4105" actId="207"/>
          <ac:spMkLst>
            <pc:docMk/>
            <pc:sldMk cId="3817835928" sldId="323"/>
            <ac:spMk id="8" creationId="{B9B5F1AA-FAAE-33DA-3AF5-9FD59AB0DC2C}"/>
          </ac:spMkLst>
        </pc:spChg>
        <pc:spChg chg="mod">
          <ac:chgData name="TRỊNH DUY NHÂN" userId="3ddfc494-c775-401c-9c94-bfcc1a4fe946" providerId="ADAL" clId="{D9808D8C-6334-477B-B7B5-72248DF17BCC}" dt="2025-03-28T08:00:11.567" v="4250" actId="207"/>
          <ac:spMkLst>
            <pc:docMk/>
            <pc:sldMk cId="3817835928" sldId="323"/>
            <ac:spMk id="9" creationId="{8951EAEF-0EC2-B03C-444B-054C44548FFB}"/>
          </ac:spMkLst>
        </pc:spChg>
        <pc:spChg chg="mod">
          <ac:chgData name="TRỊNH DUY NHÂN" userId="3ddfc494-c775-401c-9c94-bfcc1a4fe946" providerId="ADAL" clId="{D9808D8C-6334-477B-B7B5-72248DF17BCC}" dt="2025-03-28T07:59:01.496" v="4105" actId="207"/>
          <ac:spMkLst>
            <pc:docMk/>
            <pc:sldMk cId="3817835928" sldId="323"/>
            <ac:spMk id="10" creationId="{09D233E4-FE6F-6E04-59C6-7D613CDCA293}"/>
          </ac:spMkLst>
        </pc:spChg>
        <pc:spChg chg="mod">
          <ac:chgData name="TRỊNH DUY NHÂN" userId="3ddfc494-c775-401c-9c94-bfcc1a4fe946" providerId="ADAL" clId="{D9808D8C-6334-477B-B7B5-72248DF17BCC}" dt="2025-03-28T08:00:02.776" v="4249" actId="20577"/>
          <ac:spMkLst>
            <pc:docMk/>
            <pc:sldMk cId="3817835928" sldId="323"/>
            <ac:spMk id="42" creationId="{B5A03E8E-2678-E1DA-AFF4-DC29F3CA83DF}"/>
          </ac:spMkLst>
        </pc:spChg>
      </pc:sldChg>
      <pc:sldChg chg="modSp add mod">
        <pc:chgData name="TRỊNH DUY NHÂN" userId="3ddfc494-c775-401c-9c94-bfcc1a4fe946" providerId="ADAL" clId="{D9808D8C-6334-477B-B7B5-72248DF17BCC}" dt="2025-03-28T08:00:28.070" v="4253" actId="207"/>
        <pc:sldMkLst>
          <pc:docMk/>
          <pc:sldMk cId="493637223" sldId="324"/>
        </pc:sldMkLst>
        <pc:spChg chg="mod">
          <ac:chgData name="TRỊNH DUY NHÂN" userId="3ddfc494-c775-401c-9c94-bfcc1a4fe946" providerId="ADAL" clId="{D9808D8C-6334-477B-B7B5-72248DF17BCC}" dt="2025-03-28T08:00:28.070" v="4253" actId="207"/>
          <ac:spMkLst>
            <pc:docMk/>
            <pc:sldMk cId="493637223" sldId="324"/>
            <ac:spMk id="9" creationId="{EB1EC2EF-0EC3-AA30-4970-8F6AA7790A1A}"/>
          </ac:spMkLst>
        </pc:spChg>
        <pc:spChg chg="mod">
          <ac:chgData name="TRỊNH DUY NHÂN" userId="3ddfc494-c775-401c-9c94-bfcc1a4fe946" providerId="ADAL" clId="{D9808D8C-6334-477B-B7B5-72248DF17BCC}" dt="2025-03-28T08:00:24.305" v="4252" actId="207"/>
          <ac:spMkLst>
            <pc:docMk/>
            <pc:sldMk cId="493637223" sldId="324"/>
            <ac:spMk id="11" creationId="{B7311C0F-EEC0-27CC-64A0-3BA96AE34EF6}"/>
          </ac:spMkLst>
        </pc:spChg>
      </pc:sldChg>
      <pc:sldChg chg="modSp add mod">
        <pc:chgData name="TRỊNH DUY NHÂN" userId="3ddfc494-c775-401c-9c94-bfcc1a4fe946" providerId="ADAL" clId="{D9808D8C-6334-477B-B7B5-72248DF17BCC}" dt="2025-03-29T02:54:10.310" v="5126" actId="20577"/>
        <pc:sldMkLst>
          <pc:docMk/>
          <pc:sldMk cId="3157526324" sldId="325"/>
        </pc:sldMkLst>
        <pc:spChg chg="mod">
          <ac:chgData name="TRỊNH DUY NHÂN" userId="3ddfc494-c775-401c-9c94-bfcc1a4fe946" providerId="ADAL" clId="{D9808D8C-6334-477B-B7B5-72248DF17BCC}" dt="2025-03-28T08:02:00.479" v="4255" actId="207"/>
          <ac:spMkLst>
            <pc:docMk/>
            <pc:sldMk cId="3157526324" sldId="325"/>
            <ac:spMk id="5" creationId="{7CAB8249-1A70-3E3E-4E0D-0AEC72088F7C}"/>
          </ac:spMkLst>
        </pc:spChg>
        <pc:spChg chg="mod">
          <ac:chgData name="TRỊNH DUY NHÂN" userId="3ddfc494-c775-401c-9c94-bfcc1a4fe946" providerId="ADAL" clId="{D9808D8C-6334-477B-B7B5-72248DF17BCC}" dt="2025-03-28T08:02:00.479" v="4255" actId="207"/>
          <ac:spMkLst>
            <pc:docMk/>
            <pc:sldMk cId="3157526324" sldId="325"/>
            <ac:spMk id="6" creationId="{9A0FA0F9-0EBA-84D9-8121-DC59F93902F6}"/>
          </ac:spMkLst>
        </pc:spChg>
        <pc:spChg chg="mod">
          <ac:chgData name="TRỊNH DUY NHÂN" userId="3ddfc494-c775-401c-9c94-bfcc1a4fe946" providerId="ADAL" clId="{D9808D8C-6334-477B-B7B5-72248DF17BCC}" dt="2025-03-28T08:02:00.479" v="4255" actId="207"/>
          <ac:spMkLst>
            <pc:docMk/>
            <pc:sldMk cId="3157526324" sldId="325"/>
            <ac:spMk id="8" creationId="{9046E073-29BE-D6F3-B547-29DA964E5607}"/>
          </ac:spMkLst>
        </pc:spChg>
        <pc:spChg chg="mod">
          <ac:chgData name="TRỊNH DUY NHÂN" userId="3ddfc494-c775-401c-9c94-bfcc1a4fe946" providerId="ADAL" clId="{D9808D8C-6334-477B-B7B5-72248DF17BCC}" dt="2025-03-28T08:02:07.644" v="4256" actId="208"/>
          <ac:spMkLst>
            <pc:docMk/>
            <pc:sldMk cId="3157526324" sldId="325"/>
            <ac:spMk id="30" creationId="{C26AB633-7F34-59F5-1C06-0A8CF90532EA}"/>
          </ac:spMkLst>
        </pc:spChg>
        <pc:spChg chg="mod">
          <ac:chgData name="TRỊNH DUY NHÂN" userId="3ddfc494-c775-401c-9c94-bfcc1a4fe946" providerId="ADAL" clId="{D9808D8C-6334-477B-B7B5-72248DF17BCC}" dt="2025-03-29T02:54:10.310" v="5126" actId="20577"/>
          <ac:spMkLst>
            <pc:docMk/>
            <pc:sldMk cId="3157526324" sldId="325"/>
            <ac:spMk id="42" creationId="{AEC3D052-B867-6A5F-3E8E-49D8CBB3B398}"/>
          </ac:spMkLst>
        </pc:spChg>
      </pc:sldChg>
      <pc:sldChg chg="addSp delSp modSp new mod setBg">
        <pc:chgData name="TRỊNH DUY NHÂN" userId="3ddfc494-c775-401c-9c94-bfcc1a4fe946" providerId="ADAL" clId="{D9808D8C-6334-477B-B7B5-72248DF17BCC}" dt="2025-03-29T02:30:26.914" v="4484" actId="26606"/>
        <pc:sldMkLst>
          <pc:docMk/>
          <pc:sldMk cId="1078876576" sldId="327"/>
        </pc:sldMkLst>
        <pc:spChg chg="mod">
          <ac:chgData name="TRỊNH DUY NHÂN" userId="3ddfc494-c775-401c-9c94-bfcc1a4fe946" providerId="ADAL" clId="{D9808D8C-6334-477B-B7B5-72248DF17BCC}" dt="2025-03-29T02:30:26.914" v="4484" actId="26606"/>
          <ac:spMkLst>
            <pc:docMk/>
            <pc:sldMk cId="1078876576" sldId="327"/>
            <ac:spMk id="2" creationId="{1080331A-7B32-7087-0DE1-5A796FD84C40}"/>
          </ac:spMkLst>
        </pc:spChg>
        <pc:spChg chg="del mod">
          <ac:chgData name="TRỊNH DUY NHÂN" userId="3ddfc494-c775-401c-9c94-bfcc1a4fe946" providerId="ADAL" clId="{D9808D8C-6334-477B-B7B5-72248DF17BCC}" dt="2025-03-29T02:30:26.914" v="4484" actId="26606"/>
          <ac:spMkLst>
            <pc:docMk/>
            <pc:sldMk cId="1078876576" sldId="327"/>
            <ac:spMk id="3" creationId="{2CCD4329-088F-D24A-7ADD-CB7E1F93D56F}"/>
          </ac:spMkLst>
        </pc:spChg>
        <pc:spChg chg="add del">
          <ac:chgData name="TRỊNH DUY NHÂN" userId="3ddfc494-c775-401c-9c94-bfcc1a4fe946" providerId="ADAL" clId="{D9808D8C-6334-477B-B7B5-72248DF17BCC}" dt="2025-03-29T02:30:26.892" v="4483" actId="26606"/>
          <ac:spMkLst>
            <pc:docMk/>
            <pc:sldMk cId="1078876576" sldId="327"/>
            <ac:spMk id="8" creationId="{EFF9146B-4CCD-4CDB-AB9C-458005307E6F}"/>
          </ac:spMkLst>
        </pc:spChg>
        <pc:spChg chg="add del">
          <ac:chgData name="TRỊNH DUY NHÂN" userId="3ddfc494-c775-401c-9c94-bfcc1a4fe946" providerId="ADAL" clId="{D9808D8C-6334-477B-B7B5-72248DF17BCC}" dt="2025-03-29T02:30:26.892" v="4483" actId="26606"/>
          <ac:spMkLst>
            <pc:docMk/>
            <pc:sldMk cId="1078876576" sldId="327"/>
            <ac:spMk id="10" creationId="{5E1FEFA6-7D4F-4746-AE64-D4D52FE76DC2}"/>
          </ac:spMkLst>
        </pc:spChg>
        <pc:spChg chg="add del">
          <ac:chgData name="TRỊNH DUY NHÂN" userId="3ddfc494-c775-401c-9c94-bfcc1a4fe946" providerId="ADAL" clId="{D9808D8C-6334-477B-B7B5-72248DF17BCC}" dt="2025-03-29T02:30:26.892" v="4483" actId="26606"/>
          <ac:spMkLst>
            <pc:docMk/>
            <pc:sldMk cId="1078876576" sldId="327"/>
            <ac:spMk id="12" creationId="{BF8DA3CF-9D4B-403A-9AD4-BB177DAB6CC1}"/>
          </ac:spMkLst>
        </pc:spChg>
        <pc:spChg chg="add">
          <ac:chgData name="TRỊNH DUY NHÂN" userId="3ddfc494-c775-401c-9c94-bfcc1a4fe946" providerId="ADAL" clId="{D9808D8C-6334-477B-B7B5-72248DF17BCC}" dt="2025-03-29T02:30:26.914" v="4484" actId="26606"/>
          <ac:spMkLst>
            <pc:docMk/>
            <pc:sldMk cId="1078876576" sldId="327"/>
            <ac:spMk id="14" creationId="{35BAD784-BAAF-4CC0-9F52-682A8E966706}"/>
          </ac:spMkLst>
        </pc:spChg>
        <pc:spChg chg="add">
          <ac:chgData name="TRỊNH DUY NHÂN" userId="3ddfc494-c775-401c-9c94-bfcc1a4fe946" providerId="ADAL" clId="{D9808D8C-6334-477B-B7B5-72248DF17BCC}" dt="2025-03-29T02:30:26.914" v="4484" actId="26606"/>
          <ac:spMkLst>
            <pc:docMk/>
            <pc:sldMk cId="1078876576" sldId="327"/>
            <ac:spMk id="15" creationId="{25D401B9-9595-42B7-B197-AB5FB5C653B2}"/>
          </ac:spMkLst>
        </pc:spChg>
      </pc:sldChg>
      <pc:sldChg chg="modSp add mod ord">
        <pc:chgData name="TRỊNH DUY NHÂN" userId="3ddfc494-c775-401c-9c94-bfcc1a4fe946" providerId="ADAL" clId="{D9808D8C-6334-477B-B7B5-72248DF17BCC}" dt="2025-03-29T03:01:08.288" v="5748" actId="20577"/>
        <pc:sldMkLst>
          <pc:docMk/>
          <pc:sldMk cId="3295376489" sldId="328"/>
        </pc:sldMkLst>
        <pc:spChg chg="mod">
          <ac:chgData name="TRỊNH DUY NHÂN" userId="3ddfc494-c775-401c-9c94-bfcc1a4fe946" providerId="ADAL" clId="{D9808D8C-6334-477B-B7B5-72248DF17BCC}" dt="2025-03-29T02:36:06.878" v="4519" actId="20577"/>
          <ac:spMkLst>
            <pc:docMk/>
            <pc:sldMk cId="3295376489" sldId="328"/>
            <ac:spMk id="2" creationId="{06248288-3F81-F8D3-4575-0321073BEED9}"/>
          </ac:spMkLst>
        </pc:spChg>
        <pc:spChg chg="mod">
          <ac:chgData name="TRỊNH DUY NHÂN" userId="3ddfc494-c775-401c-9c94-bfcc1a4fe946" providerId="ADAL" clId="{D9808D8C-6334-477B-B7B5-72248DF17BCC}" dt="2025-03-29T03:01:08.288" v="5748" actId="20577"/>
          <ac:spMkLst>
            <pc:docMk/>
            <pc:sldMk cId="3295376489" sldId="328"/>
            <ac:spMk id="15" creationId="{9223EE0D-3617-8D84-E564-02F884297182}"/>
          </ac:spMkLst>
        </pc:spChg>
      </pc:sldChg>
      <pc:sldChg chg="delSp modSp add del mod ord">
        <pc:chgData name="TRỊNH DUY NHÂN" userId="3ddfc494-c775-401c-9c94-bfcc1a4fe946" providerId="ADAL" clId="{D9808D8C-6334-477B-B7B5-72248DF17BCC}" dt="2025-03-29T02:43:56.171" v="4817" actId="47"/>
        <pc:sldMkLst>
          <pc:docMk/>
          <pc:sldMk cId="4163924996" sldId="329"/>
        </pc:sldMkLst>
        <pc:spChg chg="del mod">
          <ac:chgData name="TRỊNH DUY NHÂN" userId="3ddfc494-c775-401c-9c94-bfcc1a4fe946" providerId="ADAL" clId="{D9808D8C-6334-477B-B7B5-72248DF17BCC}" dt="2025-03-29T02:43:40.497" v="4815" actId="21"/>
          <ac:spMkLst>
            <pc:docMk/>
            <pc:sldMk cId="4163924996" sldId="329"/>
            <ac:spMk id="6" creationId="{1789BA0E-EB82-F295-F362-7D90FCABE149}"/>
          </ac:spMkLst>
        </pc:spChg>
        <pc:spChg chg="del">
          <ac:chgData name="TRỊNH DUY NHÂN" userId="3ddfc494-c775-401c-9c94-bfcc1a4fe946" providerId="ADAL" clId="{D9808D8C-6334-477B-B7B5-72248DF17BCC}" dt="2025-03-29T02:43:40.497" v="4815" actId="21"/>
          <ac:spMkLst>
            <pc:docMk/>
            <pc:sldMk cId="4163924996" sldId="329"/>
            <ac:spMk id="8" creationId="{C0527424-C519-C251-FFA1-03F54DF0E89D}"/>
          </ac:spMkLst>
        </pc:spChg>
        <pc:spChg chg="del">
          <ac:chgData name="TRỊNH DUY NHÂN" userId="3ddfc494-c775-401c-9c94-bfcc1a4fe946" providerId="ADAL" clId="{D9808D8C-6334-477B-B7B5-72248DF17BCC}" dt="2025-03-29T02:43:40.497" v="4815" actId="21"/>
          <ac:spMkLst>
            <pc:docMk/>
            <pc:sldMk cId="4163924996" sldId="329"/>
            <ac:spMk id="14" creationId="{DA76F8BF-EB05-ABC6-F4C6-559468907883}"/>
          </ac:spMkLst>
        </pc:spChg>
        <pc:spChg chg="del">
          <ac:chgData name="TRỊNH DUY NHÂN" userId="3ddfc494-c775-401c-9c94-bfcc1a4fe946" providerId="ADAL" clId="{D9808D8C-6334-477B-B7B5-72248DF17BCC}" dt="2025-03-29T02:43:40.497" v="4815" actId="21"/>
          <ac:spMkLst>
            <pc:docMk/>
            <pc:sldMk cId="4163924996" sldId="329"/>
            <ac:spMk id="17" creationId="{700DE5D6-808B-552B-C8E2-659E52B720AD}"/>
          </ac:spMkLst>
        </pc:spChg>
        <pc:spChg chg="del">
          <ac:chgData name="TRỊNH DUY NHÂN" userId="3ddfc494-c775-401c-9c94-bfcc1a4fe946" providerId="ADAL" clId="{D9808D8C-6334-477B-B7B5-72248DF17BCC}" dt="2025-03-29T02:43:40.497" v="4815" actId="21"/>
          <ac:spMkLst>
            <pc:docMk/>
            <pc:sldMk cId="4163924996" sldId="329"/>
            <ac:spMk id="31" creationId="{1F8F01A5-5056-85FD-1B86-6B80A6C8A403}"/>
          </ac:spMkLst>
        </pc:spChg>
        <pc:spChg chg="del">
          <ac:chgData name="TRỊNH DUY NHÂN" userId="3ddfc494-c775-401c-9c94-bfcc1a4fe946" providerId="ADAL" clId="{D9808D8C-6334-477B-B7B5-72248DF17BCC}" dt="2025-03-29T02:43:40.497" v="4815" actId="21"/>
          <ac:spMkLst>
            <pc:docMk/>
            <pc:sldMk cId="4163924996" sldId="329"/>
            <ac:spMk id="33" creationId="{124A04D5-87D9-91FF-62D2-96E4D50895E1}"/>
          </ac:spMkLst>
        </pc:spChg>
        <pc:spChg chg="del">
          <ac:chgData name="TRỊNH DUY NHÂN" userId="3ddfc494-c775-401c-9c94-bfcc1a4fe946" providerId="ADAL" clId="{D9808D8C-6334-477B-B7B5-72248DF17BCC}" dt="2025-03-29T02:43:40.497" v="4815" actId="21"/>
          <ac:spMkLst>
            <pc:docMk/>
            <pc:sldMk cId="4163924996" sldId="329"/>
            <ac:spMk id="34" creationId="{8DB4E0AE-8D18-6A23-E438-65FC536607BE}"/>
          </ac:spMkLst>
        </pc:spChg>
        <pc:spChg chg="del">
          <ac:chgData name="TRỊNH DUY NHÂN" userId="3ddfc494-c775-401c-9c94-bfcc1a4fe946" providerId="ADAL" clId="{D9808D8C-6334-477B-B7B5-72248DF17BCC}" dt="2025-03-29T02:43:40.497" v="4815" actId="21"/>
          <ac:spMkLst>
            <pc:docMk/>
            <pc:sldMk cId="4163924996" sldId="329"/>
            <ac:spMk id="35" creationId="{CF4E9ADC-500B-E4D8-F11A-110CCB2DDF39}"/>
          </ac:spMkLst>
        </pc:spChg>
        <pc:spChg chg="del">
          <ac:chgData name="TRỊNH DUY NHÂN" userId="3ddfc494-c775-401c-9c94-bfcc1a4fe946" providerId="ADAL" clId="{D9808D8C-6334-477B-B7B5-72248DF17BCC}" dt="2025-03-29T02:43:40.497" v="4815" actId="21"/>
          <ac:spMkLst>
            <pc:docMk/>
            <pc:sldMk cId="4163924996" sldId="329"/>
            <ac:spMk id="36" creationId="{A5D7FA36-C5BA-8814-CE98-F671E0E69189}"/>
          </ac:spMkLst>
        </pc:spChg>
        <pc:spChg chg="del">
          <ac:chgData name="TRỊNH DUY NHÂN" userId="3ddfc494-c775-401c-9c94-bfcc1a4fe946" providerId="ADAL" clId="{D9808D8C-6334-477B-B7B5-72248DF17BCC}" dt="2025-03-29T02:43:40.497" v="4815" actId="21"/>
          <ac:spMkLst>
            <pc:docMk/>
            <pc:sldMk cId="4163924996" sldId="329"/>
            <ac:spMk id="37" creationId="{3B4731B3-7B01-D25B-FF88-91AB4E0E94D0}"/>
          </ac:spMkLst>
        </pc:spChg>
      </pc:sldChg>
      <pc:sldChg chg="addSp delSp modSp add del mod">
        <pc:chgData name="TRỊNH DUY NHÂN" userId="3ddfc494-c775-401c-9c94-bfcc1a4fe946" providerId="ADAL" clId="{D9808D8C-6334-477B-B7B5-72248DF17BCC}" dt="2025-03-29T02:50:05.380" v="4923" actId="47"/>
        <pc:sldMkLst>
          <pc:docMk/>
          <pc:sldMk cId="267234439" sldId="330"/>
        </pc:sldMkLst>
        <pc:spChg chg="del">
          <ac:chgData name="TRỊNH DUY NHÂN" userId="3ddfc494-c775-401c-9c94-bfcc1a4fe946" providerId="ADAL" clId="{D9808D8C-6334-477B-B7B5-72248DF17BCC}" dt="2025-03-29T02:42:11.875" v="4801" actId="478"/>
          <ac:spMkLst>
            <pc:docMk/>
            <pc:sldMk cId="267234439" sldId="330"/>
            <ac:spMk id="2" creationId="{75E5E8F9-E2DB-3CD9-3743-59CA3769DA6F}"/>
          </ac:spMkLst>
        </pc:spChg>
        <pc:spChg chg="add del mod">
          <ac:chgData name="TRỊNH DUY NHÂN" userId="3ddfc494-c775-401c-9c94-bfcc1a4fe946" providerId="ADAL" clId="{D9808D8C-6334-477B-B7B5-72248DF17BCC}" dt="2025-03-29T02:42:14.688" v="4802" actId="478"/>
          <ac:spMkLst>
            <pc:docMk/>
            <pc:sldMk cId="267234439" sldId="330"/>
            <ac:spMk id="31" creationId="{0AEF7C11-5D50-67E8-9678-165D93B0394C}"/>
          </ac:spMkLst>
        </pc:spChg>
        <pc:spChg chg="add mod">
          <ac:chgData name="TRỊNH DUY NHÂN" userId="3ddfc494-c775-401c-9c94-bfcc1a4fe946" providerId="ADAL" clId="{D9808D8C-6334-477B-B7B5-72248DF17BCC}" dt="2025-03-29T02:42:27.303" v="4809" actId="27636"/>
          <ac:spMkLst>
            <pc:docMk/>
            <pc:sldMk cId="267234439" sldId="330"/>
            <ac:spMk id="32" creationId="{1BE91DF7-6E0B-DB8C-B5E7-07A683517A24}"/>
          </ac:spMkLst>
        </pc:spChg>
        <pc:spChg chg="add del">
          <ac:chgData name="TRỊNH DUY NHÂN" userId="3ddfc494-c775-401c-9c94-bfcc1a4fe946" providerId="ADAL" clId="{D9808D8C-6334-477B-B7B5-72248DF17BCC}" dt="2025-03-29T02:45:07.942" v="4826" actId="478"/>
          <ac:spMkLst>
            <pc:docMk/>
            <pc:sldMk cId="267234439" sldId="330"/>
            <ac:spMk id="33" creationId="{33BB2083-E1C3-D144-D0C0-C4E5B947BC48}"/>
          </ac:spMkLst>
        </pc:spChg>
        <pc:spChg chg="add del">
          <ac:chgData name="TRỊNH DUY NHÂN" userId="3ddfc494-c775-401c-9c94-bfcc1a4fe946" providerId="ADAL" clId="{D9808D8C-6334-477B-B7B5-72248DF17BCC}" dt="2025-03-29T02:45:07.942" v="4826" actId="478"/>
          <ac:spMkLst>
            <pc:docMk/>
            <pc:sldMk cId="267234439" sldId="330"/>
            <ac:spMk id="34" creationId="{CB2EF835-CF8F-2668-23D7-BBD9B4470256}"/>
          </ac:spMkLst>
        </pc:spChg>
        <pc:spChg chg="add del">
          <ac:chgData name="TRỊNH DUY NHÂN" userId="3ddfc494-c775-401c-9c94-bfcc1a4fe946" providerId="ADAL" clId="{D9808D8C-6334-477B-B7B5-72248DF17BCC}" dt="2025-03-29T02:45:07.942" v="4826" actId="478"/>
          <ac:spMkLst>
            <pc:docMk/>
            <pc:sldMk cId="267234439" sldId="330"/>
            <ac:spMk id="35" creationId="{FF143DE1-54A0-92A9-2042-9BC5C4318071}"/>
          </ac:spMkLst>
        </pc:spChg>
        <pc:spChg chg="add del">
          <ac:chgData name="TRỊNH DUY NHÂN" userId="3ddfc494-c775-401c-9c94-bfcc1a4fe946" providerId="ADAL" clId="{D9808D8C-6334-477B-B7B5-72248DF17BCC}" dt="2025-03-29T02:45:07.942" v="4826" actId="478"/>
          <ac:spMkLst>
            <pc:docMk/>
            <pc:sldMk cId="267234439" sldId="330"/>
            <ac:spMk id="36" creationId="{1480297B-B4E0-9F58-C831-04283A2F28F0}"/>
          </ac:spMkLst>
        </pc:spChg>
        <pc:spChg chg="add del">
          <ac:chgData name="TRỊNH DUY NHÂN" userId="3ddfc494-c775-401c-9c94-bfcc1a4fe946" providerId="ADAL" clId="{D9808D8C-6334-477B-B7B5-72248DF17BCC}" dt="2025-03-29T02:45:07.942" v="4826" actId="478"/>
          <ac:spMkLst>
            <pc:docMk/>
            <pc:sldMk cId="267234439" sldId="330"/>
            <ac:spMk id="37" creationId="{30F375AF-513D-4F4D-A608-8DC16A617A50}"/>
          </ac:spMkLst>
        </pc:spChg>
        <pc:spChg chg="add del">
          <ac:chgData name="TRỊNH DUY NHÂN" userId="3ddfc494-c775-401c-9c94-bfcc1a4fe946" providerId="ADAL" clId="{D9808D8C-6334-477B-B7B5-72248DF17BCC}" dt="2025-03-29T02:45:07.942" v="4826" actId="478"/>
          <ac:spMkLst>
            <pc:docMk/>
            <pc:sldMk cId="267234439" sldId="330"/>
            <ac:spMk id="38" creationId="{90108560-323C-4221-68C5-ADE49AD641C2}"/>
          </ac:spMkLst>
        </pc:spChg>
        <pc:spChg chg="add mod">
          <ac:chgData name="TRỊNH DUY NHÂN" userId="3ddfc494-c775-401c-9c94-bfcc1a4fe946" providerId="ADAL" clId="{D9808D8C-6334-477B-B7B5-72248DF17BCC}" dt="2025-03-29T02:42:31.572" v="4810" actId="1076"/>
          <ac:spMkLst>
            <pc:docMk/>
            <pc:sldMk cId="267234439" sldId="330"/>
            <ac:spMk id="39" creationId="{A8D6586F-364C-C656-09FA-39ECB9DEF8E7}"/>
          </ac:spMkLst>
        </pc:spChg>
        <pc:spChg chg="add del">
          <ac:chgData name="TRỊNH DUY NHÂN" userId="3ddfc494-c775-401c-9c94-bfcc1a4fe946" providerId="ADAL" clId="{D9808D8C-6334-477B-B7B5-72248DF17BCC}" dt="2025-03-29T02:45:07.942" v="4826" actId="478"/>
          <ac:spMkLst>
            <pc:docMk/>
            <pc:sldMk cId="267234439" sldId="330"/>
            <ac:spMk id="40" creationId="{2B40DC8B-6A90-4ADC-FEB2-12665227A3B3}"/>
          </ac:spMkLst>
        </pc:spChg>
        <pc:spChg chg="add del">
          <ac:chgData name="TRỊNH DUY NHÂN" userId="3ddfc494-c775-401c-9c94-bfcc1a4fe946" providerId="ADAL" clId="{D9808D8C-6334-477B-B7B5-72248DF17BCC}" dt="2025-03-29T02:45:07.942" v="4826" actId="478"/>
          <ac:spMkLst>
            <pc:docMk/>
            <pc:sldMk cId="267234439" sldId="330"/>
            <ac:spMk id="42" creationId="{7E43EC18-6474-4244-8127-8835BCA44FC2}"/>
          </ac:spMkLst>
        </pc:spChg>
        <pc:spChg chg="add del">
          <ac:chgData name="TRỊNH DUY NHÂN" userId="3ddfc494-c775-401c-9c94-bfcc1a4fe946" providerId="ADAL" clId="{D9808D8C-6334-477B-B7B5-72248DF17BCC}" dt="2025-03-29T02:45:07.942" v="4826" actId="478"/>
          <ac:spMkLst>
            <pc:docMk/>
            <pc:sldMk cId="267234439" sldId="330"/>
            <ac:spMk id="44" creationId="{FD2FB18D-0986-2525-2A1F-0C42ED7A34A2}"/>
          </ac:spMkLst>
        </pc:spChg>
        <pc:spChg chg="add del">
          <ac:chgData name="TRỊNH DUY NHÂN" userId="3ddfc494-c775-401c-9c94-bfcc1a4fe946" providerId="ADAL" clId="{D9808D8C-6334-477B-B7B5-72248DF17BCC}" dt="2025-03-29T02:45:07.942" v="4826" actId="478"/>
          <ac:spMkLst>
            <pc:docMk/>
            <pc:sldMk cId="267234439" sldId="330"/>
            <ac:spMk id="45" creationId="{5BB32697-868D-9BA4-D3BF-5F7805618F6F}"/>
          </ac:spMkLst>
        </pc:spChg>
        <pc:spChg chg="add mod">
          <ac:chgData name="TRỊNH DUY NHÂN" userId="3ddfc494-c775-401c-9c94-bfcc1a4fe946" providerId="ADAL" clId="{D9808D8C-6334-477B-B7B5-72248DF17BCC}" dt="2025-03-29T02:44:59.431" v="4825"/>
          <ac:spMkLst>
            <pc:docMk/>
            <pc:sldMk cId="267234439" sldId="330"/>
            <ac:spMk id="46" creationId="{5CC29873-6B10-AF10-6C5E-C5CE404178B9}"/>
          </ac:spMkLst>
        </pc:spChg>
        <pc:spChg chg="add mod">
          <ac:chgData name="TRỊNH DUY NHÂN" userId="3ddfc494-c775-401c-9c94-bfcc1a4fe946" providerId="ADAL" clId="{D9808D8C-6334-477B-B7B5-72248DF17BCC}" dt="2025-03-29T02:44:59.431" v="4825"/>
          <ac:spMkLst>
            <pc:docMk/>
            <pc:sldMk cId="267234439" sldId="330"/>
            <ac:spMk id="47" creationId="{DEF61F69-FBF6-F675-AA4A-6B88AD1B22E6}"/>
          </ac:spMkLst>
        </pc:spChg>
        <pc:spChg chg="add mod">
          <ac:chgData name="TRỊNH DUY NHÂN" userId="3ddfc494-c775-401c-9c94-bfcc1a4fe946" providerId="ADAL" clId="{D9808D8C-6334-477B-B7B5-72248DF17BCC}" dt="2025-03-29T02:44:59.431" v="4825"/>
          <ac:spMkLst>
            <pc:docMk/>
            <pc:sldMk cId="267234439" sldId="330"/>
            <ac:spMk id="48" creationId="{20AA49AC-F7BB-7759-652B-FBAE33998BF1}"/>
          </ac:spMkLst>
        </pc:spChg>
        <pc:spChg chg="add mod">
          <ac:chgData name="TRỊNH DUY NHÂN" userId="3ddfc494-c775-401c-9c94-bfcc1a4fe946" providerId="ADAL" clId="{D9808D8C-6334-477B-B7B5-72248DF17BCC}" dt="2025-03-29T02:44:59.431" v="4825"/>
          <ac:spMkLst>
            <pc:docMk/>
            <pc:sldMk cId="267234439" sldId="330"/>
            <ac:spMk id="50" creationId="{8F1A85FA-E12F-597E-9D0F-561A1C84AC24}"/>
          </ac:spMkLst>
        </pc:spChg>
        <pc:spChg chg="add mod">
          <ac:chgData name="TRỊNH DUY NHÂN" userId="3ddfc494-c775-401c-9c94-bfcc1a4fe946" providerId="ADAL" clId="{D9808D8C-6334-477B-B7B5-72248DF17BCC}" dt="2025-03-29T02:44:59.431" v="4825"/>
          <ac:spMkLst>
            <pc:docMk/>
            <pc:sldMk cId="267234439" sldId="330"/>
            <ac:spMk id="52" creationId="{29B20853-3251-292B-9E99-20E440CF30FF}"/>
          </ac:spMkLst>
        </pc:spChg>
        <pc:spChg chg="add mod">
          <ac:chgData name="TRỊNH DUY NHÂN" userId="3ddfc494-c775-401c-9c94-bfcc1a4fe946" providerId="ADAL" clId="{D9808D8C-6334-477B-B7B5-72248DF17BCC}" dt="2025-03-29T02:44:59.431" v="4825"/>
          <ac:spMkLst>
            <pc:docMk/>
            <pc:sldMk cId="267234439" sldId="330"/>
            <ac:spMk id="54" creationId="{DCE62D5B-5D7F-49D5-AFAC-60E337A4C7C8}"/>
          </ac:spMkLst>
        </pc:spChg>
        <pc:spChg chg="add mod">
          <ac:chgData name="TRỊNH DUY NHÂN" userId="3ddfc494-c775-401c-9c94-bfcc1a4fe946" providerId="ADAL" clId="{D9808D8C-6334-477B-B7B5-72248DF17BCC}" dt="2025-03-29T02:44:59.431" v="4825"/>
          <ac:spMkLst>
            <pc:docMk/>
            <pc:sldMk cId="267234439" sldId="330"/>
            <ac:spMk id="56" creationId="{814A8827-CAD2-A77F-D187-BB446D58CFB7}"/>
          </ac:spMkLst>
        </pc:spChg>
        <pc:spChg chg="add mod">
          <ac:chgData name="TRỊNH DUY NHÂN" userId="3ddfc494-c775-401c-9c94-bfcc1a4fe946" providerId="ADAL" clId="{D9808D8C-6334-477B-B7B5-72248DF17BCC}" dt="2025-03-29T02:44:59.431" v="4825"/>
          <ac:spMkLst>
            <pc:docMk/>
            <pc:sldMk cId="267234439" sldId="330"/>
            <ac:spMk id="74" creationId="{C6E961EB-21E6-3D35-95CF-B7C0DEB7DC5C}"/>
          </ac:spMkLst>
        </pc:spChg>
        <pc:spChg chg="add mod">
          <ac:chgData name="TRỊNH DUY NHÂN" userId="3ddfc494-c775-401c-9c94-bfcc1a4fe946" providerId="ADAL" clId="{D9808D8C-6334-477B-B7B5-72248DF17BCC}" dt="2025-03-29T02:44:59.431" v="4825"/>
          <ac:spMkLst>
            <pc:docMk/>
            <pc:sldMk cId="267234439" sldId="330"/>
            <ac:spMk id="78" creationId="{00F2BD8C-EE4B-4D19-5555-AA7B66802CFD}"/>
          </ac:spMkLst>
        </pc:spChg>
        <pc:spChg chg="add mod">
          <ac:chgData name="TRỊNH DUY NHÂN" userId="3ddfc494-c775-401c-9c94-bfcc1a4fe946" providerId="ADAL" clId="{D9808D8C-6334-477B-B7B5-72248DF17BCC}" dt="2025-03-29T02:44:59.431" v="4825"/>
          <ac:spMkLst>
            <pc:docMk/>
            <pc:sldMk cId="267234439" sldId="330"/>
            <ac:spMk id="81" creationId="{E2B7672C-C3F9-280A-19C2-D4C85BACA1B5}"/>
          </ac:spMkLst>
        </pc:spChg>
        <pc:picChg chg="mod">
          <ac:chgData name="TRỊNH DUY NHÂN" userId="3ddfc494-c775-401c-9c94-bfcc1a4fe946" providerId="ADAL" clId="{D9808D8C-6334-477B-B7B5-72248DF17BCC}" dt="2025-03-29T02:45:52.833" v="4834" actId="1076"/>
          <ac:picMkLst>
            <pc:docMk/>
            <pc:sldMk cId="267234439" sldId="330"/>
            <ac:picMk id="3" creationId="{42460C7C-C72C-013E-3173-7005BCC5E683}"/>
          </ac:picMkLst>
        </pc:picChg>
      </pc:sldChg>
      <pc:sldChg chg="addSp delSp modSp add mod modTransition">
        <pc:chgData name="TRỊNH DUY NHÂN" userId="3ddfc494-c775-401c-9c94-bfcc1a4fe946" providerId="ADAL" clId="{D9808D8C-6334-477B-B7B5-72248DF17BCC}" dt="2025-03-29T02:50:47.120" v="4948" actId="20577"/>
        <pc:sldMkLst>
          <pc:docMk/>
          <pc:sldMk cId="2173425663" sldId="331"/>
        </pc:sldMkLst>
        <pc:spChg chg="add del mod">
          <ac:chgData name="TRỊNH DUY NHÂN" userId="3ddfc494-c775-401c-9c94-bfcc1a4fe946" providerId="ADAL" clId="{D9808D8C-6334-477B-B7B5-72248DF17BCC}" dt="2025-03-29T02:49:31.351" v="4919" actId="1076"/>
          <ac:spMkLst>
            <pc:docMk/>
            <pc:sldMk cId="2173425663" sldId="331"/>
            <ac:spMk id="2" creationId="{07F31089-3E78-6321-8AA0-AA44247E90C9}"/>
          </ac:spMkLst>
        </pc:spChg>
        <pc:spChg chg="add mod">
          <ac:chgData name="TRỊNH DUY NHÂN" userId="3ddfc494-c775-401c-9c94-bfcc1a4fe946" providerId="ADAL" clId="{D9808D8C-6334-477B-B7B5-72248DF17BCC}" dt="2025-03-29T02:46:03.437" v="4837" actId="1076"/>
          <ac:spMkLst>
            <pc:docMk/>
            <pc:sldMk cId="2173425663" sldId="331"/>
            <ac:spMk id="4" creationId="{A68F0B91-3109-D273-153E-361BC7AD3140}"/>
          </ac:spMkLst>
        </pc:spChg>
        <pc:spChg chg="add del mod">
          <ac:chgData name="TRỊNH DUY NHÂN" userId="3ddfc494-c775-401c-9c94-bfcc1a4fe946" providerId="ADAL" clId="{D9808D8C-6334-477B-B7B5-72248DF17BCC}" dt="2025-03-29T02:48:54.944" v="4915" actId="478"/>
          <ac:spMkLst>
            <pc:docMk/>
            <pc:sldMk cId="2173425663" sldId="331"/>
            <ac:spMk id="5" creationId="{6CAA2C81-1C5B-AF74-3132-FB4527FEB545}"/>
          </ac:spMkLst>
        </pc:spChg>
        <pc:spChg chg="add mod">
          <ac:chgData name="TRỊNH DUY NHÂN" userId="3ddfc494-c775-401c-9c94-bfcc1a4fe946" providerId="ADAL" clId="{D9808D8C-6334-477B-B7B5-72248DF17BCC}" dt="2025-03-29T02:50:47.120" v="4948" actId="20577"/>
          <ac:spMkLst>
            <pc:docMk/>
            <pc:sldMk cId="2173425663" sldId="331"/>
            <ac:spMk id="6" creationId="{B5F47072-44F2-BD4E-A240-6392C69A75CA}"/>
          </ac:spMkLst>
        </pc:spChg>
        <pc:spChg chg="add del mod">
          <ac:chgData name="TRỊNH DUY NHÂN" userId="3ddfc494-c775-401c-9c94-bfcc1a4fe946" providerId="ADAL" clId="{D9808D8C-6334-477B-B7B5-72248DF17BCC}" dt="2025-03-29T02:48:35.575" v="4886" actId="478"/>
          <ac:spMkLst>
            <pc:docMk/>
            <pc:sldMk cId="2173425663" sldId="331"/>
            <ac:spMk id="8" creationId="{D719AFDB-D7B4-F490-0EEC-29BE6D274295}"/>
          </ac:spMkLst>
        </pc:spChg>
      </pc:sldChg>
      <pc:sldChg chg="modSp add mod ord">
        <pc:chgData name="TRỊNH DUY NHÂN" userId="3ddfc494-c775-401c-9c94-bfcc1a4fe946" providerId="ADAL" clId="{D9808D8C-6334-477B-B7B5-72248DF17BCC}" dt="2025-03-29T03:03:57.720" v="5794" actId="20577"/>
        <pc:sldMkLst>
          <pc:docMk/>
          <pc:sldMk cId="2250411401" sldId="332"/>
        </pc:sldMkLst>
        <pc:spChg chg="mod">
          <ac:chgData name="TRỊNH DUY NHÂN" userId="3ddfc494-c775-401c-9c94-bfcc1a4fe946" providerId="ADAL" clId="{D9808D8C-6334-477B-B7B5-72248DF17BCC}" dt="2025-03-29T03:03:57.720" v="5794" actId="20577"/>
          <ac:spMkLst>
            <pc:docMk/>
            <pc:sldMk cId="2250411401" sldId="332"/>
            <ac:spMk id="2" creationId="{ED620D99-3A50-F76C-5378-544F5E568F9B}"/>
          </ac:spMkLst>
        </pc:spChg>
      </pc:sldChg>
      <pc:sldChg chg="addSp delSp modSp new mod setBg">
        <pc:chgData name="TRỊNH DUY NHÂN" userId="3ddfc494-c775-401c-9c94-bfcc1a4fe946" providerId="ADAL" clId="{D9808D8C-6334-477B-B7B5-72248DF17BCC}" dt="2025-03-29T03:28:52.325" v="6730" actId="26606"/>
        <pc:sldMkLst>
          <pc:docMk/>
          <pc:sldMk cId="211849077" sldId="333"/>
        </pc:sldMkLst>
        <pc:spChg chg="mod">
          <ac:chgData name="TRỊNH DUY NHÂN" userId="3ddfc494-c775-401c-9c94-bfcc1a4fe946" providerId="ADAL" clId="{D9808D8C-6334-477B-B7B5-72248DF17BCC}" dt="2025-03-29T03:28:52.325" v="6730" actId="26606"/>
          <ac:spMkLst>
            <pc:docMk/>
            <pc:sldMk cId="211849077" sldId="333"/>
            <ac:spMk id="2" creationId="{39EE7E16-5B4D-A644-8716-D0937F1ABB5D}"/>
          </ac:spMkLst>
        </pc:spChg>
        <pc:spChg chg="del mod">
          <ac:chgData name="TRỊNH DUY NHÂN" userId="3ddfc494-c775-401c-9c94-bfcc1a4fe946" providerId="ADAL" clId="{D9808D8C-6334-477B-B7B5-72248DF17BCC}" dt="2025-03-29T03:28:52.325" v="6730" actId="26606"/>
          <ac:spMkLst>
            <pc:docMk/>
            <pc:sldMk cId="211849077" sldId="333"/>
            <ac:spMk id="3" creationId="{4C5F579B-509D-80EA-8FD3-EF2FDA959F4C}"/>
          </ac:spMkLst>
        </pc:spChg>
        <pc:spChg chg="add">
          <ac:chgData name="TRỊNH DUY NHÂN" userId="3ddfc494-c775-401c-9c94-bfcc1a4fe946" providerId="ADAL" clId="{D9808D8C-6334-477B-B7B5-72248DF17BCC}" dt="2025-03-29T03:28:52.325" v="6730" actId="26606"/>
          <ac:spMkLst>
            <pc:docMk/>
            <pc:sldMk cId="211849077" sldId="333"/>
            <ac:spMk id="9" creationId="{ECD538B8-489B-407A-A760-436DB4C563CC}"/>
          </ac:spMkLst>
        </pc:spChg>
        <pc:graphicFrameChg chg="add">
          <ac:chgData name="TRỊNH DUY NHÂN" userId="3ddfc494-c775-401c-9c94-bfcc1a4fe946" providerId="ADAL" clId="{D9808D8C-6334-477B-B7B5-72248DF17BCC}" dt="2025-03-29T03:28:52.325" v="6730" actId="26606"/>
          <ac:graphicFrameMkLst>
            <pc:docMk/>
            <pc:sldMk cId="211849077" sldId="333"/>
            <ac:graphicFrameMk id="5" creationId="{DEF78B12-B6C8-1CAF-D0D0-9F6D00781DF3}"/>
          </ac:graphicFrameMkLst>
        </pc:graphicFrameChg>
      </pc:sldChg>
      <pc:sldChg chg="new">
        <pc:chgData name="TRỊNH DUY NHÂN" userId="3ddfc494-c775-401c-9c94-bfcc1a4fe946" providerId="ADAL" clId="{D9808D8C-6334-477B-B7B5-72248DF17BCC}" dt="2025-03-29T07:56:31.475" v="6794" actId="680"/>
        <pc:sldMkLst>
          <pc:docMk/>
          <pc:sldMk cId="3273609031" sldId="33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216B37-518B-499F-8E23-3B5B22512836}"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D6231736-012E-4DB3-8BA0-1485408E2EFB}">
      <dgm:prSet/>
      <dgm:spPr/>
      <dgm:t>
        <a:bodyPr/>
        <a:lstStyle/>
        <a:p>
          <a:r>
            <a:rPr lang="en-US"/>
            <a:t>It’s a tree data structure used for storage multi string. Every string having the same prefix has the same parents. Each node contains a character of a string</a:t>
          </a:r>
        </a:p>
      </dgm:t>
    </dgm:pt>
    <dgm:pt modelId="{3E0F467D-A52F-4A35-9732-F32A17416FA7}" type="parTrans" cxnId="{17AA3678-76CF-4B89-A73D-7527BF35DF26}">
      <dgm:prSet/>
      <dgm:spPr/>
      <dgm:t>
        <a:bodyPr/>
        <a:lstStyle/>
        <a:p>
          <a:endParaRPr lang="en-US"/>
        </a:p>
      </dgm:t>
    </dgm:pt>
    <dgm:pt modelId="{FC0A61FC-0189-47B5-9505-069670670DAC}" type="sibTrans" cxnId="{17AA3678-76CF-4B89-A73D-7527BF35DF26}">
      <dgm:prSet/>
      <dgm:spPr/>
      <dgm:t>
        <a:bodyPr/>
        <a:lstStyle/>
        <a:p>
          <a:endParaRPr lang="en-US"/>
        </a:p>
      </dgm:t>
    </dgm:pt>
    <dgm:pt modelId="{54FC441B-F05E-47A5-8621-9192BC3E508E}">
      <dgm:prSet/>
      <dgm:spPr/>
      <dgm:t>
        <a:bodyPr/>
        <a:lstStyle/>
        <a:p>
          <a:r>
            <a:rPr lang="en-US"/>
            <a:t>For example, this is a </a:t>
          </a:r>
          <a:r>
            <a:rPr lang="en-US" err="1"/>
            <a:t>trie</a:t>
          </a:r>
          <a:r>
            <a:rPr lang="en-US"/>
            <a:t> structure storages the pattern strings in the first example</a:t>
          </a:r>
        </a:p>
      </dgm:t>
    </dgm:pt>
    <dgm:pt modelId="{36D4D0B4-4D1B-45C8-A7F8-C7ADC5E73629}" type="parTrans" cxnId="{56B641A9-1DCA-40D8-806C-69C0BF5029F7}">
      <dgm:prSet/>
      <dgm:spPr/>
      <dgm:t>
        <a:bodyPr/>
        <a:lstStyle/>
        <a:p>
          <a:endParaRPr lang="en-US"/>
        </a:p>
      </dgm:t>
    </dgm:pt>
    <dgm:pt modelId="{109A54B3-1FEF-4A3E-84E7-9408B5CB6AA5}" type="sibTrans" cxnId="{56B641A9-1DCA-40D8-806C-69C0BF5029F7}">
      <dgm:prSet/>
      <dgm:spPr/>
      <dgm:t>
        <a:bodyPr/>
        <a:lstStyle/>
        <a:p>
          <a:endParaRPr lang="en-US"/>
        </a:p>
      </dgm:t>
    </dgm:pt>
    <dgm:pt modelId="{B1A3DB68-487C-4779-85DA-CB42E7304CC9}" type="pres">
      <dgm:prSet presAssocID="{42216B37-518B-499F-8E23-3B5B22512836}" presName="linear" presStyleCnt="0">
        <dgm:presLayoutVars>
          <dgm:animLvl val="lvl"/>
          <dgm:resizeHandles val="exact"/>
        </dgm:presLayoutVars>
      </dgm:prSet>
      <dgm:spPr/>
    </dgm:pt>
    <dgm:pt modelId="{FCB31F47-3256-4888-8617-F131CCD1CDC5}" type="pres">
      <dgm:prSet presAssocID="{D6231736-012E-4DB3-8BA0-1485408E2EFB}" presName="parentText" presStyleLbl="node1" presStyleIdx="0" presStyleCnt="2">
        <dgm:presLayoutVars>
          <dgm:chMax val="0"/>
          <dgm:bulletEnabled val="1"/>
        </dgm:presLayoutVars>
      </dgm:prSet>
      <dgm:spPr/>
    </dgm:pt>
    <dgm:pt modelId="{DFEB7092-295C-4EC1-BEDE-4C592CD8BDEB}" type="pres">
      <dgm:prSet presAssocID="{FC0A61FC-0189-47B5-9505-069670670DAC}" presName="spacer" presStyleCnt="0"/>
      <dgm:spPr/>
    </dgm:pt>
    <dgm:pt modelId="{5290C39A-B572-4209-B43A-9A61A4E4C98B}" type="pres">
      <dgm:prSet presAssocID="{54FC441B-F05E-47A5-8621-9192BC3E508E}" presName="parentText" presStyleLbl="node1" presStyleIdx="1" presStyleCnt="2">
        <dgm:presLayoutVars>
          <dgm:chMax val="0"/>
          <dgm:bulletEnabled val="1"/>
        </dgm:presLayoutVars>
      </dgm:prSet>
      <dgm:spPr/>
    </dgm:pt>
  </dgm:ptLst>
  <dgm:cxnLst>
    <dgm:cxn modelId="{E9E7EB18-1B6F-4B82-9C29-F20D61C84A45}" type="presOf" srcId="{D6231736-012E-4DB3-8BA0-1485408E2EFB}" destId="{FCB31F47-3256-4888-8617-F131CCD1CDC5}" srcOrd="0" destOrd="0" presId="urn:microsoft.com/office/officeart/2005/8/layout/vList2"/>
    <dgm:cxn modelId="{37D6A84B-F775-4568-9601-37192647F1F9}" type="presOf" srcId="{42216B37-518B-499F-8E23-3B5B22512836}" destId="{B1A3DB68-487C-4779-85DA-CB42E7304CC9}" srcOrd="0" destOrd="0" presId="urn:microsoft.com/office/officeart/2005/8/layout/vList2"/>
    <dgm:cxn modelId="{17AA3678-76CF-4B89-A73D-7527BF35DF26}" srcId="{42216B37-518B-499F-8E23-3B5B22512836}" destId="{D6231736-012E-4DB3-8BA0-1485408E2EFB}" srcOrd="0" destOrd="0" parTransId="{3E0F467D-A52F-4A35-9732-F32A17416FA7}" sibTransId="{FC0A61FC-0189-47B5-9505-069670670DAC}"/>
    <dgm:cxn modelId="{C897649C-AFB0-46BF-82B3-6EB7F9E5D30C}" type="presOf" srcId="{54FC441B-F05E-47A5-8621-9192BC3E508E}" destId="{5290C39A-B572-4209-B43A-9A61A4E4C98B}" srcOrd="0" destOrd="0" presId="urn:microsoft.com/office/officeart/2005/8/layout/vList2"/>
    <dgm:cxn modelId="{56B641A9-1DCA-40D8-806C-69C0BF5029F7}" srcId="{42216B37-518B-499F-8E23-3B5B22512836}" destId="{54FC441B-F05E-47A5-8621-9192BC3E508E}" srcOrd="1" destOrd="0" parTransId="{36D4D0B4-4D1B-45C8-A7F8-C7ADC5E73629}" sibTransId="{109A54B3-1FEF-4A3E-84E7-9408B5CB6AA5}"/>
    <dgm:cxn modelId="{2727B2C0-C650-4AEC-AC40-B5A757F7C840}" type="presParOf" srcId="{B1A3DB68-487C-4779-85DA-CB42E7304CC9}" destId="{FCB31F47-3256-4888-8617-F131CCD1CDC5}" srcOrd="0" destOrd="0" presId="urn:microsoft.com/office/officeart/2005/8/layout/vList2"/>
    <dgm:cxn modelId="{F16BA825-0DED-4418-BB0D-866D111FE03C}" type="presParOf" srcId="{B1A3DB68-487C-4779-85DA-CB42E7304CC9}" destId="{DFEB7092-295C-4EC1-BEDE-4C592CD8BDEB}" srcOrd="1" destOrd="0" presId="urn:microsoft.com/office/officeart/2005/8/layout/vList2"/>
    <dgm:cxn modelId="{73508AFE-32C9-4EEE-AB15-41FD893F27F5}" type="presParOf" srcId="{B1A3DB68-487C-4779-85DA-CB42E7304CC9}" destId="{5290C39A-B572-4209-B43A-9A61A4E4C98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977EEA5-6758-4DBA-9EFD-0CE928933FC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802C514-3F5F-4C23-BBE9-4931F386388B}">
      <dgm:prSet/>
      <dgm:spPr/>
      <dgm:t>
        <a:bodyPr/>
        <a:lstStyle/>
        <a:p>
          <a:r>
            <a:rPr lang="en-US"/>
            <a:t>STEP 1: At the ith position of the text, if the current node has a child node as same as that character, we travel through that child node. Otherwise, we trace back to other prefix by using the link to check other child node until there is a child node as same at the character.</a:t>
          </a:r>
        </a:p>
      </dgm:t>
    </dgm:pt>
    <dgm:pt modelId="{C43490BE-A46F-4A76-9EF6-DC0E75D7BE63}" type="parTrans" cxnId="{0A875DB1-1E07-4600-BEBA-EDF94B4FE7D3}">
      <dgm:prSet/>
      <dgm:spPr/>
      <dgm:t>
        <a:bodyPr/>
        <a:lstStyle/>
        <a:p>
          <a:endParaRPr lang="en-US"/>
        </a:p>
      </dgm:t>
    </dgm:pt>
    <dgm:pt modelId="{28862F23-6D3B-43DB-86F2-A530C8176713}" type="sibTrans" cxnId="{0A875DB1-1E07-4600-BEBA-EDF94B4FE7D3}">
      <dgm:prSet/>
      <dgm:spPr/>
      <dgm:t>
        <a:bodyPr/>
        <a:lstStyle/>
        <a:p>
          <a:endParaRPr lang="en-US"/>
        </a:p>
      </dgm:t>
    </dgm:pt>
    <dgm:pt modelId="{ECBB363D-7D92-4231-8C4B-81EFE2A50793}">
      <dgm:prSet/>
      <dgm:spPr/>
      <dgm:t>
        <a:bodyPr/>
        <a:lstStyle/>
        <a:p>
          <a:r>
            <a:rPr lang="en-US"/>
            <a:t>STEP 2: After travel to that node, we use the link to trace back to all the prefix to assure all the pattern have been checked.</a:t>
          </a:r>
        </a:p>
      </dgm:t>
    </dgm:pt>
    <dgm:pt modelId="{145FEC3A-617A-466A-BB47-DCD3DE0F8BB8}" type="parTrans" cxnId="{949EDA45-B042-477C-A470-E732FF542BDA}">
      <dgm:prSet/>
      <dgm:spPr/>
      <dgm:t>
        <a:bodyPr/>
        <a:lstStyle/>
        <a:p>
          <a:endParaRPr lang="en-US"/>
        </a:p>
      </dgm:t>
    </dgm:pt>
    <dgm:pt modelId="{9869BFE0-024E-4D16-AFE1-C3708F3765B6}" type="sibTrans" cxnId="{949EDA45-B042-477C-A470-E732FF542BDA}">
      <dgm:prSet/>
      <dgm:spPr/>
      <dgm:t>
        <a:bodyPr/>
        <a:lstStyle/>
        <a:p>
          <a:endParaRPr lang="en-US"/>
        </a:p>
      </dgm:t>
    </dgm:pt>
    <dgm:pt modelId="{D208A640-DED6-4B01-BBFA-A9ADD4717997}" type="pres">
      <dgm:prSet presAssocID="{1977EEA5-6758-4DBA-9EFD-0CE928933FCA}" presName="linear" presStyleCnt="0">
        <dgm:presLayoutVars>
          <dgm:animLvl val="lvl"/>
          <dgm:resizeHandles val="exact"/>
        </dgm:presLayoutVars>
      </dgm:prSet>
      <dgm:spPr/>
    </dgm:pt>
    <dgm:pt modelId="{EF2E6ADA-979D-4C8C-86BB-47F06D78EC3B}" type="pres">
      <dgm:prSet presAssocID="{4802C514-3F5F-4C23-BBE9-4931F386388B}" presName="parentText" presStyleLbl="node1" presStyleIdx="0" presStyleCnt="2">
        <dgm:presLayoutVars>
          <dgm:chMax val="0"/>
          <dgm:bulletEnabled val="1"/>
        </dgm:presLayoutVars>
      </dgm:prSet>
      <dgm:spPr/>
    </dgm:pt>
    <dgm:pt modelId="{89D8B9ED-FF49-4CE3-B45D-DCAB4BD80DF3}" type="pres">
      <dgm:prSet presAssocID="{28862F23-6D3B-43DB-86F2-A530C8176713}" presName="spacer" presStyleCnt="0"/>
      <dgm:spPr/>
    </dgm:pt>
    <dgm:pt modelId="{E9845805-7103-4174-9DAD-493C0D582C14}" type="pres">
      <dgm:prSet presAssocID="{ECBB363D-7D92-4231-8C4B-81EFE2A50793}" presName="parentText" presStyleLbl="node1" presStyleIdx="1" presStyleCnt="2">
        <dgm:presLayoutVars>
          <dgm:chMax val="0"/>
          <dgm:bulletEnabled val="1"/>
        </dgm:presLayoutVars>
      </dgm:prSet>
      <dgm:spPr/>
    </dgm:pt>
  </dgm:ptLst>
  <dgm:cxnLst>
    <dgm:cxn modelId="{CF748526-2B76-4F47-BBA6-93B43FB334F4}" type="presOf" srcId="{ECBB363D-7D92-4231-8C4B-81EFE2A50793}" destId="{E9845805-7103-4174-9DAD-493C0D582C14}" srcOrd="0" destOrd="0" presId="urn:microsoft.com/office/officeart/2005/8/layout/vList2"/>
    <dgm:cxn modelId="{949EDA45-B042-477C-A470-E732FF542BDA}" srcId="{1977EEA5-6758-4DBA-9EFD-0CE928933FCA}" destId="{ECBB363D-7D92-4231-8C4B-81EFE2A50793}" srcOrd="1" destOrd="0" parTransId="{145FEC3A-617A-466A-BB47-DCD3DE0F8BB8}" sibTransId="{9869BFE0-024E-4D16-AFE1-C3708F3765B6}"/>
    <dgm:cxn modelId="{E18F5F65-BF80-40E0-BF66-A6D3E4473111}" type="presOf" srcId="{1977EEA5-6758-4DBA-9EFD-0CE928933FCA}" destId="{D208A640-DED6-4B01-BBFA-A9ADD4717997}" srcOrd="0" destOrd="0" presId="urn:microsoft.com/office/officeart/2005/8/layout/vList2"/>
    <dgm:cxn modelId="{7EB6C28D-8FF1-446D-B061-513787485F90}" type="presOf" srcId="{4802C514-3F5F-4C23-BBE9-4931F386388B}" destId="{EF2E6ADA-979D-4C8C-86BB-47F06D78EC3B}" srcOrd="0" destOrd="0" presId="urn:microsoft.com/office/officeart/2005/8/layout/vList2"/>
    <dgm:cxn modelId="{0A875DB1-1E07-4600-BEBA-EDF94B4FE7D3}" srcId="{1977EEA5-6758-4DBA-9EFD-0CE928933FCA}" destId="{4802C514-3F5F-4C23-BBE9-4931F386388B}" srcOrd="0" destOrd="0" parTransId="{C43490BE-A46F-4A76-9EF6-DC0E75D7BE63}" sibTransId="{28862F23-6D3B-43DB-86F2-A530C8176713}"/>
    <dgm:cxn modelId="{953C83C1-BB05-4CE2-9095-3B9C054605FB}" type="presParOf" srcId="{D208A640-DED6-4B01-BBFA-A9ADD4717997}" destId="{EF2E6ADA-979D-4C8C-86BB-47F06D78EC3B}" srcOrd="0" destOrd="0" presId="urn:microsoft.com/office/officeart/2005/8/layout/vList2"/>
    <dgm:cxn modelId="{E5784E69-DEB8-42EB-B18F-B7317A0E206F}" type="presParOf" srcId="{D208A640-DED6-4B01-BBFA-A9ADD4717997}" destId="{89D8B9ED-FF49-4CE3-B45D-DCAB4BD80DF3}" srcOrd="1" destOrd="0" presId="urn:microsoft.com/office/officeart/2005/8/layout/vList2"/>
    <dgm:cxn modelId="{59465D3B-A5C3-482E-937E-CBCE00942260}" type="presParOf" srcId="{D208A640-DED6-4B01-BBFA-A9ADD4717997}" destId="{E9845805-7103-4174-9DAD-493C0D582C1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B31F47-3256-4888-8617-F131CCD1CDC5}">
      <dsp:nvSpPr>
        <dsp:cNvPr id="0" name=""/>
        <dsp:cNvSpPr/>
      </dsp:nvSpPr>
      <dsp:spPr>
        <a:xfrm>
          <a:off x="0" y="42154"/>
          <a:ext cx="4876800" cy="1883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It’s a tree data structure used for storage multi string. Every string having the same prefix has the same parents. Each node contains a character of a string</a:t>
          </a:r>
        </a:p>
      </dsp:txBody>
      <dsp:txXfrm>
        <a:off x="91955" y="134109"/>
        <a:ext cx="4692890" cy="1699790"/>
      </dsp:txXfrm>
    </dsp:sp>
    <dsp:sp modelId="{5290C39A-B572-4209-B43A-9A61A4E4C98B}">
      <dsp:nvSpPr>
        <dsp:cNvPr id="0" name=""/>
        <dsp:cNvSpPr/>
      </dsp:nvSpPr>
      <dsp:spPr>
        <a:xfrm>
          <a:off x="0" y="1992095"/>
          <a:ext cx="4876800" cy="18837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For example, this is a </a:t>
          </a:r>
          <a:r>
            <a:rPr lang="en-US" sz="2300" kern="1200" err="1"/>
            <a:t>trie</a:t>
          </a:r>
          <a:r>
            <a:rPr lang="en-US" sz="2300" kern="1200"/>
            <a:t> structure storages the pattern strings in the first example</a:t>
          </a:r>
        </a:p>
      </dsp:txBody>
      <dsp:txXfrm>
        <a:off x="91955" y="2084050"/>
        <a:ext cx="4692890" cy="169979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2E6ADA-979D-4C8C-86BB-47F06D78EC3B}">
      <dsp:nvSpPr>
        <dsp:cNvPr id="0" name=""/>
        <dsp:cNvSpPr/>
      </dsp:nvSpPr>
      <dsp:spPr>
        <a:xfrm>
          <a:off x="0" y="349920"/>
          <a:ext cx="6096000" cy="235871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STEP 1: At the ith position of the text, if the current node has a child node as same as that character, we travel through that child node. Otherwise, we trace back to other prefix by using the link to check other child node until there is a child node as same at the character.</a:t>
          </a:r>
        </a:p>
      </dsp:txBody>
      <dsp:txXfrm>
        <a:off x="115143" y="465063"/>
        <a:ext cx="5865714" cy="2128433"/>
      </dsp:txXfrm>
    </dsp:sp>
    <dsp:sp modelId="{E9845805-7103-4174-9DAD-493C0D582C14}">
      <dsp:nvSpPr>
        <dsp:cNvPr id="0" name=""/>
        <dsp:cNvSpPr/>
      </dsp:nvSpPr>
      <dsp:spPr>
        <a:xfrm>
          <a:off x="0" y="2777760"/>
          <a:ext cx="6096000" cy="2358719"/>
        </a:xfrm>
        <a:prstGeom prst="roundRect">
          <a:avLst/>
        </a:prstGeom>
        <a:solidFill>
          <a:schemeClr val="accent2">
            <a:hueOff val="9200113"/>
            <a:satOff val="8910"/>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en-US" sz="2400" kern="1200"/>
            <a:t>STEP 2: After travel to that node, we use the link to trace back to all the prefix to assure all the pattern have been checked.</a:t>
          </a:r>
        </a:p>
      </dsp:txBody>
      <dsp:txXfrm>
        <a:off x="115143" y="2892903"/>
        <a:ext cx="5865714" cy="212843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FE5C3A-6393-D9EA-ED1A-2AB107EF0A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a:extLst>
              <a:ext uri="{FF2B5EF4-FFF2-40B4-BE49-F238E27FC236}">
                <a16:creationId xmlns:a16="http://schemas.microsoft.com/office/drawing/2014/main" id="{84ED544A-8A46-091F-ABAD-4E2B1AD15F8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2037633-41DA-AB48-BA71-6E2A0295ED55}" type="datetimeFigureOut">
              <a:rPr lang="en-VN" smtClean="0"/>
              <a:t>31/3/25</a:t>
            </a:fld>
            <a:endParaRPr lang="en-VN"/>
          </a:p>
        </p:txBody>
      </p:sp>
      <p:sp>
        <p:nvSpPr>
          <p:cNvPr id="4" name="Footer Placeholder 3">
            <a:extLst>
              <a:ext uri="{FF2B5EF4-FFF2-40B4-BE49-F238E27FC236}">
                <a16:creationId xmlns:a16="http://schemas.microsoft.com/office/drawing/2014/main" id="{60A0C0CA-24B4-A5E3-315F-76D0CE0103D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5" name="Slide Number Placeholder 4">
            <a:extLst>
              <a:ext uri="{FF2B5EF4-FFF2-40B4-BE49-F238E27FC236}">
                <a16:creationId xmlns:a16="http://schemas.microsoft.com/office/drawing/2014/main" id="{4168B9D0-0085-7086-3D8D-38799C10DDF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26B603-6B2D-C148-8446-A58BF5413384}" type="slidenum">
              <a:rPr lang="en-VN" smtClean="0"/>
              <a:t>‹#›</a:t>
            </a:fld>
            <a:endParaRPr lang="en-VN"/>
          </a:p>
        </p:txBody>
      </p:sp>
    </p:spTree>
    <p:extLst>
      <p:ext uri="{BB962C8B-B14F-4D97-AF65-F5344CB8AC3E}">
        <p14:creationId xmlns:p14="http://schemas.microsoft.com/office/powerpoint/2010/main" val="224546990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vi-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93265A-1EFC-42DC-80FC-373C6E1B57D0}" type="datetimeFigureOut">
              <a:rPr lang="vi-VN" smtClean="0"/>
              <a:t>31/3/25</a:t>
            </a:fld>
            <a:endParaRPr lang="vi-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vi-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vi-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2BA7E-7066-4E01-8108-0B7E6D2539FA}" type="slidenum">
              <a:rPr lang="vi-VN" smtClean="0"/>
              <a:t>‹#›</a:t>
            </a:fld>
            <a:endParaRPr lang="vi-VN"/>
          </a:p>
        </p:txBody>
      </p:sp>
    </p:spTree>
    <p:extLst>
      <p:ext uri="{BB962C8B-B14F-4D97-AF65-F5344CB8AC3E}">
        <p14:creationId xmlns:p14="http://schemas.microsoft.com/office/powerpoint/2010/main" val="388632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C3E2BA7E-7066-4E01-8108-0B7E6D2539FA}" type="slidenum">
              <a:rPr lang="vi-VN" smtClean="0"/>
              <a:t>44</a:t>
            </a:fld>
            <a:endParaRPr lang="vi-VN"/>
          </a:p>
        </p:txBody>
      </p:sp>
    </p:spTree>
    <p:extLst>
      <p:ext uri="{BB962C8B-B14F-4D97-AF65-F5344CB8AC3E}">
        <p14:creationId xmlns:p14="http://schemas.microsoft.com/office/powerpoint/2010/main" val="31492444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9FFD1-F53C-D94D-F092-A239BF0864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1C03AF-EA7E-FE5A-4ECD-7DB0961DB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AA061B-0798-00D2-7BEE-CB993BAE0D61}"/>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B448B267-F0E4-C1F3-5E18-7CAA6591C1DF}"/>
              </a:ext>
            </a:extLst>
          </p:cNvPr>
          <p:cNvSpPr>
            <a:spLocks noGrp="1"/>
          </p:cNvSpPr>
          <p:nvPr>
            <p:ph type="sldNum" sz="quarter" idx="5"/>
          </p:nvPr>
        </p:nvSpPr>
        <p:spPr/>
        <p:txBody>
          <a:bodyPr/>
          <a:lstStyle/>
          <a:p>
            <a:fld id="{C3E2BA7E-7066-4E01-8108-0B7E6D2539FA}" type="slidenum">
              <a:rPr lang="vi-VN" smtClean="0"/>
              <a:t>46</a:t>
            </a:fld>
            <a:endParaRPr lang="vi-VN"/>
          </a:p>
        </p:txBody>
      </p:sp>
    </p:spTree>
    <p:extLst>
      <p:ext uri="{BB962C8B-B14F-4D97-AF65-F5344CB8AC3E}">
        <p14:creationId xmlns:p14="http://schemas.microsoft.com/office/powerpoint/2010/main" val="10421890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5"/>
          </p:nvPr>
        </p:nvSpPr>
        <p:spPr/>
        <p:txBody>
          <a:bodyPr/>
          <a:lstStyle/>
          <a:p>
            <a:fld id="{C3E2BA7E-7066-4E01-8108-0B7E6D2539FA}" type="slidenum">
              <a:rPr lang="vi-VN" smtClean="0"/>
              <a:t>47</a:t>
            </a:fld>
            <a:endParaRPr lang="vi-VN"/>
          </a:p>
        </p:txBody>
      </p:sp>
    </p:spTree>
    <p:extLst>
      <p:ext uri="{BB962C8B-B14F-4D97-AF65-F5344CB8AC3E}">
        <p14:creationId xmlns:p14="http://schemas.microsoft.com/office/powerpoint/2010/main" val="1812138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6E928-3221-23F4-943F-3E314424BC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DD36B-DDD8-E489-18A9-6861D07D2E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E6C5F-B3BE-7ACF-1F5B-D80D157E919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C5974BE-5743-CC97-D693-8EDCD6A5B596}"/>
              </a:ext>
            </a:extLst>
          </p:cNvPr>
          <p:cNvSpPr>
            <a:spLocks noGrp="1"/>
          </p:cNvSpPr>
          <p:nvPr>
            <p:ph type="sldNum" sz="quarter" idx="5"/>
          </p:nvPr>
        </p:nvSpPr>
        <p:spPr/>
        <p:txBody>
          <a:bodyPr/>
          <a:lstStyle/>
          <a:p>
            <a:fld id="{C3E2BA7E-7066-4E01-8108-0B7E6D2539FA}" type="slidenum">
              <a:rPr lang="vi-VN" smtClean="0"/>
              <a:t>48</a:t>
            </a:fld>
            <a:endParaRPr lang="vi-VN"/>
          </a:p>
        </p:txBody>
      </p:sp>
    </p:spTree>
    <p:extLst>
      <p:ext uri="{BB962C8B-B14F-4D97-AF65-F5344CB8AC3E}">
        <p14:creationId xmlns:p14="http://schemas.microsoft.com/office/powerpoint/2010/main" val="2134048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C677D-5AE3-B920-2C27-30805240AA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09D6AD-CFF7-703B-8B9A-CE02214C34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B6015B-7BB8-A245-0098-6ED1A12A88D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03F7929B-BEE5-857A-725C-C2487D942E84}"/>
              </a:ext>
            </a:extLst>
          </p:cNvPr>
          <p:cNvSpPr>
            <a:spLocks noGrp="1"/>
          </p:cNvSpPr>
          <p:nvPr>
            <p:ph type="sldNum" sz="quarter" idx="5"/>
          </p:nvPr>
        </p:nvSpPr>
        <p:spPr/>
        <p:txBody>
          <a:bodyPr/>
          <a:lstStyle/>
          <a:p>
            <a:fld id="{C3E2BA7E-7066-4E01-8108-0B7E6D2539FA}" type="slidenum">
              <a:rPr lang="vi-VN" smtClean="0"/>
              <a:t>49</a:t>
            </a:fld>
            <a:endParaRPr lang="vi-VN"/>
          </a:p>
        </p:txBody>
      </p:sp>
    </p:spTree>
    <p:extLst>
      <p:ext uri="{BB962C8B-B14F-4D97-AF65-F5344CB8AC3E}">
        <p14:creationId xmlns:p14="http://schemas.microsoft.com/office/powerpoint/2010/main" val="28210368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CE69D-A51E-4A98-FD39-43109538B7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383B39-F1EB-7080-B46E-54EDF5ED52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DBE1ED-8AAF-2954-76E1-43CC91CB3A4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F8EF825-7783-5DB0-DA1D-A100C740911C}"/>
              </a:ext>
            </a:extLst>
          </p:cNvPr>
          <p:cNvSpPr>
            <a:spLocks noGrp="1"/>
          </p:cNvSpPr>
          <p:nvPr>
            <p:ph type="sldNum" sz="quarter" idx="5"/>
          </p:nvPr>
        </p:nvSpPr>
        <p:spPr/>
        <p:txBody>
          <a:bodyPr/>
          <a:lstStyle/>
          <a:p>
            <a:fld id="{C3E2BA7E-7066-4E01-8108-0B7E6D2539FA}" type="slidenum">
              <a:rPr lang="vi-VN" smtClean="0"/>
              <a:t>50</a:t>
            </a:fld>
            <a:endParaRPr lang="vi-VN"/>
          </a:p>
        </p:txBody>
      </p:sp>
    </p:spTree>
    <p:extLst>
      <p:ext uri="{BB962C8B-B14F-4D97-AF65-F5344CB8AC3E}">
        <p14:creationId xmlns:p14="http://schemas.microsoft.com/office/powerpoint/2010/main" val="32372116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F432-0F4B-9282-DF19-D14C1B85B1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E08D2D-6802-213E-63CC-9CD6C07C9A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30AEF-5304-05A3-F696-52DFD1E7960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F02098BF-81DA-A710-C698-D43397A122BB}"/>
              </a:ext>
            </a:extLst>
          </p:cNvPr>
          <p:cNvSpPr>
            <a:spLocks noGrp="1"/>
          </p:cNvSpPr>
          <p:nvPr>
            <p:ph type="sldNum" sz="quarter" idx="5"/>
          </p:nvPr>
        </p:nvSpPr>
        <p:spPr/>
        <p:txBody>
          <a:bodyPr/>
          <a:lstStyle/>
          <a:p>
            <a:fld id="{C3E2BA7E-7066-4E01-8108-0B7E6D2539FA}" type="slidenum">
              <a:rPr lang="vi-VN" smtClean="0"/>
              <a:t>51</a:t>
            </a:fld>
            <a:endParaRPr lang="vi-VN"/>
          </a:p>
        </p:txBody>
      </p:sp>
    </p:spTree>
    <p:extLst>
      <p:ext uri="{BB962C8B-B14F-4D97-AF65-F5344CB8AC3E}">
        <p14:creationId xmlns:p14="http://schemas.microsoft.com/office/powerpoint/2010/main" val="35708532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B661A-E0F6-B410-EAF4-22FB0D742D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992B2F-3B91-EA8B-96D0-4B235E3048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F92839-24FF-ABEA-2A2A-A592541A069A}"/>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AE8EC81-CBC3-C5F9-4083-3589BF2DAF9B}"/>
              </a:ext>
            </a:extLst>
          </p:cNvPr>
          <p:cNvSpPr>
            <a:spLocks noGrp="1"/>
          </p:cNvSpPr>
          <p:nvPr>
            <p:ph type="sldNum" sz="quarter" idx="5"/>
          </p:nvPr>
        </p:nvSpPr>
        <p:spPr/>
        <p:txBody>
          <a:bodyPr/>
          <a:lstStyle/>
          <a:p>
            <a:fld id="{C3E2BA7E-7066-4E01-8108-0B7E6D2539FA}" type="slidenum">
              <a:rPr lang="vi-VN" smtClean="0"/>
              <a:t>52</a:t>
            </a:fld>
            <a:endParaRPr lang="vi-VN"/>
          </a:p>
        </p:txBody>
      </p:sp>
    </p:spTree>
    <p:extLst>
      <p:ext uri="{BB962C8B-B14F-4D97-AF65-F5344CB8AC3E}">
        <p14:creationId xmlns:p14="http://schemas.microsoft.com/office/powerpoint/2010/main" val="2298838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DA7E0-F901-4BEA-F03A-8B85A3378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1E35FF-A380-21F4-DCED-BBF1A5967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F231AB-55C9-700B-B468-7680FECEDA9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6A71011-966E-7C42-581D-D80BD0FD5B91}"/>
              </a:ext>
            </a:extLst>
          </p:cNvPr>
          <p:cNvSpPr>
            <a:spLocks noGrp="1"/>
          </p:cNvSpPr>
          <p:nvPr>
            <p:ph type="sldNum" sz="quarter" idx="5"/>
          </p:nvPr>
        </p:nvSpPr>
        <p:spPr/>
        <p:txBody>
          <a:bodyPr/>
          <a:lstStyle/>
          <a:p>
            <a:fld id="{C3E2BA7E-7066-4E01-8108-0B7E6D2539FA}" type="slidenum">
              <a:rPr lang="vi-VN" smtClean="0"/>
              <a:t>53</a:t>
            </a:fld>
            <a:endParaRPr lang="vi-VN"/>
          </a:p>
        </p:txBody>
      </p:sp>
    </p:spTree>
    <p:extLst>
      <p:ext uri="{BB962C8B-B14F-4D97-AF65-F5344CB8AC3E}">
        <p14:creationId xmlns:p14="http://schemas.microsoft.com/office/powerpoint/2010/main" val="15583426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C6466-A44B-2ACB-1719-E9C9F7C7A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6B4A6D-9077-8B4C-F3C1-2AAC997B3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198F78-E364-F8BD-C247-282AE23D94D7}"/>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7B1E657C-ECFF-6979-2833-711FBB6346E2}"/>
              </a:ext>
            </a:extLst>
          </p:cNvPr>
          <p:cNvSpPr>
            <a:spLocks noGrp="1"/>
          </p:cNvSpPr>
          <p:nvPr>
            <p:ph type="sldNum" sz="quarter" idx="5"/>
          </p:nvPr>
        </p:nvSpPr>
        <p:spPr/>
        <p:txBody>
          <a:bodyPr/>
          <a:lstStyle/>
          <a:p>
            <a:fld id="{C3E2BA7E-7066-4E01-8108-0B7E6D2539FA}" type="slidenum">
              <a:rPr lang="vi-VN" smtClean="0"/>
              <a:t>54</a:t>
            </a:fld>
            <a:endParaRPr lang="vi-VN"/>
          </a:p>
        </p:txBody>
      </p:sp>
    </p:spTree>
    <p:extLst>
      <p:ext uri="{BB962C8B-B14F-4D97-AF65-F5344CB8AC3E}">
        <p14:creationId xmlns:p14="http://schemas.microsoft.com/office/powerpoint/2010/main" val="7092378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A4766-D244-8276-7871-4686207B4F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361064-6CD4-7AE1-0D24-ABE315D30B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A0C2BB-BF27-68C3-CF9E-D41393B2EED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9EBD7FF5-EF73-D386-4667-95584AB3D4A3}"/>
              </a:ext>
            </a:extLst>
          </p:cNvPr>
          <p:cNvSpPr>
            <a:spLocks noGrp="1"/>
          </p:cNvSpPr>
          <p:nvPr>
            <p:ph type="sldNum" sz="quarter" idx="5"/>
          </p:nvPr>
        </p:nvSpPr>
        <p:spPr/>
        <p:txBody>
          <a:bodyPr/>
          <a:lstStyle/>
          <a:p>
            <a:fld id="{C3E2BA7E-7066-4E01-8108-0B7E6D2539FA}" type="slidenum">
              <a:rPr lang="vi-VN" smtClean="0"/>
              <a:t>55</a:t>
            </a:fld>
            <a:endParaRPr lang="vi-VN"/>
          </a:p>
        </p:txBody>
      </p:sp>
    </p:spTree>
    <p:extLst>
      <p:ext uri="{BB962C8B-B14F-4D97-AF65-F5344CB8AC3E}">
        <p14:creationId xmlns:p14="http://schemas.microsoft.com/office/powerpoint/2010/main" val="3455185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3154-FAFB-548D-4A8F-6ABB5E9BD5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DA2EF-8A5C-2BA9-050E-8CE856F946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EF0C6-F27A-829A-5DDC-C9AF16D553F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C3DBCFA5-84E6-9727-84D9-D54F0266F804}"/>
              </a:ext>
            </a:extLst>
          </p:cNvPr>
          <p:cNvSpPr>
            <a:spLocks noGrp="1"/>
          </p:cNvSpPr>
          <p:nvPr>
            <p:ph type="sldNum" sz="quarter" idx="5"/>
          </p:nvPr>
        </p:nvSpPr>
        <p:spPr/>
        <p:txBody>
          <a:bodyPr/>
          <a:lstStyle/>
          <a:p>
            <a:fld id="{C3E2BA7E-7066-4E01-8108-0B7E6D2539FA}" type="slidenum">
              <a:rPr lang="vi-VN" smtClean="0"/>
              <a:t>56</a:t>
            </a:fld>
            <a:endParaRPr lang="vi-VN"/>
          </a:p>
        </p:txBody>
      </p:sp>
    </p:spTree>
    <p:extLst>
      <p:ext uri="{BB962C8B-B14F-4D97-AF65-F5344CB8AC3E}">
        <p14:creationId xmlns:p14="http://schemas.microsoft.com/office/powerpoint/2010/main" val="14381672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7D463-4741-F9AC-15B5-77B5CC3A4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784773-3AE1-00D8-2DBE-4AEE94227E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B5021-1F19-A6DA-C2DE-91A4169B9AAF}"/>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A183397B-D2AB-4599-8751-6F6F9D981F24}"/>
              </a:ext>
            </a:extLst>
          </p:cNvPr>
          <p:cNvSpPr>
            <a:spLocks noGrp="1"/>
          </p:cNvSpPr>
          <p:nvPr>
            <p:ph type="sldNum" sz="quarter" idx="5"/>
          </p:nvPr>
        </p:nvSpPr>
        <p:spPr/>
        <p:txBody>
          <a:bodyPr/>
          <a:lstStyle/>
          <a:p>
            <a:fld id="{C3E2BA7E-7066-4E01-8108-0B7E6D2539FA}" type="slidenum">
              <a:rPr lang="vi-VN" smtClean="0"/>
              <a:t>57</a:t>
            </a:fld>
            <a:endParaRPr lang="vi-VN"/>
          </a:p>
        </p:txBody>
      </p:sp>
    </p:spTree>
    <p:extLst>
      <p:ext uri="{BB962C8B-B14F-4D97-AF65-F5344CB8AC3E}">
        <p14:creationId xmlns:p14="http://schemas.microsoft.com/office/powerpoint/2010/main" val="9259387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7BD84-1818-16A5-B8AA-9BA4BABCC7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E4947-97A9-2510-304E-4EE429586A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EC0DFC-D314-B0CF-AAD0-D8F377D46F5D}"/>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CD37B0A0-303E-2689-65A3-DD6D2DA0D440}"/>
              </a:ext>
            </a:extLst>
          </p:cNvPr>
          <p:cNvSpPr>
            <a:spLocks noGrp="1"/>
          </p:cNvSpPr>
          <p:nvPr>
            <p:ph type="sldNum" sz="quarter" idx="5"/>
          </p:nvPr>
        </p:nvSpPr>
        <p:spPr/>
        <p:txBody>
          <a:bodyPr/>
          <a:lstStyle/>
          <a:p>
            <a:fld id="{C3E2BA7E-7066-4E01-8108-0B7E6D2539FA}" type="slidenum">
              <a:rPr lang="vi-VN" smtClean="0"/>
              <a:t>58</a:t>
            </a:fld>
            <a:endParaRPr lang="vi-VN"/>
          </a:p>
        </p:txBody>
      </p:sp>
    </p:spTree>
    <p:extLst>
      <p:ext uri="{BB962C8B-B14F-4D97-AF65-F5344CB8AC3E}">
        <p14:creationId xmlns:p14="http://schemas.microsoft.com/office/powerpoint/2010/main" val="213400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B851C4-1698-CF1B-03E0-DBEA00040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1EF78F-69FC-A649-80C6-D77FA62244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2FC36-D7CF-8D29-6BED-2EEC7592282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4DE4B7F6-6D61-E17B-957E-CC04F241DB88}"/>
              </a:ext>
            </a:extLst>
          </p:cNvPr>
          <p:cNvSpPr>
            <a:spLocks noGrp="1"/>
          </p:cNvSpPr>
          <p:nvPr>
            <p:ph type="sldNum" sz="quarter" idx="5"/>
          </p:nvPr>
        </p:nvSpPr>
        <p:spPr/>
        <p:txBody>
          <a:bodyPr/>
          <a:lstStyle/>
          <a:p>
            <a:fld id="{C3E2BA7E-7066-4E01-8108-0B7E6D2539FA}" type="slidenum">
              <a:rPr lang="vi-VN" smtClean="0"/>
              <a:t>59</a:t>
            </a:fld>
            <a:endParaRPr lang="vi-VN"/>
          </a:p>
        </p:txBody>
      </p:sp>
    </p:spTree>
    <p:extLst>
      <p:ext uri="{BB962C8B-B14F-4D97-AF65-F5344CB8AC3E}">
        <p14:creationId xmlns:p14="http://schemas.microsoft.com/office/powerpoint/2010/main" val="22399894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BC86-DCE9-4C14-EE83-1D2490F6DD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D9544-DFC4-3D7E-EBA5-1ACF875084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A0A424-AA6C-6F34-73B0-9EEF6980F3CA}"/>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D6B07501-99F6-A4EC-1865-0AA86FE04B6F}"/>
              </a:ext>
            </a:extLst>
          </p:cNvPr>
          <p:cNvSpPr>
            <a:spLocks noGrp="1"/>
          </p:cNvSpPr>
          <p:nvPr>
            <p:ph type="sldNum" sz="quarter" idx="5"/>
          </p:nvPr>
        </p:nvSpPr>
        <p:spPr/>
        <p:txBody>
          <a:bodyPr/>
          <a:lstStyle/>
          <a:p>
            <a:fld id="{C3E2BA7E-7066-4E01-8108-0B7E6D2539FA}" type="slidenum">
              <a:rPr lang="vi-VN" smtClean="0"/>
              <a:t>60</a:t>
            </a:fld>
            <a:endParaRPr lang="vi-VN"/>
          </a:p>
        </p:txBody>
      </p:sp>
    </p:spTree>
    <p:extLst>
      <p:ext uri="{BB962C8B-B14F-4D97-AF65-F5344CB8AC3E}">
        <p14:creationId xmlns:p14="http://schemas.microsoft.com/office/powerpoint/2010/main" val="2421610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599B0-BD4D-48B1-1FCA-63A55A5984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FAF60D-646A-3ECC-C508-B39743350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76793-1FD8-9516-4A7A-F3D819A2502C}"/>
              </a:ext>
            </a:extLst>
          </p:cNvPr>
          <p:cNvSpPr>
            <a:spLocks noGrp="1"/>
          </p:cNvSpPr>
          <p:nvPr>
            <p:ph type="body" idx="1"/>
          </p:nvPr>
        </p:nvSpPr>
        <p:spPr/>
        <p:txBody>
          <a:bodyPr/>
          <a:lstStyle/>
          <a:p>
            <a:endParaRPr lang="vi-VN"/>
          </a:p>
        </p:txBody>
      </p:sp>
      <p:sp>
        <p:nvSpPr>
          <p:cNvPr id="4" name="Slide Number Placeholder 3">
            <a:extLst>
              <a:ext uri="{FF2B5EF4-FFF2-40B4-BE49-F238E27FC236}">
                <a16:creationId xmlns:a16="http://schemas.microsoft.com/office/drawing/2014/main" id="{63EAF5AB-03BA-6D35-8FFE-03DCECA569FD}"/>
              </a:ext>
            </a:extLst>
          </p:cNvPr>
          <p:cNvSpPr>
            <a:spLocks noGrp="1"/>
          </p:cNvSpPr>
          <p:nvPr>
            <p:ph type="sldNum" sz="quarter" idx="5"/>
          </p:nvPr>
        </p:nvSpPr>
        <p:spPr/>
        <p:txBody>
          <a:bodyPr/>
          <a:lstStyle/>
          <a:p>
            <a:fld id="{C3E2BA7E-7066-4E01-8108-0B7E6D2539FA}" type="slidenum">
              <a:rPr lang="vi-VN" smtClean="0"/>
              <a:t>61</a:t>
            </a:fld>
            <a:endParaRPr lang="vi-VN"/>
          </a:p>
        </p:txBody>
      </p:sp>
    </p:spTree>
    <p:extLst>
      <p:ext uri="{BB962C8B-B14F-4D97-AF65-F5344CB8AC3E}">
        <p14:creationId xmlns:p14="http://schemas.microsoft.com/office/powerpoint/2010/main" val="1393829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7C3F-0FB2-4B2E-BA6A-FEEEFF1AF7E3}"/>
              </a:ext>
            </a:extLst>
          </p:cNvPr>
          <p:cNvSpPr>
            <a:spLocks noGrp="1"/>
          </p:cNvSpPr>
          <p:nvPr>
            <p:ph type="ctrTitle"/>
          </p:nvPr>
        </p:nvSpPr>
        <p:spPr>
          <a:xfrm>
            <a:off x="2057400" y="685801"/>
            <a:ext cx="8115300" cy="3046228"/>
          </a:xfrm>
        </p:spPr>
        <p:txBody>
          <a:bodyPr anchor="b">
            <a:normAutofit/>
          </a:bodyPr>
          <a:lstStyle>
            <a:lvl1pPr algn="ctr">
              <a:defRPr sz="3600" cap="all" spc="300" baseline="0"/>
            </a:lvl1pPr>
          </a:lstStyle>
          <a:p>
            <a:r>
              <a:rPr lang="en-US"/>
              <a:t>Click to edit Master title style</a:t>
            </a:r>
          </a:p>
        </p:txBody>
      </p:sp>
      <p:sp>
        <p:nvSpPr>
          <p:cNvPr id="3" name="Subtitle 2">
            <a:extLst>
              <a:ext uri="{FF2B5EF4-FFF2-40B4-BE49-F238E27FC236}">
                <a16:creationId xmlns:a16="http://schemas.microsoft.com/office/drawing/2014/main" id="{08583AE9-1CC1-4572-A6E5-E97F80E47661}"/>
              </a:ext>
            </a:extLst>
          </p:cNvPr>
          <p:cNvSpPr>
            <a:spLocks noGrp="1"/>
          </p:cNvSpPr>
          <p:nvPr>
            <p:ph type="subTitle" idx="1"/>
          </p:nvPr>
        </p:nvSpPr>
        <p:spPr>
          <a:xfrm>
            <a:off x="2057400" y="4114800"/>
            <a:ext cx="8115300" cy="2057400"/>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04DE7C-68AB-403D-B9D8-7398C292C6DA}"/>
              </a:ext>
            </a:extLst>
          </p:cNvPr>
          <p:cNvSpPr>
            <a:spLocks noGrp="1"/>
          </p:cNvSpPr>
          <p:nvPr>
            <p:ph type="dt" sz="half" idx="10"/>
          </p:nvPr>
        </p:nvSpPr>
        <p:spPr/>
        <p:txBody>
          <a:bodyPr/>
          <a:lstStyle/>
          <a:p>
            <a:fld id="{3A935508-BF42-4E4F-A7EE-D79701881531}" type="datetime1">
              <a:rPr lang="en-US" smtClean="0"/>
              <a:t>3/31/25</a:t>
            </a:fld>
            <a:endParaRPr lang="en-US"/>
          </a:p>
        </p:txBody>
      </p:sp>
      <p:sp>
        <p:nvSpPr>
          <p:cNvPr id="5" name="Footer Placeholder 4">
            <a:extLst>
              <a:ext uri="{FF2B5EF4-FFF2-40B4-BE49-F238E27FC236}">
                <a16:creationId xmlns:a16="http://schemas.microsoft.com/office/drawing/2014/main" id="{51003E50-6613-4D86-AA22-43B14E7279E9}"/>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3069AB5-A56D-471F-9236-EFA981E2EA03}"/>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130185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B412-EBAB-4569-B3D9-6B346BF837B2}"/>
              </a:ext>
            </a:extLst>
          </p:cNvPr>
          <p:cNvSpPr>
            <a:spLocks noGrp="1"/>
          </p:cNvSpPr>
          <p:nvPr>
            <p:ph type="title"/>
          </p:nvPr>
        </p:nvSpPr>
        <p:spPr>
          <a:xfrm>
            <a:off x="1371600" y="685800"/>
            <a:ext cx="9486900" cy="1371600"/>
          </a:xfrm>
        </p:spPr>
        <p:txBody>
          <a:bodyPr>
            <a:normAutofit/>
          </a:bodyPr>
          <a:lstStyle>
            <a:lvl1pPr algn="l">
              <a:defRPr sz="3200" cap="all" spc="300" baseline="0"/>
            </a:lvl1pPr>
          </a:lstStyle>
          <a:p>
            <a:r>
              <a:rPr lang="en-US"/>
              <a:t>Click to edit Master title style</a:t>
            </a:r>
          </a:p>
        </p:txBody>
      </p:sp>
      <p:sp>
        <p:nvSpPr>
          <p:cNvPr id="3" name="Content Placeholder 2">
            <a:extLst>
              <a:ext uri="{FF2B5EF4-FFF2-40B4-BE49-F238E27FC236}">
                <a16:creationId xmlns:a16="http://schemas.microsoft.com/office/drawing/2014/main" id="{95E7C8AE-B0F4-404F-BCAD-A14C18E50D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AA9CAD-DAFB-4DE3-9C41-7FD03EA8D8DD}"/>
              </a:ext>
            </a:extLst>
          </p:cNvPr>
          <p:cNvSpPr>
            <a:spLocks noGrp="1"/>
          </p:cNvSpPr>
          <p:nvPr>
            <p:ph type="dt" sz="half" idx="10"/>
          </p:nvPr>
        </p:nvSpPr>
        <p:spPr/>
        <p:txBody>
          <a:bodyPr/>
          <a:lstStyle/>
          <a:p>
            <a:fld id="{0EFAAA6B-B49D-B94D-A037-E7ADEAA00C6C}" type="datetime1">
              <a:rPr lang="en-US" smtClean="0"/>
              <a:t>3/31/25</a:t>
            </a:fld>
            <a:endParaRPr lang="en-US"/>
          </a:p>
        </p:txBody>
      </p:sp>
      <p:sp>
        <p:nvSpPr>
          <p:cNvPr id="5" name="Footer Placeholder 4">
            <a:extLst>
              <a:ext uri="{FF2B5EF4-FFF2-40B4-BE49-F238E27FC236}">
                <a16:creationId xmlns:a16="http://schemas.microsoft.com/office/drawing/2014/main" id="{8FCE3137-8136-46C5-AC2F-49E5F55E4C7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F1AB6EF-A0B1-4706-AE44-253A6B182D48}"/>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473595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2F68-BF19-468D-B422-54B6D189FA58}"/>
              </a:ext>
            </a:extLst>
          </p:cNvPr>
          <p:cNvSpPr>
            <a:spLocks noGrp="1"/>
          </p:cNvSpPr>
          <p:nvPr>
            <p:ph type="title"/>
          </p:nvPr>
        </p:nvSpPr>
        <p:spPr>
          <a:xfrm>
            <a:off x="831850" y="1709738"/>
            <a:ext cx="10515600" cy="2774071"/>
          </a:xfrm>
        </p:spPr>
        <p:txBody>
          <a:bodyPr anchor="b">
            <a:normAutofit/>
          </a:bodyPr>
          <a:lstStyle>
            <a:lvl1pPr algn="ctr">
              <a:defRPr sz="5400"/>
            </a:lvl1pPr>
          </a:lstStyle>
          <a:p>
            <a:r>
              <a:rPr lang="en-US"/>
              <a:t>Click to edit Master title style</a:t>
            </a:r>
          </a:p>
        </p:txBody>
      </p:sp>
      <p:sp>
        <p:nvSpPr>
          <p:cNvPr id="3" name="Text Placeholder 2">
            <a:extLst>
              <a:ext uri="{FF2B5EF4-FFF2-40B4-BE49-F238E27FC236}">
                <a16:creationId xmlns:a16="http://schemas.microsoft.com/office/drawing/2014/main" id="{7BCBF7D7-84D4-4A39-B44E-9B029EEB1FE8}"/>
              </a:ext>
            </a:extLst>
          </p:cNvPr>
          <p:cNvSpPr>
            <a:spLocks noGrp="1"/>
          </p:cNvSpPr>
          <p:nvPr>
            <p:ph type="body" idx="1"/>
          </p:nvPr>
        </p:nvSpPr>
        <p:spPr>
          <a:xfrm>
            <a:off x="831850" y="4641624"/>
            <a:ext cx="10515600" cy="1448026"/>
          </a:xfrm>
        </p:spPr>
        <p:txBody>
          <a:bodyPr/>
          <a:lstStyle>
            <a:lvl1pPr marL="0" indent="0" algn="ctr">
              <a:buNone/>
              <a:defRPr sz="2400" i="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E29709-D243-41E8-89FA-62FA7AEB52E1}"/>
              </a:ext>
            </a:extLst>
          </p:cNvPr>
          <p:cNvSpPr>
            <a:spLocks noGrp="1"/>
          </p:cNvSpPr>
          <p:nvPr>
            <p:ph type="dt" sz="half" idx="10"/>
          </p:nvPr>
        </p:nvSpPr>
        <p:spPr/>
        <p:txBody>
          <a:bodyPr/>
          <a:lstStyle/>
          <a:p>
            <a:fld id="{111C299F-FB91-3C47-B9A4-4ECEDB90D4F5}" type="datetime1">
              <a:rPr lang="en-US" smtClean="0"/>
              <a:t>3/31/25</a:t>
            </a:fld>
            <a:endParaRPr lang="en-US"/>
          </a:p>
        </p:txBody>
      </p:sp>
      <p:sp>
        <p:nvSpPr>
          <p:cNvPr id="5" name="Footer Placeholder 4">
            <a:extLst>
              <a:ext uri="{FF2B5EF4-FFF2-40B4-BE49-F238E27FC236}">
                <a16:creationId xmlns:a16="http://schemas.microsoft.com/office/drawing/2014/main" id="{5AAB99C0-DC2A-4133-A10D-D43A1E05BB1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8122EFD-A17E-47F5-8AC9-EFD6D813DBE7}"/>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40334771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668D-BFBE-4765-A294-8303931B57C9}"/>
              </a:ext>
            </a:extLst>
          </p:cNvPr>
          <p:cNvSpPr>
            <a:spLocks noGrp="1"/>
          </p:cNvSpPr>
          <p:nvPr>
            <p:ph type="title"/>
          </p:nvPr>
        </p:nvSpPr>
        <p:spPr>
          <a:xfrm>
            <a:off x="1346071" y="566278"/>
            <a:ext cx="9512429" cy="965458"/>
          </a:xfrm>
        </p:spPr>
        <p:txBody>
          <a:bodyPr/>
          <a:lstStyle>
            <a:lvl1pPr algn="ctr">
              <a:defRPr cap="all" spc="300" baseline="0"/>
            </a:lvl1pPr>
          </a:lstStyle>
          <a:p>
            <a:r>
              <a:rPr lang="en-US"/>
              <a:t>Click to edit Master title style</a:t>
            </a:r>
          </a:p>
        </p:txBody>
      </p:sp>
      <p:sp>
        <p:nvSpPr>
          <p:cNvPr id="3" name="Content Placeholder 2">
            <a:extLst>
              <a:ext uri="{FF2B5EF4-FFF2-40B4-BE49-F238E27FC236}">
                <a16:creationId xmlns:a16="http://schemas.microsoft.com/office/drawing/2014/main" id="{61B3C212-F55F-4D0D-BFA7-F00A33CAA196}"/>
              </a:ext>
            </a:extLst>
          </p:cNvPr>
          <p:cNvSpPr>
            <a:spLocks noGrp="1"/>
          </p:cNvSpPr>
          <p:nvPr>
            <p:ph sz="half" idx="1"/>
          </p:nvPr>
        </p:nvSpPr>
        <p:spPr>
          <a:xfrm>
            <a:off x="909758" y="2057400"/>
            <a:ext cx="5031521"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54BDD7-2575-4E82-887D-DCAF9EB15924}"/>
              </a:ext>
            </a:extLst>
          </p:cNvPr>
          <p:cNvSpPr>
            <a:spLocks noGrp="1"/>
          </p:cNvSpPr>
          <p:nvPr>
            <p:ph sz="half" idx="2"/>
          </p:nvPr>
        </p:nvSpPr>
        <p:spPr>
          <a:xfrm>
            <a:off x="6265408" y="2057401"/>
            <a:ext cx="5016834" cy="4119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CAECC8-3C3A-4A5D-AB7A-1F99E5023D3F}"/>
              </a:ext>
            </a:extLst>
          </p:cNvPr>
          <p:cNvSpPr>
            <a:spLocks noGrp="1"/>
          </p:cNvSpPr>
          <p:nvPr>
            <p:ph type="dt" sz="half" idx="10"/>
          </p:nvPr>
        </p:nvSpPr>
        <p:spPr/>
        <p:txBody>
          <a:bodyPr/>
          <a:lstStyle/>
          <a:p>
            <a:fld id="{3C0F0DE7-1A11-EB41-8F07-3901EC55C997}" type="datetime1">
              <a:rPr lang="en-US" smtClean="0"/>
              <a:t>3/31/25</a:t>
            </a:fld>
            <a:endParaRPr lang="en-US"/>
          </a:p>
        </p:txBody>
      </p:sp>
      <p:sp>
        <p:nvSpPr>
          <p:cNvPr id="6" name="Footer Placeholder 5">
            <a:extLst>
              <a:ext uri="{FF2B5EF4-FFF2-40B4-BE49-F238E27FC236}">
                <a16:creationId xmlns:a16="http://schemas.microsoft.com/office/drawing/2014/main" id="{4447609B-ACA4-4323-9340-C7DB166D7A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7409EA3-C5C7-4AC6-956A-DB9A3B4F314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79816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CDE0-7431-4F05-AA47-F10EB46C9608}"/>
              </a:ext>
            </a:extLst>
          </p:cNvPr>
          <p:cNvSpPr>
            <a:spLocks noGrp="1"/>
          </p:cNvSpPr>
          <p:nvPr>
            <p:ph type="title"/>
          </p:nvPr>
        </p:nvSpPr>
        <p:spPr>
          <a:xfrm>
            <a:off x="839788" y="365126"/>
            <a:ext cx="10276552" cy="1149350"/>
          </a:xfrm>
        </p:spPr>
        <p:txBody>
          <a:bodyPr>
            <a:normAutofit/>
          </a:bodyPr>
          <a:lstStyle>
            <a:lvl1pPr algn="ctr">
              <a:defRPr sz="3200" cap="all" spc="300" baseline="0"/>
            </a:lvl1pPr>
          </a:lstStyle>
          <a:p>
            <a:r>
              <a:rPr lang="en-US"/>
              <a:t>Click to edit Master title style</a:t>
            </a:r>
          </a:p>
        </p:txBody>
      </p:sp>
      <p:sp>
        <p:nvSpPr>
          <p:cNvPr id="3" name="Text Placeholder 2">
            <a:extLst>
              <a:ext uri="{FF2B5EF4-FFF2-40B4-BE49-F238E27FC236}">
                <a16:creationId xmlns:a16="http://schemas.microsoft.com/office/drawing/2014/main" id="{06D9FFA7-D3EA-4CB8-A471-94235AD62592}"/>
              </a:ext>
            </a:extLst>
          </p:cNvPr>
          <p:cNvSpPr>
            <a:spLocks noGrp="1"/>
          </p:cNvSpPr>
          <p:nvPr>
            <p:ph type="body" idx="1"/>
          </p:nvPr>
        </p:nvSpPr>
        <p:spPr>
          <a:xfrm>
            <a:off x="839788" y="1681163"/>
            <a:ext cx="5157787"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360D2-88E8-43C8-92D1-67AB23BBE2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C768F6-20A1-47A1-90FE-903135EEF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55EC1-268F-4324-A003-3608AA0D8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55C8E4-FCB8-4E06-9C43-0ACD949A73D4}"/>
              </a:ext>
            </a:extLst>
          </p:cNvPr>
          <p:cNvSpPr>
            <a:spLocks noGrp="1"/>
          </p:cNvSpPr>
          <p:nvPr>
            <p:ph type="dt" sz="half" idx="10"/>
          </p:nvPr>
        </p:nvSpPr>
        <p:spPr/>
        <p:txBody>
          <a:bodyPr/>
          <a:lstStyle/>
          <a:p>
            <a:fld id="{F8F34942-F787-BE40-AB84-2C9338E480A8}" type="datetime1">
              <a:rPr lang="en-US" smtClean="0"/>
              <a:t>3/31/25</a:t>
            </a:fld>
            <a:endParaRPr lang="en-US"/>
          </a:p>
        </p:txBody>
      </p:sp>
      <p:sp>
        <p:nvSpPr>
          <p:cNvPr id="8" name="Footer Placeholder 7">
            <a:extLst>
              <a:ext uri="{FF2B5EF4-FFF2-40B4-BE49-F238E27FC236}">
                <a16:creationId xmlns:a16="http://schemas.microsoft.com/office/drawing/2014/main" id="{8B01C005-C973-4D82-942A-334F1D431A04}"/>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AFB6186-6570-4DE8-8603-70B0A51DFE9C}"/>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640580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ADD3-88C8-4B01-8CC6-808C0E41605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634E6A-1390-4101-B78E-7592313407D7}"/>
              </a:ext>
            </a:extLst>
          </p:cNvPr>
          <p:cNvSpPr>
            <a:spLocks noGrp="1"/>
          </p:cNvSpPr>
          <p:nvPr>
            <p:ph type="dt" sz="half" idx="10"/>
          </p:nvPr>
        </p:nvSpPr>
        <p:spPr/>
        <p:txBody>
          <a:bodyPr/>
          <a:lstStyle/>
          <a:p>
            <a:fld id="{B3572442-990B-D14E-9EAB-D0870FAEFA4D}" type="datetime1">
              <a:rPr lang="en-US" smtClean="0"/>
              <a:t>3/31/25</a:t>
            </a:fld>
            <a:endParaRPr lang="en-US"/>
          </a:p>
        </p:txBody>
      </p:sp>
      <p:sp>
        <p:nvSpPr>
          <p:cNvPr id="4" name="Footer Placeholder 3">
            <a:extLst>
              <a:ext uri="{FF2B5EF4-FFF2-40B4-BE49-F238E27FC236}">
                <a16:creationId xmlns:a16="http://schemas.microsoft.com/office/drawing/2014/main" id="{88BC7B90-4C99-4653-872A-3572A02DAE9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3B03516-4D31-49D2-9488-33C734A7A4F6}"/>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58486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D8488-CF25-431B-A87A-AAF141BD0BBB}"/>
              </a:ext>
            </a:extLst>
          </p:cNvPr>
          <p:cNvSpPr>
            <a:spLocks noGrp="1"/>
          </p:cNvSpPr>
          <p:nvPr>
            <p:ph type="dt" sz="half" idx="10"/>
          </p:nvPr>
        </p:nvSpPr>
        <p:spPr/>
        <p:txBody>
          <a:bodyPr/>
          <a:lstStyle/>
          <a:p>
            <a:fld id="{27856D54-CD68-0B45-8CA7-143A5C64F77F}" type="datetime1">
              <a:rPr lang="en-US" smtClean="0"/>
              <a:t>3/31/25</a:t>
            </a:fld>
            <a:endParaRPr lang="en-US"/>
          </a:p>
        </p:txBody>
      </p:sp>
      <p:sp>
        <p:nvSpPr>
          <p:cNvPr id="3" name="Footer Placeholder 2">
            <a:extLst>
              <a:ext uri="{FF2B5EF4-FFF2-40B4-BE49-F238E27FC236}">
                <a16:creationId xmlns:a16="http://schemas.microsoft.com/office/drawing/2014/main" id="{8A2F58E5-C92D-4C64-B867-0576B1EADD06}"/>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89216797-ABEC-4FE0-AFDE-36107B96710D}"/>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5290678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F2B0-990D-418E-9D10-2464E9866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81131-AFFD-4339-9F30-D408B5105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7C47F4-7968-4698-8BD3-A583099FA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2BC6F-3996-4B2B-B8F2-DD3A82CCF76B}"/>
              </a:ext>
            </a:extLst>
          </p:cNvPr>
          <p:cNvSpPr>
            <a:spLocks noGrp="1"/>
          </p:cNvSpPr>
          <p:nvPr>
            <p:ph type="dt" sz="half" idx="10"/>
          </p:nvPr>
        </p:nvSpPr>
        <p:spPr/>
        <p:txBody>
          <a:bodyPr/>
          <a:lstStyle/>
          <a:p>
            <a:fld id="{F9AE9304-60FC-D744-889A-3E6DC7D559CC}" type="datetime1">
              <a:rPr lang="en-US" smtClean="0"/>
              <a:t>3/31/25</a:t>
            </a:fld>
            <a:endParaRPr lang="en-US"/>
          </a:p>
        </p:txBody>
      </p:sp>
      <p:sp>
        <p:nvSpPr>
          <p:cNvPr id="6" name="Footer Placeholder 5">
            <a:extLst>
              <a:ext uri="{FF2B5EF4-FFF2-40B4-BE49-F238E27FC236}">
                <a16:creationId xmlns:a16="http://schemas.microsoft.com/office/drawing/2014/main" id="{EA832E66-581A-4CF2-A40A-4E24FAAC4AE4}"/>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83B1C89-C625-4618-81A2-FB34E4DA071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9213162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486F-443A-4F2D-AB1F-8B1F4C4DE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A21213-E7FB-406A-B8CD-735AAC7AD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4F41A03-500E-49F7-8D99-A1EAFE4D3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1523D-69E9-4EAE-A610-B3A237B75842}"/>
              </a:ext>
            </a:extLst>
          </p:cNvPr>
          <p:cNvSpPr>
            <a:spLocks noGrp="1"/>
          </p:cNvSpPr>
          <p:nvPr>
            <p:ph type="dt" sz="half" idx="10"/>
          </p:nvPr>
        </p:nvSpPr>
        <p:spPr/>
        <p:txBody>
          <a:bodyPr/>
          <a:lstStyle/>
          <a:p>
            <a:fld id="{D6ED6226-F197-6445-8C80-AD749898C7A3}" type="datetime1">
              <a:rPr lang="en-US" smtClean="0"/>
              <a:t>3/31/25</a:t>
            </a:fld>
            <a:endParaRPr lang="en-US"/>
          </a:p>
        </p:txBody>
      </p:sp>
      <p:sp>
        <p:nvSpPr>
          <p:cNvPr id="6" name="Footer Placeholder 5">
            <a:extLst>
              <a:ext uri="{FF2B5EF4-FFF2-40B4-BE49-F238E27FC236}">
                <a16:creationId xmlns:a16="http://schemas.microsoft.com/office/drawing/2014/main" id="{4EDB852F-4134-4AB5-BA87-483B1E1ADD2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34C5CB-918E-4A09-8222-D36E37B63C0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796222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744C-12E6-455B-B646-2EA92DE0E9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D71C4D-C062-4EEE-9A9A-31ADCC5C8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44DC97-C26E-407A-9E29-68C52D547BDA}"/>
              </a:ext>
            </a:extLst>
          </p:cNvPr>
          <p:cNvSpPr>
            <a:spLocks noGrp="1"/>
          </p:cNvSpPr>
          <p:nvPr>
            <p:ph type="dt" sz="half" idx="10"/>
          </p:nvPr>
        </p:nvSpPr>
        <p:spPr/>
        <p:txBody>
          <a:bodyPr/>
          <a:lstStyle/>
          <a:p>
            <a:fld id="{1E62E30E-FA65-A949-98F3-D0AAEF3BD16B}" type="datetime1">
              <a:rPr lang="en-US" smtClean="0"/>
              <a:t>3/31/25</a:t>
            </a:fld>
            <a:endParaRPr lang="en-US"/>
          </a:p>
        </p:txBody>
      </p:sp>
      <p:sp>
        <p:nvSpPr>
          <p:cNvPr id="5" name="Footer Placeholder 4">
            <a:extLst>
              <a:ext uri="{FF2B5EF4-FFF2-40B4-BE49-F238E27FC236}">
                <a16:creationId xmlns:a16="http://schemas.microsoft.com/office/drawing/2014/main" id="{E72E9353-B771-47FF-975E-72337414E0E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EA5A858-B8B2-4364-A7D0-B2E8FAE0ADD4}"/>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4618679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A6BABE-D80C-4F54-A03C-E1F9EBCA83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285191-EF5B-48BE-AB5D-B7BA4C3D09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A387A-1231-4FE3-8574-D4331A3432D2}"/>
              </a:ext>
            </a:extLst>
          </p:cNvPr>
          <p:cNvSpPr>
            <a:spLocks noGrp="1"/>
          </p:cNvSpPr>
          <p:nvPr>
            <p:ph type="dt" sz="half" idx="10"/>
          </p:nvPr>
        </p:nvSpPr>
        <p:spPr/>
        <p:txBody>
          <a:bodyPr/>
          <a:lstStyle/>
          <a:p>
            <a:fld id="{E18A52EC-88F8-5A49-AF8D-F7A6B9B5CC53}" type="datetime1">
              <a:rPr lang="en-US" smtClean="0"/>
              <a:t>3/31/25</a:t>
            </a:fld>
            <a:endParaRPr lang="en-US"/>
          </a:p>
        </p:txBody>
      </p:sp>
      <p:sp>
        <p:nvSpPr>
          <p:cNvPr id="5" name="Footer Placeholder 4">
            <a:extLst>
              <a:ext uri="{FF2B5EF4-FFF2-40B4-BE49-F238E27FC236}">
                <a16:creationId xmlns:a16="http://schemas.microsoft.com/office/drawing/2014/main" id="{02F21559-4901-4AD3-ABE7-DF02354573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D8F6C18E-B751-4E7B-9CD8-1BF44DAB80F4}"/>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30440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AA0686-7BAC-45C0-BA30-0D0CBCE5CE63}"/>
              </a:ext>
            </a:extLst>
          </p:cNvPr>
          <p:cNvSpPr>
            <a:spLocks noGrp="1"/>
          </p:cNvSpPr>
          <p:nvPr>
            <p:ph type="title"/>
          </p:nvPr>
        </p:nvSpPr>
        <p:spPr>
          <a:xfrm>
            <a:off x="1371600" y="685800"/>
            <a:ext cx="9486900" cy="13716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334202DE-82CD-407D-8C68-174B0CBB57F7}"/>
              </a:ext>
            </a:extLst>
          </p:cNvPr>
          <p:cNvSpPr>
            <a:spLocks noGrp="1"/>
          </p:cNvSpPr>
          <p:nvPr>
            <p:ph type="body" idx="1"/>
          </p:nvPr>
        </p:nvSpPr>
        <p:spPr>
          <a:xfrm>
            <a:off x="1371599" y="2254103"/>
            <a:ext cx="9486901" cy="39180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4AC9D-6E1B-46D3-959F-A068A1EDBDBA}"/>
              </a:ext>
            </a:extLst>
          </p:cNvPr>
          <p:cNvSpPr>
            <a:spLocks noGrp="1"/>
          </p:cNvSpPr>
          <p:nvPr>
            <p:ph type="dt" sz="half" idx="2"/>
          </p:nvPr>
        </p:nvSpPr>
        <p:spPr>
          <a:xfrm rot="5400000">
            <a:off x="9800022" y="3223751"/>
            <a:ext cx="4114801"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fld id="{ABCB13AC-3411-4A4E-8653-57148B29BCE6}" type="datetime1">
              <a:rPr lang="en-US" smtClean="0"/>
              <a:t>3/31/25</a:t>
            </a:fld>
            <a:endParaRPr lang="en-US"/>
          </a:p>
        </p:txBody>
      </p:sp>
      <p:sp>
        <p:nvSpPr>
          <p:cNvPr id="5" name="Footer Placeholder 4">
            <a:extLst>
              <a:ext uri="{FF2B5EF4-FFF2-40B4-BE49-F238E27FC236}">
                <a16:creationId xmlns:a16="http://schemas.microsoft.com/office/drawing/2014/main" id="{A5FC0015-9EFB-40F8-BC00-AC2483D60905}"/>
              </a:ext>
            </a:extLst>
          </p:cNvPr>
          <p:cNvSpPr>
            <a:spLocks noGrp="1"/>
          </p:cNvSpPr>
          <p:nvPr>
            <p:ph type="ftr" sz="quarter" idx="3"/>
          </p:nvPr>
        </p:nvSpPr>
        <p:spPr>
          <a:xfrm rot="5400000">
            <a:off x="-1708136" y="3223750"/>
            <a:ext cx="4114800"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E572C732-0E3E-49E0-A72E-D4C08CB4455A}"/>
              </a:ext>
            </a:extLst>
          </p:cNvPr>
          <p:cNvSpPr>
            <a:spLocks noGrp="1"/>
          </p:cNvSpPr>
          <p:nvPr>
            <p:ph type="sldNum" sz="quarter" idx="4"/>
          </p:nvPr>
        </p:nvSpPr>
        <p:spPr>
          <a:xfrm>
            <a:off x="11116340" y="6356350"/>
            <a:ext cx="871868" cy="365125"/>
          </a:xfrm>
          <a:prstGeom prst="rect">
            <a:avLst/>
          </a:prstGeom>
        </p:spPr>
        <p:txBody>
          <a:bodyPr vert="horz" lIns="91440" tIns="45720" rIns="91440" bIns="45720" rtlCol="0" anchor="ctr"/>
          <a:lstStyle>
            <a:lvl1pPr algn="r">
              <a:defRPr sz="900" spc="300">
                <a:solidFill>
                  <a:schemeClr val="tx2">
                    <a:lumMod val="75000"/>
                    <a:lumOff val="25000"/>
                  </a:schemeClr>
                </a:solidFill>
                <a:latin typeface="+mn-lt"/>
              </a:defRPr>
            </a:lvl1pPr>
          </a:lstStyle>
          <a:p>
            <a:fld id="{F8E28480-1C08-4458-AD97-0283E6FFD09D}" type="slidenum">
              <a:rPr lang="en-US" smtClean="0"/>
              <a:pPr/>
              <a:t>‹#›</a:t>
            </a:fld>
            <a:endParaRPr lang="en-US"/>
          </a:p>
        </p:txBody>
      </p:sp>
    </p:spTree>
    <p:extLst>
      <p:ext uri="{BB962C8B-B14F-4D97-AF65-F5344CB8AC3E}">
        <p14:creationId xmlns:p14="http://schemas.microsoft.com/office/powerpoint/2010/main" val="2059781669"/>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7" r:id="rId6"/>
    <p:sldLayoutId id="2147483732" r:id="rId7"/>
    <p:sldLayoutId id="2147483733" r:id="rId8"/>
    <p:sldLayoutId id="2147483734" r:id="rId9"/>
    <p:sldLayoutId id="2147483736" r:id="rId10"/>
    <p:sldLayoutId id="2147483735" r:id="rId11"/>
  </p:sldLayoutIdLst>
  <p:hf sldNum="0" hdr="0" ftr="0" dt="0"/>
  <p:txStyles>
    <p:titleStyle>
      <a:lvl1pPr algn="l" defTabSz="91440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61FB7DE9-F562-4290-99B7-8C2189D6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8337CC61-9E93-4D80-9F1C-12CE9A0C0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B354F8A8-7D5A-4944-8B6C-36BBF5C0FA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3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600D9E-222E-1788-0E45-E9F43C933E8D}"/>
              </a:ext>
            </a:extLst>
          </p:cNvPr>
          <p:cNvSpPr>
            <a:spLocks noGrp="1"/>
          </p:cNvSpPr>
          <p:nvPr>
            <p:ph type="ctrTitle"/>
          </p:nvPr>
        </p:nvSpPr>
        <p:spPr>
          <a:xfrm>
            <a:off x="2057400" y="3687878"/>
            <a:ext cx="8115299" cy="1265404"/>
          </a:xfrm>
        </p:spPr>
        <p:txBody>
          <a:bodyPr>
            <a:normAutofit/>
          </a:bodyPr>
          <a:lstStyle/>
          <a:p>
            <a:r>
              <a:rPr lang="en-US"/>
              <a:t>Knuth–Morris–Pratt</a:t>
            </a:r>
            <a:br>
              <a:rPr lang="en-US"/>
            </a:br>
            <a:r>
              <a:rPr lang="en-US"/>
              <a:t> and </a:t>
            </a:r>
            <a:r>
              <a:rPr lang="en-US" err="1"/>
              <a:t>Aho</a:t>
            </a:r>
            <a:r>
              <a:rPr lang="en-US"/>
              <a:t>–</a:t>
            </a:r>
            <a:r>
              <a:rPr lang="en-US" err="1"/>
              <a:t>Corasick</a:t>
            </a:r>
            <a:endParaRPr lang="en-VN"/>
          </a:p>
        </p:txBody>
      </p:sp>
      <p:sp>
        <p:nvSpPr>
          <p:cNvPr id="3" name="Subtitle 2">
            <a:extLst>
              <a:ext uri="{FF2B5EF4-FFF2-40B4-BE49-F238E27FC236}">
                <a16:creationId xmlns:a16="http://schemas.microsoft.com/office/drawing/2014/main" id="{BBDE6BB8-76EF-A6F9-312C-CB7940F7D1E6}"/>
              </a:ext>
            </a:extLst>
          </p:cNvPr>
          <p:cNvSpPr>
            <a:spLocks noGrp="1"/>
          </p:cNvSpPr>
          <p:nvPr>
            <p:ph type="subTitle" idx="1"/>
          </p:nvPr>
        </p:nvSpPr>
        <p:spPr>
          <a:xfrm>
            <a:off x="2743200" y="4953282"/>
            <a:ext cx="6781800" cy="761118"/>
          </a:xfrm>
        </p:spPr>
        <p:txBody>
          <a:bodyPr>
            <a:normAutofit/>
          </a:bodyPr>
          <a:lstStyle/>
          <a:p>
            <a:pPr>
              <a:lnSpc>
                <a:spcPct val="90000"/>
              </a:lnSpc>
            </a:pPr>
            <a:endParaRPr lang="en-VN" sz="1900"/>
          </a:p>
        </p:txBody>
      </p:sp>
      <p:pic>
        <p:nvPicPr>
          <p:cNvPr id="5" name="Picture 4" descr="A blue and white logo&#10;&#10;Description automatically generated">
            <a:extLst>
              <a:ext uri="{FF2B5EF4-FFF2-40B4-BE49-F238E27FC236}">
                <a16:creationId xmlns:a16="http://schemas.microsoft.com/office/drawing/2014/main" id="{7A7ADE8F-CAF2-4539-C374-81379B601B79}"/>
              </a:ext>
            </a:extLst>
          </p:cNvPr>
          <p:cNvPicPr>
            <a:picLocks noChangeAspect="1"/>
          </p:cNvPicPr>
          <p:nvPr/>
        </p:nvPicPr>
        <p:blipFill>
          <a:blip r:embed="rId2"/>
          <a:srcRect r="3" b="3"/>
          <a:stretch/>
        </p:blipFill>
        <p:spPr>
          <a:xfrm>
            <a:off x="4984136" y="1143600"/>
            <a:ext cx="2223727" cy="2223727"/>
          </a:xfrm>
          <a:prstGeom prst="rect">
            <a:avLst/>
          </a:prstGeom>
        </p:spPr>
      </p:pic>
    </p:spTree>
    <p:extLst>
      <p:ext uri="{BB962C8B-B14F-4D97-AF65-F5344CB8AC3E}">
        <p14:creationId xmlns:p14="http://schemas.microsoft.com/office/powerpoint/2010/main" val="1917106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24433B-AB1E-60C9-DC50-E3F3C4146788}"/>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36A9A943-04D2-4F54-9375-AF67542980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BA7CAF-5EE9-4EEE-9E12-B2CECCB94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0" y="1371601"/>
            <a:ext cx="9486900" cy="4162612"/>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5702DB-125D-DE58-D145-E182539C5632}"/>
              </a:ext>
            </a:extLst>
          </p:cNvPr>
          <p:cNvSpPr>
            <a:spLocks noGrp="1"/>
          </p:cNvSpPr>
          <p:nvPr>
            <p:ph type="title"/>
          </p:nvPr>
        </p:nvSpPr>
        <p:spPr>
          <a:xfrm>
            <a:off x="2057400" y="2057400"/>
            <a:ext cx="8115300" cy="1713216"/>
          </a:xfrm>
        </p:spPr>
        <p:txBody>
          <a:bodyPr vert="horz" lIns="91440" tIns="45720" rIns="91440" bIns="45720" rtlCol="0" anchor="b">
            <a:normAutofit/>
          </a:bodyPr>
          <a:lstStyle/>
          <a:p>
            <a:pPr algn="ctr"/>
            <a:r>
              <a:rPr lang="en-US" sz="3600" kern="1200" cap="all" spc="300" baseline="0">
                <a:solidFill>
                  <a:schemeClr val="bg2"/>
                </a:solidFill>
                <a:latin typeface="+mj-lt"/>
                <a:ea typeface="+mj-ea"/>
                <a:cs typeface="+mj-cs"/>
              </a:rPr>
              <a:t>Knuth – Morris – Pratt (KMP)</a:t>
            </a:r>
          </a:p>
        </p:txBody>
      </p:sp>
      <p:pic>
        <p:nvPicPr>
          <p:cNvPr id="3" name="Picture 2" descr="A blue and white logo&#10;&#10;Description automatically generated">
            <a:extLst>
              <a:ext uri="{FF2B5EF4-FFF2-40B4-BE49-F238E27FC236}">
                <a16:creationId xmlns:a16="http://schemas.microsoft.com/office/drawing/2014/main" id="{B39C916C-FB2E-5221-A93D-8BA94BFE8E0B}"/>
              </a:ext>
            </a:extLst>
          </p:cNvPr>
          <p:cNvPicPr>
            <a:picLocks noChangeAspect="1"/>
          </p:cNvPicPr>
          <p:nvPr/>
        </p:nvPicPr>
        <p:blipFill>
          <a:blip r:embed="rId2"/>
          <a:srcRect r="3" b="3"/>
          <a:stretch/>
        </p:blipFill>
        <p:spPr>
          <a:xfrm>
            <a:off x="39914" y="23880"/>
            <a:ext cx="661921" cy="661921"/>
          </a:xfrm>
          <a:prstGeom prst="rect">
            <a:avLst/>
          </a:prstGeom>
        </p:spPr>
      </p:pic>
    </p:spTree>
    <p:extLst>
      <p:ext uri="{BB962C8B-B14F-4D97-AF65-F5344CB8AC3E}">
        <p14:creationId xmlns:p14="http://schemas.microsoft.com/office/powerpoint/2010/main" val="97227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9991FA-D93C-8A64-908C-49BD30AD1250}"/>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E22823-BC17-3419-0EF6-E9EC5EF1A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5424E3B3-E0B5-B967-9A8F-121E5AD8A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9024B3F4-BB1A-7C64-38C0-0C400113F6DD}"/>
              </a:ext>
            </a:extLst>
          </p:cNvPr>
          <p:cNvSpPr>
            <a:spLocks noGrp="1"/>
          </p:cNvSpPr>
          <p:nvPr>
            <p:ph type="title"/>
          </p:nvPr>
        </p:nvSpPr>
        <p:spPr>
          <a:xfrm>
            <a:off x="685800" y="1371600"/>
            <a:ext cx="2742028" cy="4114800"/>
          </a:xfrm>
        </p:spPr>
        <p:txBody>
          <a:bodyPr anchor="ctr">
            <a:normAutofit/>
          </a:bodyPr>
          <a:lstStyle/>
          <a:p>
            <a:pPr algn="ctr"/>
            <a:r>
              <a:rPr lang="en-US" sz="3000">
                <a:solidFill>
                  <a:schemeClr val="bg2"/>
                </a:solidFill>
              </a:rPr>
              <a:t>Definition</a:t>
            </a:r>
            <a:endParaRPr lang="vi-VN" sz="3000">
              <a:solidFill>
                <a:schemeClr val="bg2"/>
              </a:solidFill>
            </a:endParaRPr>
          </a:p>
        </p:txBody>
      </p:sp>
      <p:sp>
        <p:nvSpPr>
          <p:cNvPr id="12" name="Rectangle 11">
            <a:extLst>
              <a:ext uri="{FF2B5EF4-FFF2-40B4-BE49-F238E27FC236}">
                <a16:creationId xmlns:a16="http://schemas.microsoft.com/office/drawing/2014/main" id="{8032A84C-073C-EA68-8E39-ADAFD068BB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 name="Content Placeholder 2">
            <a:extLst>
              <a:ext uri="{FF2B5EF4-FFF2-40B4-BE49-F238E27FC236}">
                <a16:creationId xmlns:a16="http://schemas.microsoft.com/office/drawing/2014/main" id="{A9FCCE0B-61DC-50AF-E75E-73D64E0D88B0}"/>
              </a:ext>
            </a:extLst>
          </p:cNvPr>
          <p:cNvSpPr>
            <a:spLocks noGrp="1"/>
          </p:cNvSpPr>
          <p:nvPr>
            <p:ph idx="1"/>
          </p:nvPr>
        </p:nvSpPr>
        <p:spPr>
          <a:xfrm>
            <a:off x="5310963" y="1270591"/>
            <a:ext cx="5631357" cy="4364666"/>
          </a:xfrm>
        </p:spPr>
        <p:txBody>
          <a:bodyPr anchor="ctr">
            <a:normAutofit/>
          </a:bodyPr>
          <a:lstStyle/>
          <a:p>
            <a:r>
              <a:rPr lang="en-US" sz="2000"/>
              <a:t>Knuth – Morris – Pratt (or KMP) algorithm is a algorithm that use to solve string matching problems, which is searching occurrences of “word” within the main “text – string”</a:t>
            </a:r>
          </a:p>
          <a:p>
            <a:r>
              <a:rPr lang="en-US" sz="2000"/>
              <a:t>KMP consists of two following steps:</a:t>
            </a:r>
          </a:p>
          <a:p>
            <a:pPr marL="0" indent="0">
              <a:buNone/>
            </a:pPr>
            <a:r>
              <a:rPr lang="en-US" sz="2000"/>
              <a:t>	- Preprocessing</a:t>
            </a:r>
          </a:p>
          <a:p>
            <a:pPr marL="0" indent="0">
              <a:buNone/>
            </a:pPr>
            <a:r>
              <a:rPr lang="en-US" sz="2000"/>
              <a:t>	- Searching/Matching</a:t>
            </a:r>
          </a:p>
        </p:txBody>
      </p:sp>
      <p:pic>
        <p:nvPicPr>
          <p:cNvPr id="4" name="Picture 3" descr="A blue and white logo&#10;&#10;Description automatically generated">
            <a:extLst>
              <a:ext uri="{FF2B5EF4-FFF2-40B4-BE49-F238E27FC236}">
                <a16:creationId xmlns:a16="http://schemas.microsoft.com/office/drawing/2014/main" id="{C8647121-A64B-18C1-C4E2-4401AEB4DFBE}"/>
              </a:ext>
            </a:extLst>
          </p:cNvPr>
          <p:cNvPicPr>
            <a:picLocks noChangeAspect="1"/>
          </p:cNvPicPr>
          <p:nvPr/>
        </p:nvPicPr>
        <p:blipFill>
          <a:blip r:embed="rId2"/>
          <a:srcRect r="3" b="3"/>
          <a:stretch/>
        </p:blipFill>
        <p:spPr>
          <a:xfrm>
            <a:off x="4076701" y="0"/>
            <a:ext cx="577567" cy="577567"/>
          </a:xfrm>
          <a:prstGeom prst="rect">
            <a:avLst/>
          </a:prstGeom>
        </p:spPr>
      </p:pic>
    </p:spTree>
    <p:extLst>
      <p:ext uri="{BB962C8B-B14F-4D97-AF65-F5344CB8AC3E}">
        <p14:creationId xmlns:p14="http://schemas.microsoft.com/office/powerpoint/2010/main" val="38723247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3090EC-F739-FE8D-11CB-9AE0AAE120E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4708D56-8043-178E-4A54-A7A4B0009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25179F32-854B-ADFC-709B-AE511127A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3589C874-3C27-8285-6078-468EF9AF96FB}"/>
              </a:ext>
            </a:extLst>
          </p:cNvPr>
          <p:cNvSpPr>
            <a:spLocks noGrp="1"/>
          </p:cNvSpPr>
          <p:nvPr>
            <p:ph type="title"/>
          </p:nvPr>
        </p:nvSpPr>
        <p:spPr>
          <a:xfrm>
            <a:off x="685800" y="1371600"/>
            <a:ext cx="2742028" cy="4114800"/>
          </a:xfrm>
        </p:spPr>
        <p:txBody>
          <a:bodyPr anchor="ctr">
            <a:normAutofit/>
          </a:bodyPr>
          <a:lstStyle/>
          <a:p>
            <a:pPr algn="ctr"/>
            <a:r>
              <a:rPr lang="en-US">
                <a:solidFill>
                  <a:schemeClr val="bg2"/>
                </a:solidFill>
              </a:rPr>
              <a:t>PROBLEM</a:t>
            </a:r>
            <a:endParaRPr lang="vi-VN">
              <a:solidFill>
                <a:schemeClr val="bg2"/>
              </a:solidFill>
            </a:endParaRPr>
          </a:p>
        </p:txBody>
      </p:sp>
      <p:sp>
        <p:nvSpPr>
          <p:cNvPr id="14" name="Rectangle 13">
            <a:extLst>
              <a:ext uri="{FF2B5EF4-FFF2-40B4-BE49-F238E27FC236}">
                <a16:creationId xmlns:a16="http://schemas.microsoft.com/office/drawing/2014/main" id="{E8AA6497-8381-EC42-0B86-BD16DCBC0C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5" name="Content Placeholder 2">
            <a:extLst>
              <a:ext uri="{FF2B5EF4-FFF2-40B4-BE49-F238E27FC236}">
                <a16:creationId xmlns:a16="http://schemas.microsoft.com/office/drawing/2014/main" id="{F155E7B1-60A3-4E7E-62CA-25ED998ABAEB}"/>
              </a:ext>
            </a:extLst>
          </p:cNvPr>
          <p:cNvSpPr>
            <a:spLocks noGrp="1"/>
          </p:cNvSpPr>
          <p:nvPr>
            <p:ph idx="1"/>
          </p:nvPr>
        </p:nvSpPr>
        <p:spPr>
          <a:xfrm>
            <a:off x="5310963" y="1270591"/>
            <a:ext cx="5631357" cy="4364666"/>
          </a:xfrm>
        </p:spPr>
        <p:txBody>
          <a:bodyPr anchor="ctr">
            <a:normAutofit/>
          </a:bodyPr>
          <a:lstStyle/>
          <a:p>
            <a:r>
              <a:rPr lang="en-US" sz="2000"/>
              <a:t>Given a main string and a pattern string, check whether the pattern occurs in the main string?</a:t>
            </a:r>
          </a:p>
          <a:p>
            <a:endParaRPr lang="en-US" sz="2000"/>
          </a:p>
          <a:p>
            <a:r>
              <a:rPr lang="en-US" sz="2000"/>
              <a:t>For example:</a:t>
            </a:r>
          </a:p>
          <a:p>
            <a:pPr lvl="1"/>
            <a:r>
              <a:rPr lang="en-US" sz="1600"/>
              <a:t>The main string: “ABXABABABAA”</a:t>
            </a:r>
          </a:p>
          <a:p>
            <a:pPr lvl="1"/>
            <a:r>
              <a:rPr lang="en-US" sz="1600"/>
              <a:t>The word: “ABABAA"</a:t>
            </a:r>
          </a:p>
          <a:p>
            <a:pPr lvl="1"/>
            <a:r>
              <a:rPr lang="en-US" sz="1600"/>
              <a:t>YES, the pattern is occurs in the main string (from character 6</a:t>
            </a:r>
            <a:r>
              <a:rPr lang="en-US" sz="1600" baseline="30000"/>
              <a:t>th</a:t>
            </a:r>
            <a:r>
              <a:rPr lang="en-US" sz="1600"/>
              <a:t>).</a:t>
            </a:r>
          </a:p>
        </p:txBody>
      </p:sp>
      <p:pic>
        <p:nvPicPr>
          <p:cNvPr id="4" name="Picture 3" descr="A blue and white logo&#10;&#10;Description automatically generated">
            <a:extLst>
              <a:ext uri="{FF2B5EF4-FFF2-40B4-BE49-F238E27FC236}">
                <a16:creationId xmlns:a16="http://schemas.microsoft.com/office/drawing/2014/main" id="{1DDE69C1-0AEC-DC8A-ACDD-55E8CB4DDEB9}"/>
              </a:ext>
            </a:extLst>
          </p:cNvPr>
          <p:cNvPicPr>
            <a:picLocks noChangeAspect="1"/>
          </p:cNvPicPr>
          <p:nvPr/>
        </p:nvPicPr>
        <p:blipFill>
          <a:blip r:embed="rId2"/>
          <a:srcRect r="3" b="3"/>
          <a:stretch/>
        </p:blipFill>
        <p:spPr>
          <a:xfrm>
            <a:off x="4076701" y="0"/>
            <a:ext cx="577567" cy="577567"/>
          </a:xfrm>
          <a:prstGeom prst="rect">
            <a:avLst/>
          </a:prstGeom>
        </p:spPr>
      </p:pic>
    </p:spTree>
    <p:extLst>
      <p:ext uri="{BB962C8B-B14F-4D97-AF65-F5344CB8AC3E}">
        <p14:creationId xmlns:p14="http://schemas.microsoft.com/office/powerpoint/2010/main" val="1703935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481316-A2BE-7826-214A-1ACB834F3893}"/>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9316ADF-DF11-314D-5F53-89D399C17C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906B2A5B-8033-226B-5ADE-9E1F5D4A6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3C81FDF4-1723-EB28-7B7A-8ABDAA3C5155}"/>
              </a:ext>
            </a:extLst>
          </p:cNvPr>
          <p:cNvSpPr>
            <a:spLocks noGrp="1"/>
          </p:cNvSpPr>
          <p:nvPr>
            <p:ph type="title"/>
          </p:nvPr>
        </p:nvSpPr>
        <p:spPr>
          <a:xfrm>
            <a:off x="685800" y="1371600"/>
            <a:ext cx="2742028" cy="4114800"/>
          </a:xfrm>
        </p:spPr>
        <p:txBody>
          <a:bodyPr anchor="ctr">
            <a:normAutofit/>
          </a:bodyPr>
          <a:lstStyle/>
          <a:p>
            <a:pPr algn="ctr"/>
            <a:r>
              <a:rPr lang="en-US">
                <a:solidFill>
                  <a:schemeClr val="bg2"/>
                </a:solidFill>
              </a:rPr>
              <a:t>MAIN IDEA OF KMP</a:t>
            </a:r>
            <a:endParaRPr lang="vi-VN">
              <a:solidFill>
                <a:schemeClr val="bg2"/>
              </a:solidFill>
            </a:endParaRPr>
          </a:p>
        </p:txBody>
      </p:sp>
      <p:sp>
        <p:nvSpPr>
          <p:cNvPr id="14" name="Rectangle 13">
            <a:extLst>
              <a:ext uri="{FF2B5EF4-FFF2-40B4-BE49-F238E27FC236}">
                <a16:creationId xmlns:a16="http://schemas.microsoft.com/office/drawing/2014/main" id="{91F183DA-D175-DE79-CF51-C5ACF658E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5" name="Content Placeholder 2">
            <a:extLst>
              <a:ext uri="{FF2B5EF4-FFF2-40B4-BE49-F238E27FC236}">
                <a16:creationId xmlns:a16="http://schemas.microsoft.com/office/drawing/2014/main" id="{9B796D93-67DD-D6EB-5294-494DE046A032}"/>
              </a:ext>
            </a:extLst>
          </p:cNvPr>
          <p:cNvSpPr>
            <a:spLocks noGrp="1"/>
          </p:cNvSpPr>
          <p:nvPr>
            <p:ph idx="1"/>
          </p:nvPr>
        </p:nvSpPr>
        <p:spPr>
          <a:xfrm>
            <a:off x="5310963" y="1270591"/>
            <a:ext cx="5631357" cy="4364666"/>
          </a:xfrm>
        </p:spPr>
        <p:txBody>
          <a:bodyPr anchor="ctr">
            <a:normAutofit/>
          </a:bodyPr>
          <a:lstStyle/>
          <a:p>
            <a:r>
              <a:rPr lang="en-US" sz="1600" dirty="0"/>
              <a:t>The idea behind KMP is to extend a suffix ending at position </a:t>
            </a:r>
            <a:r>
              <a:rPr lang="en-US" sz="1600" dirty="0" err="1"/>
              <a:t>i</a:t>
            </a:r>
            <a:r>
              <a:rPr lang="en-US" sz="1600" dirty="0"/>
              <a:t> to a suffix ending at position i+1 while still matching the corresponding prefix, which improves efficiency by eliminating expensive string comparisons. </a:t>
            </a:r>
            <a:endParaRPr lang="en-US" sz="2000" dirty="0"/>
          </a:p>
        </p:txBody>
      </p:sp>
      <p:pic>
        <p:nvPicPr>
          <p:cNvPr id="4" name="Picture 3" descr="A blue and white logo&#10;&#10;Description automatically generated">
            <a:extLst>
              <a:ext uri="{FF2B5EF4-FFF2-40B4-BE49-F238E27FC236}">
                <a16:creationId xmlns:a16="http://schemas.microsoft.com/office/drawing/2014/main" id="{7C2567FD-AF8D-36A8-9C29-70B649308A7E}"/>
              </a:ext>
            </a:extLst>
          </p:cNvPr>
          <p:cNvPicPr>
            <a:picLocks noChangeAspect="1"/>
          </p:cNvPicPr>
          <p:nvPr/>
        </p:nvPicPr>
        <p:blipFill>
          <a:blip r:embed="rId2"/>
          <a:srcRect r="3" b="3"/>
          <a:stretch/>
        </p:blipFill>
        <p:spPr>
          <a:xfrm>
            <a:off x="4076701" y="0"/>
            <a:ext cx="577567" cy="577567"/>
          </a:xfrm>
          <a:prstGeom prst="rect">
            <a:avLst/>
          </a:prstGeom>
        </p:spPr>
      </p:pic>
    </p:spTree>
    <p:extLst>
      <p:ext uri="{BB962C8B-B14F-4D97-AF65-F5344CB8AC3E}">
        <p14:creationId xmlns:p14="http://schemas.microsoft.com/office/powerpoint/2010/main" val="1714631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2FD75-4D78-9EF9-9969-596FC721E3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7BD7A-6211-E2C3-6D90-DA1BA2190329}"/>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DEAB2963-9B91-9343-FA55-8D76740B9497}"/>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4CC9CC6E-757F-3A6F-CA27-D010579C2840}"/>
              </a:ext>
            </a:extLst>
          </p:cNvPr>
          <p:cNvSpPr/>
          <p:nvPr/>
        </p:nvSpPr>
        <p:spPr>
          <a:xfrm>
            <a:off x="2126202" y="321155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4C2068C8-B410-0498-54B5-6FFB5951602B}"/>
              </a:ext>
            </a:extLst>
          </p:cNvPr>
          <p:cNvSpPr/>
          <p:nvPr/>
        </p:nvSpPr>
        <p:spPr>
          <a:xfrm>
            <a:off x="2880804"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A54EA2CF-0A62-2ECA-B0CE-BA0CCB44F8B6}"/>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FE288612-2F3D-F992-D2EA-4F54049D5053}"/>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BDE6311B-D7F6-76CC-FF4F-09AD189E4098}"/>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AA04A6EB-F093-AD70-F05B-61E7E0F0758A}"/>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08C375F5-7212-FA9D-038E-2F0C16FED040}"/>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F892C9B1-9983-3398-1E4B-5DB05DDC9B27}"/>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32854C38-7E0F-0691-6093-011B6E095EE0}"/>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BC43680F-BEDE-A690-1FF9-D12967AD2148}"/>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121B8492-8063-F45F-67DC-A69F6C2A9A63}"/>
              </a:ext>
            </a:extLst>
          </p:cNvPr>
          <p:cNvSpPr/>
          <p:nvPr/>
        </p:nvSpPr>
        <p:spPr>
          <a:xfrm>
            <a:off x="1371600" y="49995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9DB8EDCF-7F82-687C-6FD5-9AC98FAE9DC4}"/>
              </a:ext>
            </a:extLst>
          </p:cNvPr>
          <p:cNvSpPr/>
          <p:nvPr/>
        </p:nvSpPr>
        <p:spPr>
          <a:xfrm>
            <a:off x="2126202" y="499877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BDD55A0C-2792-527A-9892-06D7881A8C0B}"/>
              </a:ext>
            </a:extLst>
          </p:cNvPr>
          <p:cNvSpPr/>
          <p:nvPr/>
        </p:nvSpPr>
        <p:spPr>
          <a:xfrm>
            <a:off x="2880804" y="499877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7C96AD57-78C3-2AAB-24EA-4809A27656AB}"/>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3839DEAB-2A13-C7DA-8FD1-74776BE94087}"/>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3AD4E6A0-7BBE-7BD8-F1EF-57D5F4D8D29F}"/>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C4930AA4-722F-4962-9D63-F2C303A674D5}"/>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E6A9D6E2-D02B-6931-D54D-7DC8E7FF4208}"/>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B02D0104-2AF5-102D-2CCD-2766E1DFE6C6}"/>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06471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F59B-C4AF-3B5A-DE9A-12E7B1AEB3C9}"/>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4436CF88-F68A-1EF1-C078-B1DCB4FA395A}"/>
              </a:ext>
            </a:extLst>
          </p:cNvPr>
          <p:cNvSpPr/>
          <p:nvPr/>
        </p:nvSpPr>
        <p:spPr>
          <a:xfrm>
            <a:off x="1371600" y="3211557"/>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A811ABF2-B90C-9B88-6BD4-14FBD4EE31DA}"/>
              </a:ext>
            </a:extLst>
          </p:cNvPr>
          <p:cNvSpPr/>
          <p:nvPr/>
        </p:nvSpPr>
        <p:spPr>
          <a:xfrm>
            <a:off x="2126202" y="321155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861BE80A-A13C-9D22-D41D-507133C1D54D}"/>
              </a:ext>
            </a:extLst>
          </p:cNvPr>
          <p:cNvSpPr/>
          <p:nvPr/>
        </p:nvSpPr>
        <p:spPr>
          <a:xfrm>
            <a:off x="2880804"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06CACFBD-A248-DD89-9E71-05F198067BAC}"/>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F155A3A4-84E8-FCA5-33F7-0AA3C7FE7B29}"/>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4401CF47-B3F4-7C3F-A35A-4ED5DBADFE0B}"/>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C6A06D79-D12C-115A-D015-1032B72EEE82}"/>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22790EE6-A239-0874-4C64-127640A6D731}"/>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BECA1BCF-12CA-7F19-1D01-8B53ED1F2195}"/>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21B3EF83-B825-F674-EAD8-A775CC745C58}"/>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15BCF39D-4335-9DA1-82CA-A1512B4BD87D}"/>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E6016BF0-578C-0DA4-3CF8-EB569AA02E2E}"/>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6993C564-904D-73B1-46B5-D933ECEC394F}"/>
              </a:ext>
            </a:extLst>
          </p:cNvPr>
          <p:cNvSpPr/>
          <p:nvPr/>
        </p:nvSpPr>
        <p:spPr>
          <a:xfrm>
            <a:off x="2126202" y="499877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E9B717D2-85E8-478E-E9F6-2BC358619A4B}"/>
              </a:ext>
            </a:extLst>
          </p:cNvPr>
          <p:cNvSpPr/>
          <p:nvPr/>
        </p:nvSpPr>
        <p:spPr>
          <a:xfrm>
            <a:off x="2880804" y="499877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74BD3369-DA46-C333-CF0C-772AA0D9F82A}"/>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0FF45486-B68A-04D4-DB56-F45EBE67A967}"/>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9ACCA3AA-02D5-CA37-0652-327884DCF7B0}"/>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419C0300-C926-A87E-684D-6EACC3751FC6}"/>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C7052243-5AEA-85EF-60E4-E6CA0D38A326}"/>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CAC19960-21EB-EECC-0187-A1802FF64D67}"/>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509708031"/>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38FDA-24D1-E2CB-2BE4-70AE97922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27C79C-229C-FE80-B633-FDC5A8770F32}"/>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59F4E9AE-6C51-0F22-68EA-DAD05148EBE3}"/>
              </a:ext>
            </a:extLst>
          </p:cNvPr>
          <p:cNvSpPr/>
          <p:nvPr/>
        </p:nvSpPr>
        <p:spPr>
          <a:xfrm>
            <a:off x="1371600" y="3211557"/>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0F67CC0B-5388-DE2F-E685-FBD473EE0FE8}"/>
              </a:ext>
            </a:extLst>
          </p:cNvPr>
          <p:cNvSpPr/>
          <p:nvPr/>
        </p:nvSpPr>
        <p:spPr>
          <a:xfrm>
            <a:off x="2126202" y="3211557"/>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A30B6110-D17E-4F5E-9DC1-BD93E21F0B47}"/>
              </a:ext>
            </a:extLst>
          </p:cNvPr>
          <p:cNvSpPr/>
          <p:nvPr/>
        </p:nvSpPr>
        <p:spPr>
          <a:xfrm>
            <a:off x="2880804"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7E9FC23A-2F67-1720-B21F-72AA886C901B}"/>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0D8B58BD-384C-84D9-7940-8004A99525CB}"/>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F8A85255-D1EE-12EE-4E1A-6989997A374E}"/>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5CDAB3BD-48CF-9F19-A5C3-66EA780B1C7F}"/>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9624A8B2-1FE9-1003-7A78-F45C66A9A397}"/>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20C2FFFD-F720-6ABB-5867-67B6513ECA7A}"/>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2ED6D24C-9E2F-4148-1133-1C067732AAB4}"/>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8D263A17-F13F-55A8-7633-3A48E10C59B9}"/>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B31D703B-431D-B620-3A26-3427E5FD911C}"/>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49B71E61-0EF3-32AD-D777-BFCFDD756E99}"/>
              </a:ext>
            </a:extLst>
          </p:cNvPr>
          <p:cNvSpPr/>
          <p:nvPr/>
        </p:nvSpPr>
        <p:spPr>
          <a:xfrm>
            <a:off x="2126202"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BB60FD0C-59C0-8FBC-D58F-BD26C33DCB1B}"/>
              </a:ext>
            </a:extLst>
          </p:cNvPr>
          <p:cNvSpPr/>
          <p:nvPr/>
        </p:nvSpPr>
        <p:spPr>
          <a:xfrm>
            <a:off x="2880804" y="499877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38793C01-9BE2-2C43-0C04-8070641D2FBC}"/>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785E67ED-195C-9D94-C77E-8FC683DF0448}"/>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1A082E1F-9A5E-D232-48F6-EB469881FA14}"/>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1499357A-B4F1-22FB-B1ED-EA65BD18F5D1}"/>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8191B4FC-50E1-DB67-2F28-0E4598B3989E}"/>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23" name="Picture 22" descr="A blue and white logo&#10;&#10;Description automatically generated">
            <a:extLst>
              <a:ext uri="{FF2B5EF4-FFF2-40B4-BE49-F238E27FC236}">
                <a16:creationId xmlns:a16="http://schemas.microsoft.com/office/drawing/2014/main" id="{5FE3F04D-FE5B-704E-55D9-E2384679778C}"/>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923901566"/>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8A8E4-E7DF-CF64-7CF5-4253396A47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F113DF-F1AA-D656-D0ED-AB65B7D4400D}"/>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A2A5275C-C48B-F538-1C30-4CB6AB86B409}"/>
              </a:ext>
            </a:extLst>
          </p:cNvPr>
          <p:cNvSpPr/>
          <p:nvPr/>
        </p:nvSpPr>
        <p:spPr>
          <a:xfrm>
            <a:off x="1371600" y="3211557"/>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2230E635-0206-55EC-45A3-16AEC8A8D79E}"/>
              </a:ext>
            </a:extLst>
          </p:cNvPr>
          <p:cNvSpPr/>
          <p:nvPr/>
        </p:nvSpPr>
        <p:spPr>
          <a:xfrm>
            <a:off x="2126202" y="3211557"/>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E7C4F3BF-9219-241B-44BD-BE96450E63D5}"/>
              </a:ext>
            </a:extLst>
          </p:cNvPr>
          <p:cNvSpPr/>
          <p:nvPr/>
        </p:nvSpPr>
        <p:spPr>
          <a:xfrm>
            <a:off x="2880804" y="3211556"/>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03DCA927-22B1-42A7-A045-4A449AAED1D1}"/>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EA9522AA-8712-FD5D-781A-56F2D5D1E840}"/>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FA80427E-AA23-5B4F-9B6F-1D54FF8E9D80}"/>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102795AA-9E06-8555-D2AE-2F44451DE4B8}"/>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DE5C79FE-4BD0-C468-046C-850119B8EC8B}"/>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DC7E3E7C-0DB7-78E3-9B9E-2CE93C2B79FC}"/>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C32D31D1-0738-A7F3-F51E-EEEE81280C4F}"/>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9BD22AC4-0D6C-F920-C6AB-E181E67FB614}"/>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BD1E46BC-DD62-59F2-FB3B-6947AA97AE9B}"/>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250494E9-86D6-A26C-34CC-25C92B5B1514}"/>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E8928AC8-C431-A13C-B757-55926318C49F}"/>
              </a:ext>
            </a:extLst>
          </p:cNvPr>
          <p:cNvSpPr/>
          <p:nvPr/>
        </p:nvSpPr>
        <p:spPr>
          <a:xfrm>
            <a:off x="2880804"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7FCC4E49-E073-613F-0368-72537B81CC5F}"/>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96F65619-4AF0-3099-09C1-5B1FF2989024}"/>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8B1952DA-D3B9-520D-A5C0-215A1CA57A61}"/>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C2DA7FDF-440E-D02F-0F46-514041F9AC7E}"/>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003A1D85-FEA7-7097-F25E-801A9ADC13BC}"/>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861B502C-095A-1D02-E2BE-3640DB4F2817}"/>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566757331"/>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252B2-2646-9808-6D07-5F7CFAE992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C38EA-63EF-D49C-4666-E22DF47FBB13}"/>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8C212F3C-E8EA-6911-11C2-5A374E99F9CA}"/>
              </a:ext>
            </a:extLst>
          </p:cNvPr>
          <p:cNvSpPr/>
          <p:nvPr/>
        </p:nvSpPr>
        <p:spPr>
          <a:xfrm>
            <a:off x="1371600" y="3211557"/>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A20497C5-2E58-9492-5402-62302171D749}"/>
              </a:ext>
            </a:extLst>
          </p:cNvPr>
          <p:cNvSpPr/>
          <p:nvPr/>
        </p:nvSpPr>
        <p:spPr>
          <a:xfrm>
            <a:off x="2126202" y="3211557"/>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B951772D-86A6-3776-4BF3-E906E1970EB3}"/>
              </a:ext>
            </a:extLst>
          </p:cNvPr>
          <p:cNvSpPr/>
          <p:nvPr/>
        </p:nvSpPr>
        <p:spPr>
          <a:xfrm>
            <a:off x="2880804" y="3211556"/>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2B1CD8E7-676B-851D-DF4A-CA6A9937024D}"/>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C8F5C2D1-4392-7A55-A251-D2F1E47B321C}"/>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270C9910-845C-612A-0BBC-EC70779BF9A3}"/>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2156D2BE-1CC3-AC91-7AB8-E43AEFBDBBD2}"/>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45B7D10E-F9A6-2697-5AFE-5187C64F633C}"/>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8AAAF7F2-E9ED-DB13-DC16-70C2E3C1DE85}"/>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2BE47335-AE6C-5C67-1748-2DA54586C37E}"/>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73D04B5C-4AE4-192E-B761-72839CD8C1AC}"/>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078F929B-E259-6D32-CBE6-0CDBB71410DC}"/>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390FDC0C-5D98-4703-27E1-B8F546B083B4}"/>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3A2104DB-E67F-028B-7D40-5717EF9E49B9}"/>
              </a:ext>
            </a:extLst>
          </p:cNvPr>
          <p:cNvSpPr/>
          <p:nvPr/>
        </p:nvSpPr>
        <p:spPr>
          <a:xfrm>
            <a:off x="2880804" y="4998774"/>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F53C8854-EFE9-F975-F597-5E0A5B4416FB}"/>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A630729F-ACCD-4B11-8D12-B82D0977596D}"/>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71A584D5-15B2-42CD-1A66-792DDEA77599}"/>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30B35D5F-BB43-D61C-EA9F-DF8A08A76176}"/>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0779E11B-4EE6-D942-0B1C-F273EA99F651}"/>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12224BC-A23D-5D5C-C9DA-F82F57BE0E73}"/>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29552800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080D6-205F-FA7D-DDC7-FF94DBB738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E3EF1-E961-EED5-1F54-5EAECFD77007}"/>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FE64AE3E-B546-5F4F-2E59-F24BE2ADC925}"/>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D323732C-7F7A-F0B6-DC7C-550DFF541317}"/>
              </a:ext>
            </a:extLst>
          </p:cNvPr>
          <p:cNvSpPr/>
          <p:nvPr/>
        </p:nvSpPr>
        <p:spPr>
          <a:xfrm>
            <a:off x="2126202" y="3211557"/>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2288957F-C20F-81D1-91C3-76293EBC1E9A}"/>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72EC9464-CD1B-FCC0-9120-6EA5270CC924}"/>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DF9AED89-6693-F6A5-AB86-794F07FBDD3D}"/>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C34038A7-AA66-4D09-4C58-FDDF2B48A883}"/>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B27109B4-2B34-9107-4F52-307E9B62C505}"/>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E0511AF8-3E92-A6B0-8F9D-5ED7F8E90960}"/>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C919F505-7B29-ABEE-F48C-32D90597BC6E}"/>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ED59DA6E-30F6-B9B6-74B8-8C4C7489883D}"/>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11B4392F-7BF5-9F21-2B58-A6C43D2D2E56}"/>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B8E094CB-743C-6C13-C5E2-231732C32F5B}"/>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F88F5DD8-B918-9F96-F1D8-EF2A8D1591BE}"/>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65266FA7-2343-84B3-7FFD-11BA305EF7B3}"/>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CA2DE957-2BF7-F79E-3D15-DB5D52158CCC}"/>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270C99A0-443B-537C-FC8E-25966D652743}"/>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77B3227D-828A-F1FF-23CF-64BC0742AD67}"/>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7EF68191-5A8E-C6A4-2D31-D98234E25623}"/>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0951605C-37BD-70CD-A96A-F78B52123BBC}"/>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6A41802C-54F8-BE08-9F78-2072A6ED65CE}"/>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4091431188"/>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AD0B3-1388-FB0E-401F-8A9C7E70F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1254E5-78BE-7DB8-6B8B-A2E655AFB245}"/>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E1694580-10EE-35F4-32F4-4E84C2F9A19D}"/>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A2C65EF5-E2AA-A8E0-FEE8-42357CED2183}"/>
              </a:ext>
            </a:extLst>
          </p:cNvPr>
          <p:cNvSpPr/>
          <p:nvPr/>
        </p:nvSpPr>
        <p:spPr>
          <a:xfrm>
            <a:off x="2126202" y="3211557"/>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DDB8E9DE-1847-99E0-2AA4-B08AC791F520}"/>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A654506D-06DC-DD95-5867-33AC7061B924}"/>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E6817148-FA41-A12D-3C1C-B75A34565953}"/>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868A4793-1B2E-D40B-4620-E0D2710B56EB}"/>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49308B57-B5C1-63E1-D6D0-0386F3724F0E}"/>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977416E8-0E22-C847-C60C-27CF82491D63}"/>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90E09E8-7DA0-27EE-D1AA-26545391CDBA}"/>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8AF60542-BA33-E920-8BEC-49BBE1B07674}"/>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2A9ECAB7-C543-2DA0-883C-9DA18A9C5485}"/>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2E6B75C7-B2C3-C273-77DC-3BD3E22B36E8}"/>
              </a:ext>
            </a:extLst>
          </p:cNvPr>
          <p:cNvSpPr/>
          <p:nvPr/>
        </p:nvSpPr>
        <p:spPr>
          <a:xfrm>
            <a:off x="1371600" y="4999509"/>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B86381B1-69F8-82A1-54EA-11E3D3813BD6}"/>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DC75AA26-5066-0686-C310-AC5E9012F4DF}"/>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6F548EF1-984D-3F2A-FA1F-A2B6C28B5725}"/>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9DC4C512-B3F7-101A-52E7-3E2BA6B29395}"/>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EFCA2873-492A-0038-D3D5-5650C4DA207E}"/>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93020337-D96B-5499-E143-EEDD498C98C0}"/>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3036D934-0799-9806-6A64-055AF0CF4D65}"/>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92D54E2-4251-B316-A475-237E2AA43449}"/>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542910029"/>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AB5DF-8C98-AA44-13B3-D46CA2AAC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B0C0FB-C54D-46F0-B3D6-8ED849C3FA2E}"/>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001BC4B7-A9CE-5525-D0B4-C45E50DAA379}"/>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5A22785B-A511-3EAA-C7ED-1495224038EB}"/>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322A1D3D-A02F-3D98-99F6-8523BD61EADD}"/>
              </a:ext>
            </a:extLst>
          </p:cNvPr>
          <p:cNvSpPr/>
          <p:nvPr/>
        </p:nvSpPr>
        <p:spPr>
          <a:xfrm>
            <a:off x="2880804" y="3211556"/>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FD668F72-008D-C3F2-C74C-C92159C4B3B6}"/>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AE0BB889-254E-B387-2F1A-214F89F3E4C6}"/>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E2959622-6246-AB2D-1895-3CC8F4CF0107}"/>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AF9705E7-72AE-FAAC-DFB9-5EF51DD78133}"/>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5E5B2B3B-05D0-5952-969A-4FA5FFFB811A}"/>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14AE0B8D-98D4-5DC6-2422-0D48BC671096}"/>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AFD43A28-DF0B-0020-248A-B5AFCEE456AE}"/>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0AE0633B-C973-C1F3-34EC-11DD23B3C554}"/>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4BEEE273-B43E-CE8C-D6A0-624E51D673C1}"/>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56531176-1507-E77F-0BB8-110ED37FDC1F}"/>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12916ECC-1838-3DE6-66A4-B8202FDCFE7D}"/>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024F6DCA-F162-3599-0FA6-9540D0387EC0}"/>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69C443F5-B71E-1C8E-5910-05DE2B9C95AC}"/>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F8795DDE-860C-D1F7-D847-542AE4449594}"/>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4E3432D2-6E39-3847-5D51-340BFE4D82FB}"/>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F84B231D-2CCA-0BFA-895F-D9190419F55B}"/>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ADCD5A24-41CF-132D-E53B-A7580CFC2C40}"/>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540033957"/>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CFCBD-55E0-C75F-05D6-6E7748D03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FD3386-9DF7-FC3C-0184-DB88C80638A3}"/>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A23271E4-A5A0-207D-25AD-B30203E0C16C}"/>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A50D803C-F82F-136B-C5F4-06539B2006FE}"/>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0033B7C0-6C89-B74C-57F7-0C50397D84E5}"/>
              </a:ext>
            </a:extLst>
          </p:cNvPr>
          <p:cNvSpPr/>
          <p:nvPr/>
        </p:nvSpPr>
        <p:spPr>
          <a:xfrm>
            <a:off x="2880804" y="3211556"/>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4D40B02E-C70C-87F2-D978-F6F0CDDC5987}"/>
              </a:ext>
            </a:extLst>
          </p:cNvPr>
          <p:cNvSpPr/>
          <p:nvPr/>
        </p:nvSpPr>
        <p:spPr>
          <a:xfrm>
            <a:off x="363540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E71469BD-2ADF-497B-93BC-A90A723CF5C2}"/>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70F4689F-D6C5-A03F-F322-6258B6EDE957}"/>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6FAB8ABD-0C4F-0B76-1670-0A7FC7F3AB03}"/>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614CD85F-9A57-0388-B63C-622BF310416F}"/>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37D8CFD2-AAEF-77DF-7F77-E677130DA8FB}"/>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C566ECC0-A40E-F833-3138-87AFF6EBE329}"/>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39DB0951-469C-3EB0-878B-A37B7CC2CE1A}"/>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9A956CA7-906E-742B-A1E7-C044040CAB10}"/>
              </a:ext>
            </a:extLst>
          </p:cNvPr>
          <p:cNvSpPr/>
          <p:nvPr/>
        </p:nvSpPr>
        <p:spPr>
          <a:xfrm>
            <a:off x="1371600" y="4999509"/>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EBA05CB2-A1A6-C388-A57D-F58A99042BBD}"/>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A049557D-1F41-9410-3F22-D4C16804256B}"/>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CDB799BF-4BF8-08DC-4BF9-019652279D8E}"/>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F75B54A4-9F92-09BD-E9C6-41D7DCCE100F}"/>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D5DF1385-6BCC-FB32-0CED-976476037736}"/>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B2336EDE-067A-12C0-FDF0-E650183EACD1}"/>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4FCE756F-0F84-A282-8D21-111F21BAF28D}"/>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FA62213E-B2B4-89F7-86FD-4B000B902C47}"/>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308339492"/>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E9F80-542A-9281-8996-2059204C6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313CFA-CB72-BFAF-29B0-559B341F3315}"/>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0C946354-F460-14CB-2A79-C8D11256F501}"/>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72B9D37B-AB09-5F58-CDB9-C8A06190A72C}"/>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CB1DD009-66A4-9B4B-3FE0-70CFF9D40DA8}"/>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540CAB3B-6778-C034-69EC-9951E3C23B88}"/>
              </a:ext>
            </a:extLst>
          </p:cNvPr>
          <p:cNvSpPr/>
          <p:nvPr/>
        </p:nvSpPr>
        <p:spPr>
          <a:xfrm>
            <a:off x="3635406" y="3211556"/>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A2A1EC0B-F83B-B045-38C9-A513BCF51469}"/>
              </a:ext>
            </a:extLst>
          </p:cNvPr>
          <p:cNvSpPr/>
          <p:nvPr/>
        </p:nvSpPr>
        <p:spPr>
          <a:xfrm>
            <a:off x="4390008"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5AAA0A35-502A-FCBB-24D8-955ACB529B0E}"/>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7FB22CBA-C7C3-9099-5D06-37130ADB44E9}"/>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3B56AE32-0AFD-FDCB-CA3E-23D856D60499}"/>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782486D-2916-63F0-966D-0B2CC070873A}"/>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FA34AA06-B5DB-8A77-8921-AAE4DB1B601E}"/>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59B1A31B-E377-DE20-830C-A2D2391D1A3D}"/>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646284BA-311B-0782-DAC4-80C3762E68A9}"/>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9D9EE031-33A5-69CA-E7C0-DF9509EF8AF1}"/>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89FEC7AF-E8D5-7AE0-BCFA-B09D7B117299}"/>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D1572E6A-3B1A-1416-3445-AC667A55F99E}"/>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8ADCDDD5-598B-18BF-9FF5-CE72D178C57F}"/>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48093B88-BA62-F00F-C3B4-28A0195DCE56}"/>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5A0C6A86-AE7A-900F-C53D-B4FD5F7F1015}"/>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5742DA25-7208-6EE3-FC36-E75461F2EC16}"/>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F5CA049B-62D3-B155-F2F3-C6DECCC2AE36}"/>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2814188663"/>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21E35-369C-A985-16CC-9DA64D0312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22C80C-142A-BCF9-7914-F1E143555D27}"/>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3CDD55F6-3289-C38F-77D8-B7E6B923A9FC}"/>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13D19B61-19F8-F540-39FA-1208396D5FCB}"/>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97396874-FCE9-B0AC-B041-161F93A4F25D}"/>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0D7B9056-9630-FA0A-F48A-73139A2224BA}"/>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07C33600-038A-5DE9-684A-9C6D5515FB88}"/>
              </a:ext>
            </a:extLst>
          </p:cNvPr>
          <p:cNvSpPr/>
          <p:nvPr/>
        </p:nvSpPr>
        <p:spPr>
          <a:xfrm>
            <a:off x="4390008" y="32099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D8F356BA-904A-26FF-D47A-26096E0DA1D2}"/>
              </a:ext>
            </a:extLst>
          </p:cNvPr>
          <p:cNvSpPr/>
          <p:nvPr/>
        </p:nvSpPr>
        <p:spPr>
          <a:xfrm>
            <a:off x="514461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BC1645DD-4F53-0CC1-8B3F-58D09880BD4B}"/>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DE0C0357-FAA3-46AF-C274-6927A17B73C8}"/>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07F4B953-1520-9057-3C52-5A6DCCD60158}"/>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0163CD97-D504-06DB-9647-2ACC70A3E1EC}"/>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D8244AA7-1377-7D43-9E96-0D3B3656412F}"/>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CC9F8D73-FBA9-A731-D546-2F665A35636B}"/>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DB19AA93-893B-7F59-84A1-FDB1FD97E3BB}"/>
              </a:ext>
            </a:extLst>
          </p:cNvPr>
          <p:cNvSpPr/>
          <p:nvPr/>
        </p:nvSpPr>
        <p:spPr>
          <a:xfrm>
            <a:off x="2126202"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3CB3740E-8C3E-6748-2DE5-47CFA675B3BC}"/>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25E4E1FA-EC91-017E-E28E-327825236B22}"/>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60F00C6B-E795-2060-74C8-DA2A748F23C4}"/>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07BD9442-AF6C-DA60-8BE2-E4E015A4C715}"/>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77DD6361-A074-B510-E70D-D644EC841B53}"/>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8C23E7EF-15EC-BB3E-DAA7-DA5696723CFA}"/>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EDC59206-E708-3FC6-5279-D08A611C446A}"/>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4127221687"/>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FD4A3-A6AB-7990-52C0-4A5AE06978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46476-D16A-852C-EDF6-138908E45F2E}"/>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0B41EAFC-E9DC-03E6-BBAD-4951BA57E405}"/>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6DDC3EAD-6FB9-4B37-0F80-8D8B82A0A197}"/>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CE129316-02AB-BC28-646E-6514D2AB9A01}"/>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9E518E9C-92AD-4650-FEF8-8CE840003AE6}"/>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1C8903CA-A9A5-91F4-DBC5-9109F6E7725A}"/>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E8997F42-C53E-51AC-E9E0-B0934AAD5A77}"/>
              </a:ext>
            </a:extLst>
          </p:cNvPr>
          <p:cNvSpPr/>
          <p:nvPr/>
        </p:nvSpPr>
        <p:spPr>
          <a:xfrm>
            <a:off x="5144610" y="32099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95891A83-6DB9-5691-FEC8-7E545DF367A8}"/>
              </a:ext>
            </a:extLst>
          </p:cNvPr>
          <p:cNvSpPr/>
          <p:nvPr/>
        </p:nvSpPr>
        <p:spPr>
          <a:xfrm>
            <a:off x="5899212"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011CDA1D-EF56-A2F3-BFB6-4FE9503D9041}"/>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395B4279-2F7D-F0A4-41D9-0FA3676C3ED1}"/>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785A94C3-6B34-720C-7928-4BF60A7AE842}"/>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20981D85-D8F4-8309-8FFD-DE94532F54D2}"/>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9FB1CE6A-B32B-379D-1D74-1B4A4BD8C135}"/>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0B4AC1E3-E580-7B2C-2613-B62619BE9FC4}"/>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DF9DCE75-242C-63AA-AB33-20B6EE074C24}"/>
              </a:ext>
            </a:extLst>
          </p:cNvPr>
          <p:cNvSpPr/>
          <p:nvPr/>
        </p:nvSpPr>
        <p:spPr>
          <a:xfrm>
            <a:off x="2880804"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571110D8-A711-7249-DDFB-AE025FC54E0A}"/>
              </a:ext>
            </a:extLst>
          </p:cNvPr>
          <p:cNvSpPr/>
          <p:nvPr/>
        </p:nvSpPr>
        <p:spPr>
          <a:xfrm>
            <a:off x="3635406" y="4996570"/>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DF83950A-9B5C-9BE9-6D98-7C8BC45135CA}"/>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8986B45C-2BD2-2C43-F367-2E45D603DCAF}"/>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37681682-4850-853F-C899-8BD651AC8938}"/>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6D748A2D-33D8-BEF0-556D-3B88DF9A62D5}"/>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7D2BE494-E01E-605A-BD3E-EFCB8089A6AA}"/>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714169471"/>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839438-FBE6-E514-E468-F966ABE10E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C8EDAD-6E00-6E89-C3D2-818D423330F1}"/>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ADB261AB-002C-8DEB-ABFD-EA87A0E9B46C}"/>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88862D94-3929-9F6A-4A6F-331A6A3D93CB}"/>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AD05BE09-9C17-32DD-077F-5A43F91D812F}"/>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B05EF76E-661F-08D5-4618-6817946F7312}"/>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7074040D-F4DC-7DA1-CA10-8A43B394464F}"/>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525F08AD-2C82-029C-66B2-06D1BBAE8D4D}"/>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59BB79D7-127F-6DE3-F3AE-605781799834}"/>
              </a:ext>
            </a:extLst>
          </p:cNvPr>
          <p:cNvSpPr/>
          <p:nvPr/>
        </p:nvSpPr>
        <p:spPr>
          <a:xfrm>
            <a:off x="5899212" y="3210395"/>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02B519D6-7506-D251-612D-C89F38F74E8E}"/>
              </a:ext>
            </a:extLst>
          </p:cNvPr>
          <p:cNvSpPr/>
          <p:nvPr/>
        </p:nvSpPr>
        <p:spPr>
          <a:xfrm>
            <a:off x="6653814" y="32103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B8256000-0339-C695-9948-C7652C8DB6D1}"/>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7CE85ADE-AE18-3AAA-1A59-926A8723891D}"/>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CA5B30A4-7F78-16AB-3B4C-1435855B4A25}"/>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1C0C2B94-5F38-8723-5BAF-D41573E2D819}"/>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DDE81176-070E-34CB-1567-A504E67CB883}"/>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725972A8-410C-556E-186C-438AF688F557}"/>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1D36FFF2-C2B4-91F0-A9EF-B54E5E579C07}"/>
              </a:ext>
            </a:extLst>
          </p:cNvPr>
          <p:cNvSpPr/>
          <p:nvPr/>
        </p:nvSpPr>
        <p:spPr>
          <a:xfrm>
            <a:off x="3635406" y="4996570"/>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3F4B6299-DF18-E784-BC88-2AC077AC2F1E}"/>
              </a:ext>
            </a:extLst>
          </p:cNvPr>
          <p:cNvSpPr/>
          <p:nvPr/>
        </p:nvSpPr>
        <p:spPr>
          <a:xfrm>
            <a:off x="4390008" y="499877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0CFE118C-123F-CE8A-BE0C-C9F1D7437A64}"/>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612E366B-EE3B-4B8D-A7A2-958DB686B77A}"/>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1035D746-80EA-874D-9A4A-CE15E69985D9}"/>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756EB9B0-4DE9-0EC2-9BEC-42D539899CFC}"/>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206455757"/>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824168-43ED-C899-89B7-C95EAB98A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28C732-DC9B-EC6B-4C42-F4DE60D1DA1D}"/>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26CD4CEE-F79A-7DDC-BC7B-B09CC37680C5}"/>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0FB49D3F-A8F7-901B-5BB7-64FED7395C2E}"/>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9F30AFA9-9E9B-8164-E97B-6EAE1FFA61BD}"/>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48F47C82-B55A-4B8E-C656-9345290993A3}"/>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B706F70E-50AB-388F-8524-41CCCFE2D12A}"/>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28B95FCA-1281-1ECC-FB59-E630DFBE8BDA}"/>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5DB8F165-9B02-E0E0-A5AF-87738F20BD27}"/>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1B254E2D-8673-5A9C-DD2C-B22F5D47AB81}"/>
              </a:ext>
            </a:extLst>
          </p:cNvPr>
          <p:cNvSpPr/>
          <p:nvPr/>
        </p:nvSpPr>
        <p:spPr>
          <a:xfrm>
            <a:off x="6653814" y="3210395"/>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6D243F6B-2566-2F44-A49F-1772CDD47744}"/>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433E360F-691D-F983-8543-9DD6B7512F7C}"/>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62772A15-F0C0-66CE-31DC-7809DA472943}"/>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2ADD0061-719A-4824-25DA-EEFF8F54C08E}"/>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0016D3CC-7F03-7DFC-CB68-8A2E35D8C861}"/>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09896777-A589-1189-CCB3-F8664ABCD92F}"/>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CB2E687A-B068-2A8C-B412-32B24E5D906B}"/>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DDB245BD-61CB-8F9E-74EE-9A78C44A7BE3}"/>
              </a:ext>
            </a:extLst>
          </p:cNvPr>
          <p:cNvSpPr/>
          <p:nvPr/>
        </p:nvSpPr>
        <p:spPr>
          <a:xfrm>
            <a:off x="4390008" y="4998773"/>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FB500465-E37B-AD87-5536-1480CEBC0353}"/>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CF9FA2DE-28A8-D9FD-3693-ECE945267B2B}"/>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E5995941-7C49-E816-A69D-46DC96066403}"/>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4BF0FDD2-7F21-B941-C937-E752A0B2027D}"/>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151980100"/>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1EE71-59FE-13B3-82EF-A423A07325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0C6A6-5731-B0FF-DC12-1D6CF9EA0381}"/>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2E2A5E83-413D-8627-6EBE-A48808897C46}"/>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E368B3CE-A44A-A74B-19B5-E8BD3DBD550D}"/>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9E28118C-E63C-FA33-7DD1-7FA50FBDD791}"/>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D5B5CD5F-0E1B-B48C-58DA-94A34BA012D2}"/>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DD4B2605-726B-5AC5-E9FC-1A4951B12AB4}"/>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12586A88-9CC6-73D4-0A99-34D61BE88979}"/>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50F56481-212C-BF36-7528-0359DF3315A0}"/>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8B1CF10E-E33B-59F6-4056-0FE5B2F16865}"/>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2E35139B-7DA6-CE82-00B1-6C98C694B18A}"/>
              </a:ext>
            </a:extLst>
          </p:cNvPr>
          <p:cNvSpPr/>
          <p:nvPr/>
        </p:nvSpPr>
        <p:spPr>
          <a:xfrm>
            <a:off x="7408416" y="321155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C52F63C7-3DF1-BB62-2AAD-E40B473D12FD}"/>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4FEDD902-0A88-DF78-22D1-28F69FB42BE8}"/>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0B9C78FB-7437-8240-3A8E-AEE6AFB2FC74}"/>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743C458D-BB4D-F7EB-700F-E7348D9BF5D6}"/>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F7F28702-12F8-DC9E-A888-3C07671E088F}"/>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DF8EE24D-6D0B-1CF3-385D-8E2A2FB1B010}"/>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455C90FF-72F7-3325-9D84-0DC818F579F3}"/>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4AEC30E3-9212-6F2C-FDF3-F75C83526926}"/>
              </a:ext>
            </a:extLst>
          </p:cNvPr>
          <p:cNvSpPr/>
          <p:nvPr/>
        </p:nvSpPr>
        <p:spPr>
          <a:xfrm>
            <a:off x="5144610" y="499656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AC17E6C1-276B-C4F8-EF68-B96C00ABA7D6}"/>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FDB922EA-E221-1802-17AB-636183FF4677}"/>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C7619A1-8BFC-C23F-2843-F30237676D0F}"/>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4072281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0">
        <p159:morph option="byObject"/>
      </p:transition>
    </mc:Choice>
    <mc:Fallback xmlns="">
      <p:transition advClick="0" advTm="0">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BC880-8CF7-E526-2E9A-F77620EBE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A0BE2-863B-FFB4-E618-98FF2E0C52CE}"/>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D422EB3B-DF82-2238-5492-45EDA2F3EE33}"/>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DE88C17D-615F-7F12-E3DC-3C50B0349894}"/>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74CDB59E-5621-0AFB-D454-C4619EB50782}"/>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096B5A0A-EF8F-EF3B-F9DB-111016269B12}"/>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860BDA4B-829B-1024-6E81-B1D3AE13C287}"/>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DC58FE6E-4A35-24C4-6A18-FCE50BEE7409}"/>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44E9EE62-BC77-02C0-3DEE-EC313B9B4CA3}"/>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63D506C8-81F3-5C6A-B255-A83C2727F2FB}"/>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62CB1980-26EA-3BAC-6946-4596BEC7C784}"/>
              </a:ext>
            </a:extLst>
          </p:cNvPr>
          <p:cNvSpPr/>
          <p:nvPr/>
        </p:nvSpPr>
        <p:spPr>
          <a:xfrm>
            <a:off x="7408416" y="3211556"/>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74EE3B92-845C-A7F3-14D2-9559A4C4C828}"/>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0B9A48C5-06D5-9F38-22E8-ADF6B17C4D28}"/>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4D3BAD89-2FA4-2731-4E2D-EA8FA9D71F00}"/>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B0DF749E-1C77-B058-17EB-548627A8E84A}"/>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B7D79555-F901-10A0-F775-719B0697DF74}"/>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7453BD69-3C4C-B9BC-856A-847A3730C92F}"/>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E1FC11CA-9028-DF8E-8BB2-06056F9A1F00}"/>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9D366641-DC18-5ACF-8E07-FC5DFB53851A}"/>
              </a:ext>
            </a:extLst>
          </p:cNvPr>
          <p:cNvSpPr/>
          <p:nvPr/>
        </p:nvSpPr>
        <p:spPr>
          <a:xfrm>
            <a:off x="5144610" y="499656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45AD302E-FB10-F3B7-46A9-E1C348B8D469}"/>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30FF6D95-4168-6295-2132-3B008DB7CFA4}"/>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23097D20-79A0-929D-9578-561BB9F72127}"/>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383886508"/>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4B4EB-B1D2-6BEF-6AD2-927A7DF69B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8F05B-9851-D223-5F6E-2001C3238183}"/>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620A9A35-4861-7262-9DD0-39F0901369C4}"/>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8868D7AC-0F5A-CBD2-AEC0-187FDD051A2D}"/>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AE5B331C-4B6F-9EB4-C49B-65477C7E7BEF}"/>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2712E47C-4477-6CAA-50FB-800F72EC27D9}"/>
              </a:ext>
            </a:extLst>
          </p:cNvPr>
          <p:cNvSpPr/>
          <p:nvPr/>
        </p:nvSpPr>
        <p:spPr>
          <a:xfrm>
            <a:off x="363540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7A1FD596-6ED5-0888-5D49-B780ADB461AE}"/>
              </a:ext>
            </a:extLst>
          </p:cNvPr>
          <p:cNvSpPr/>
          <p:nvPr/>
        </p:nvSpPr>
        <p:spPr>
          <a:xfrm>
            <a:off x="4390008"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4830BDFF-A17B-64DB-FBB1-F58DB35A9B49}"/>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AE330621-295C-DC37-E31D-89F33F10C3D1}"/>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F39D1BE3-E97E-59B5-E733-F82A991ED140}"/>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3C99DD24-EB3F-F106-22BC-EBBB98907975}"/>
              </a:ext>
            </a:extLst>
          </p:cNvPr>
          <p:cNvSpPr/>
          <p:nvPr/>
        </p:nvSpPr>
        <p:spPr>
          <a:xfrm>
            <a:off x="7408416" y="3211556"/>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43791AFE-F8FB-2E74-9DFE-780658BD0CC3}"/>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7CC4AC7D-7131-18A2-DACA-4C35E38F99C6}"/>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A78FE9E6-E35C-328E-E46A-C7834CC83372}"/>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20E98338-7E67-B120-00A5-941DEEAAE362}"/>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A3AE8E8B-4DA4-D6B0-536C-B0D716151A24}"/>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D245217D-EA3F-BFAA-5F61-C723DCFD8B53}"/>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0C3CCDBB-19CF-BE5B-41EC-E9216A60AC53}"/>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9F0BE326-5B01-C3CB-8259-A61071F593E0}"/>
              </a:ext>
            </a:extLst>
          </p:cNvPr>
          <p:cNvSpPr/>
          <p:nvPr/>
        </p:nvSpPr>
        <p:spPr>
          <a:xfrm>
            <a:off x="5144610" y="4996569"/>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57F0DAAE-3421-39AA-0365-4BBDF7FBFBDD}"/>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953F446E-06F5-56C8-0950-C0783EE84ADB}"/>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BB9D4AB-1C4A-F638-E6D0-C3670FF90D42}"/>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45951342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1EC34-F80C-3280-1DB9-18B379559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FB0F88-D7F4-1CB3-3F59-FA3192AC0D64}"/>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75705E51-3B78-08EE-04B9-AE4C706C0E12}"/>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A8DA348D-7C49-B294-9A7D-EBB1DB8971B4}"/>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5E5FB276-BC92-A157-4EC9-AAB24ECDD787}"/>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276FC6F6-8EBE-AD8E-04FB-260088C116BC}"/>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9C6F0188-1008-2273-C2CD-E12531AC4886}"/>
              </a:ext>
            </a:extLst>
          </p:cNvPr>
          <p:cNvSpPr/>
          <p:nvPr/>
        </p:nvSpPr>
        <p:spPr>
          <a:xfrm>
            <a:off x="4390008" y="32099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2DC438BB-3BB1-9670-53B2-63315716F6A8}"/>
              </a:ext>
            </a:extLst>
          </p:cNvPr>
          <p:cNvSpPr/>
          <p:nvPr/>
        </p:nvSpPr>
        <p:spPr>
          <a:xfrm>
            <a:off x="5144610"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2D82AA4B-4ACE-913A-D0B0-73D51B00BCD3}"/>
              </a:ext>
            </a:extLst>
          </p:cNvPr>
          <p:cNvSpPr/>
          <p:nvPr/>
        </p:nvSpPr>
        <p:spPr>
          <a:xfrm>
            <a:off x="5899212"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DF6D2983-AD9F-23BC-2FF7-A647CE72EBCB}"/>
              </a:ext>
            </a:extLst>
          </p:cNvPr>
          <p:cNvSpPr/>
          <p:nvPr/>
        </p:nvSpPr>
        <p:spPr>
          <a:xfrm>
            <a:off x="6653814"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CC79D8F0-CFC4-0116-A46E-0A6AE4EA2A0C}"/>
              </a:ext>
            </a:extLst>
          </p:cNvPr>
          <p:cNvSpPr/>
          <p:nvPr/>
        </p:nvSpPr>
        <p:spPr>
          <a:xfrm>
            <a:off x="740841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E082E44E-D7DB-28F0-C889-940600FE5BFE}"/>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FF40E249-5499-B1E7-4E3B-2654AB7588E6}"/>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0B65B028-3D6A-796C-C3B3-29F129E7ED09}"/>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DBC3EBF8-68CC-F378-EC07-5C63619CB8CD}"/>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66E0A8E1-8650-0C29-0176-375BD63CB6F6}"/>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CB0CE633-6877-3044-6D48-0FFAC8D3ADF4}"/>
              </a:ext>
            </a:extLst>
          </p:cNvPr>
          <p:cNvSpPr/>
          <p:nvPr/>
        </p:nvSpPr>
        <p:spPr>
          <a:xfrm>
            <a:off x="3635406" y="4996570"/>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79E99BCF-FEC2-1090-A9E7-1196698D9AF1}"/>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A8AEE428-3F73-4AD8-6E72-20C8A5D6B4F2}"/>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33130EAF-AC12-6D8C-EBC3-4A8DABB1A564}"/>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8B357B15-3561-27EF-0551-EEE3EC1BD281}"/>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B831AA56-D63D-8FAE-6D60-07A3EA151CD3}"/>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2047409148"/>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91B99-C447-C08C-DA3E-B389DD5AD4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98540-7AEE-46A9-99F4-C2338EA6AB5B}"/>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0C46F8DA-26D7-4A57-541E-5033DF51113D}"/>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8F0FF656-D071-13A4-E0A5-DF3FCC034976}"/>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04ED17F9-238D-FC98-D49B-8D715AED2D6E}"/>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1D61D1EA-0CEE-15B5-FA1C-3847C3EB874A}"/>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DE36CDF2-1BD1-38DF-B744-B5604DDA8695}"/>
              </a:ext>
            </a:extLst>
          </p:cNvPr>
          <p:cNvSpPr/>
          <p:nvPr/>
        </p:nvSpPr>
        <p:spPr>
          <a:xfrm>
            <a:off x="4390008" y="3209909"/>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4F7CF2AE-1203-CB62-43C8-09EDBC1BEDB5}"/>
              </a:ext>
            </a:extLst>
          </p:cNvPr>
          <p:cNvSpPr/>
          <p:nvPr/>
        </p:nvSpPr>
        <p:spPr>
          <a:xfrm>
            <a:off x="5144610"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56BDC57D-D9A3-A9C0-5C2C-149F1B281148}"/>
              </a:ext>
            </a:extLst>
          </p:cNvPr>
          <p:cNvSpPr/>
          <p:nvPr/>
        </p:nvSpPr>
        <p:spPr>
          <a:xfrm>
            <a:off x="5899212"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B77BE3CE-D865-30A9-0C7D-0149249C911D}"/>
              </a:ext>
            </a:extLst>
          </p:cNvPr>
          <p:cNvSpPr/>
          <p:nvPr/>
        </p:nvSpPr>
        <p:spPr>
          <a:xfrm>
            <a:off x="6653814"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7726D32-F3B3-59AA-02BF-82B6242DB86F}"/>
              </a:ext>
            </a:extLst>
          </p:cNvPr>
          <p:cNvSpPr/>
          <p:nvPr/>
        </p:nvSpPr>
        <p:spPr>
          <a:xfrm>
            <a:off x="740841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1584E4E8-07A5-F867-81CF-70B94BDA4059}"/>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2CCF32FB-CCD6-8DC4-764E-B8FA030D9DFE}"/>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2319EE14-6CEA-98AA-1269-18BD78227FF5}"/>
              </a:ext>
            </a:extLst>
          </p:cNvPr>
          <p:cNvSpPr/>
          <p:nvPr/>
        </p:nvSpPr>
        <p:spPr>
          <a:xfrm>
            <a:off x="1371600" y="4999509"/>
            <a:ext cx="754602" cy="399495"/>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E5C641B0-A2DA-2794-22BE-56BD07225968}"/>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AC09E9EA-C64E-BC10-4A92-A0AC8CDE639E}"/>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819BA909-E04A-1D0F-C070-75E86E1B0DBF}"/>
              </a:ext>
            </a:extLst>
          </p:cNvPr>
          <p:cNvSpPr/>
          <p:nvPr/>
        </p:nvSpPr>
        <p:spPr>
          <a:xfrm>
            <a:off x="3635406" y="4996570"/>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2AD2B25F-FCFD-5936-7132-DF949EE75E08}"/>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527EE867-7CDF-FBCB-20A5-BB141CC3FD95}"/>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D8367E5F-4939-15EF-EF68-AD7DE9A02539}"/>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6057C78B-8035-B425-5106-46707DEECF97}"/>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3F122715-CFD7-C624-2D51-82AA64DEDAA0}"/>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462388046"/>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BB5F8-9D38-680F-C42C-0B927BEBBA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33805-6739-C014-93A0-60EC1DF91F65}"/>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5BCF1934-A935-FD20-A309-E0528419B14D}"/>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E7AC8ECC-BB31-34E4-9CFC-50F03A7BFDCF}"/>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5A528E46-FEF4-51CA-AEF1-E0EF18BBD131}"/>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67172C70-4210-FD7B-068C-CD1F694045BE}"/>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BABD65B5-1CE4-3CF7-A32D-6C08120ACDFD}"/>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EF5B3CEF-73DC-0309-6A90-40D1B13B8027}"/>
              </a:ext>
            </a:extLst>
          </p:cNvPr>
          <p:cNvSpPr/>
          <p:nvPr/>
        </p:nvSpPr>
        <p:spPr>
          <a:xfrm>
            <a:off x="5144610" y="32099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B8EE181C-58CD-B25F-29C0-234B387396EA}"/>
              </a:ext>
            </a:extLst>
          </p:cNvPr>
          <p:cNvSpPr/>
          <p:nvPr/>
        </p:nvSpPr>
        <p:spPr>
          <a:xfrm>
            <a:off x="5899212"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4A72FE72-0352-3052-A6EA-B170DF32133A}"/>
              </a:ext>
            </a:extLst>
          </p:cNvPr>
          <p:cNvSpPr/>
          <p:nvPr/>
        </p:nvSpPr>
        <p:spPr>
          <a:xfrm>
            <a:off x="6653814"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0322FED7-528C-9C92-65AB-59240D69AD5D}"/>
              </a:ext>
            </a:extLst>
          </p:cNvPr>
          <p:cNvSpPr/>
          <p:nvPr/>
        </p:nvSpPr>
        <p:spPr>
          <a:xfrm>
            <a:off x="740841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8B3547E6-29A0-DF49-44AF-E8EBBF87729B}"/>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425906AB-0295-6C67-4DAE-8FFA161FDAB1}"/>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02C26FC5-4B22-63CD-7B69-913215B5B8DE}"/>
              </a:ext>
            </a:extLst>
          </p:cNvPr>
          <p:cNvSpPr/>
          <p:nvPr/>
        </p:nvSpPr>
        <p:spPr>
          <a:xfrm>
            <a:off x="1371600" y="49995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689013FA-6B9A-0E3D-965A-9B570DE2456C}"/>
              </a:ext>
            </a:extLst>
          </p:cNvPr>
          <p:cNvSpPr/>
          <p:nvPr/>
        </p:nvSpPr>
        <p:spPr>
          <a:xfrm>
            <a:off x="2126202"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EA674DEF-C59F-AD90-12A1-05A552933BF4}"/>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BE80F08E-1221-E3E0-0DCD-3068B3B3C3F3}"/>
              </a:ext>
            </a:extLst>
          </p:cNvPr>
          <p:cNvSpPr/>
          <p:nvPr/>
        </p:nvSpPr>
        <p:spPr>
          <a:xfrm>
            <a:off x="3635406" y="4996570"/>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2C40203E-321C-635C-093E-68345FE31CCA}"/>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A5D0BF7E-C15D-795B-B8E5-05AA59BB2907}"/>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E0CB9805-8B9B-61F2-F313-C954ED7324CC}"/>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EDF06259-5EEB-FE6E-41EE-46BCF0BE8035}"/>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61B03EA1-1842-3E2F-CFC0-70545193B3D3}"/>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466681596"/>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2FE4DA-54B9-1F44-B69E-A258E480D8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70E275-2379-AC2B-D748-6FDF19E94B92}"/>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9062696B-E321-6C71-F9DF-BB1B7FDA31D9}"/>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E8B283EA-B451-FE48-DCAE-FC8C53C6726E}"/>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AE1CDDF3-B12B-FD30-7192-F5C849A07D18}"/>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3B84D145-D5E2-2C50-F586-6595A829E6AA}"/>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6F5C5830-D861-404C-F060-A1303843238A}"/>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A0FFC1A7-FA34-9381-4D6D-D9576BDBC06D}"/>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2A039F0C-FE4E-D7AD-4717-6A5A5B59A12E}"/>
              </a:ext>
            </a:extLst>
          </p:cNvPr>
          <p:cNvSpPr/>
          <p:nvPr/>
        </p:nvSpPr>
        <p:spPr>
          <a:xfrm>
            <a:off x="5899212" y="3210395"/>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A0048D80-884A-EC3B-3FFA-3C5404809506}"/>
              </a:ext>
            </a:extLst>
          </p:cNvPr>
          <p:cNvSpPr/>
          <p:nvPr/>
        </p:nvSpPr>
        <p:spPr>
          <a:xfrm>
            <a:off x="6653814" y="3210395"/>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10F21C3F-7820-FD56-19FD-1D76BE5D35DA}"/>
              </a:ext>
            </a:extLst>
          </p:cNvPr>
          <p:cNvSpPr/>
          <p:nvPr/>
        </p:nvSpPr>
        <p:spPr>
          <a:xfrm>
            <a:off x="740841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0489F371-905B-C747-8389-90E676109BE6}"/>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69093109-B242-E01E-46A7-B8038E427703}"/>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3A17456B-CFBE-46D1-5358-52D9A016EB05}"/>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5E8BEC12-5FE8-6479-B049-5745AC20882A}"/>
              </a:ext>
            </a:extLst>
          </p:cNvPr>
          <p:cNvSpPr/>
          <p:nvPr/>
        </p:nvSpPr>
        <p:spPr>
          <a:xfrm>
            <a:off x="2126202"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A70018C7-937A-8CD0-5AFE-745DC167B5E8}"/>
              </a:ext>
            </a:extLst>
          </p:cNvPr>
          <p:cNvSpPr/>
          <p:nvPr/>
        </p:nvSpPr>
        <p:spPr>
          <a:xfrm>
            <a:off x="2880804" y="4998774"/>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22E63FC3-6C6A-B307-BB9D-A0594DE90F9E}"/>
              </a:ext>
            </a:extLst>
          </p:cNvPr>
          <p:cNvSpPr/>
          <p:nvPr/>
        </p:nvSpPr>
        <p:spPr>
          <a:xfrm>
            <a:off x="3635406" y="4996570"/>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8AB35C10-0E22-6AFF-E0DB-1DF15EB14D01}"/>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0E04245C-095A-1369-0E2F-8DA95D22D0BC}"/>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A877DB91-8B77-954D-7D17-2F3F07116751}"/>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81A9A53A-07AE-03B0-CCBD-86F756AC03F3}"/>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5208FF22-AC08-231F-2FB6-55FAD00E7DF1}"/>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2633665469"/>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1E873-1C75-DD84-F21A-AA2F34385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D39BB3-97CA-187D-4CCE-993689A103CB}"/>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A814C4D1-EF0B-FD4C-416C-5B3B8599E87A}"/>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242ECB30-65C9-DF15-746A-9821363DF21C}"/>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EA692BF0-CCCB-A087-3B51-D09F76BA2881}"/>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D279C024-1C9B-3DB0-3865-78571BDDD892}"/>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013788C5-24A9-FEAC-BC6B-3FEA1839744A}"/>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45281525-ECAC-CBB2-A260-88C6B724251A}"/>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0B71D793-F3F2-D722-A50A-6A971960B254}"/>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E483207E-5E9B-9C0F-C6D1-90A22D39E669}"/>
              </a:ext>
            </a:extLst>
          </p:cNvPr>
          <p:cNvSpPr/>
          <p:nvPr/>
        </p:nvSpPr>
        <p:spPr>
          <a:xfrm>
            <a:off x="6653814" y="3210395"/>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2EC6A4B-1EFE-6059-CC6E-38E9BDB0BFC9}"/>
              </a:ext>
            </a:extLst>
          </p:cNvPr>
          <p:cNvSpPr/>
          <p:nvPr/>
        </p:nvSpPr>
        <p:spPr>
          <a:xfrm>
            <a:off x="740841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3DE3D27A-6AC6-419B-8FD6-C8E8439B4443}"/>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C2EC4D31-954A-702E-64FC-B67194D75736}"/>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4ED0CB37-7AF8-A250-E768-134E5A258A0B}"/>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337116DA-8047-0C52-F7FA-F3D3BD08289C}"/>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DCAEA03D-5467-4CD8-F9F3-99B2FC4A78C8}"/>
              </a:ext>
            </a:extLst>
          </p:cNvPr>
          <p:cNvSpPr/>
          <p:nvPr/>
        </p:nvSpPr>
        <p:spPr>
          <a:xfrm>
            <a:off x="2880804" y="4998774"/>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539B1D27-E3FC-5BB0-1BE9-DF57CF67A9CB}"/>
              </a:ext>
            </a:extLst>
          </p:cNvPr>
          <p:cNvSpPr/>
          <p:nvPr/>
        </p:nvSpPr>
        <p:spPr>
          <a:xfrm>
            <a:off x="3635406" y="4996570"/>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FFFE254E-C123-6005-A2B8-6D07480DF8AF}"/>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B8A9ECFA-AEF4-817C-E1FA-5EA88232DE1F}"/>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68AACF1B-83A5-C6EC-1461-3A566D4CD145}"/>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BA70878D-7777-7FF3-0FE6-2E57A41C7000}"/>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8CC9472-2C45-57B2-941C-B31A703AD4EE}"/>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319874815"/>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5760F-1CF6-16C7-F0A0-929F424E4C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289C9-0E5F-700C-4086-EA96B0E6E8BD}"/>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33C7CBAC-C2C5-5388-72E6-7F91FBD01C44}"/>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6C19BF6B-0527-49A2-BA4D-4D5DE857322B}"/>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86E6602C-9434-A6F4-FEB4-89953E123ADE}"/>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83192190-CFE0-D85E-CB91-9368B32DC96E}"/>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545B8BB5-6C90-CD16-FD5E-CF41CBA846BA}"/>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82EB2D7A-5D1D-B6E4-2314-7DB37965897C}"/>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0D343C0F-64DE-AC7D-FB15-FE4D7511321F}"/>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FC3024E3-7B1D-B59D-FD55-6EE3060FEB3A}"/>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EE41D80B-FBA5-3EB9-6F8F-F0BB911FD598}"/>
              </a:ext>
            </a:extLst>
          </p:cNvPr>
          <p:cNvSpPr/>
          <p:nvPr/>
        </p:nvSpPr>
        <p:spPr>
          <a:xfrm>
            <a:off x="7408416" y="3211556"/>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230D0256-B18D-9A5D-FB83-4CA42D8BAB47}"/>
              </a:ext>
            </a:extLst>
          </p:cNvPr>
          <p:cNvSpPr/>
          <p:nvPr/>
        </p:nvSpPr>
        <p:spPr>
          <a:xfrm>
            <a:off x="8163018" y="32114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006F8CE9-DAE2-4B13-1D4E-DDDE708740E0}"/>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FF0EA79D-9D49-7646-F1BE-02BC4579A1C2}"/>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215076B2-BE78-7657-23F7-9A0C0167F758}"/>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83053F39-5501-E9C6-0F8B-5E0126DC1702}"/>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ED42ECBF-1DEB-F622-E5FC-5091006B071A}"/>
              </a:ext>
            </a:extLst>
          </p:cNvPr>
          <p:cNvSpPr/>
          <p:nvPr/>
        </p:nvSpPr>
        <p:spPr>
          <a:xfrm>
            <a:off x="3635406" y="4996570"/>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38853415-A961-A879-5129-FB5C4791F926}"/>
              </a:ext>
            </a:extLst>
          </p:cNvPr>
          <p:cNvSpPr/>
          <p:nvPr/>
        </p:nvSpPr>
        <p:spPr>
          <a:xfrm>
            <a:off x="4390008" y="4998773"/>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311B3E43-C68F-386A-1FB6-069CFD999AA3}"/>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9B50EABB-A774-D535-C6FB-0614CDCB1533}"/>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303C7023-238D-FCF8-EF4D-38E6DEF61639}"/>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DB419135-C5C3-A94B-724B-272198A8A43D}"/>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082622610"/>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52A16-2C82-88E9-7A7F-50986CF52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304688-67AA-79FA-55A0-B9E11B151638}"/>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A7FA4BAA-A057-CD36-B1B1-4F7F053A5AF0}"/>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E0601F4F-4236-A8C8-B632-CAA85B37DD4C}"/>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99AB5286-3B3C-0AD0-5F24-AFCFD1E7F043}"/>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4B279B16-EC26-7B95-9D29-C994E9967672}"/>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60B81407-5ED1-0C15-8365-2894EE4C144B}"/>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9FCE3D2C-68EC-3F06-471F-8C764A3159A5}"/>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B03AD7E2-FE7C-050F-C70A-A53D8438938E}"/>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F27BEB13-907F-438D-B8F2-0A0BCF4D2AD3}"/>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3F0862D-D226-BF81-1F41-2CB75D57ECD5}"/>
              </a:ext>
            </a:extLst>
          </p:cNvPr>
          <p:cNvSpPr/>
          <p:nvPr/>
        </p:nvSpPr>
        <p:spPr>
          <a:xfrm>
            <a:off x="740841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9C4A57CD-B5F7-B0C8-2CA2-24B4EBFA636D}"/>
              </a:ext>
            </a:extLst>
          </p:cNvPr>
          <p:cNvSpPr/>
          <p:nvPr/>
        </p:nvSpPr>
        <p:spPr>
          <a:xfrm>
            <a:off x="8163018" y="3211405"/>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955206C5-284E-5D32-BCF9-87A7A94D8258}"/>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EB4612FE-9389-FAE5-097B-A218750B41C9}"/>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9D30D3ED-7B3B-2607-C2E9-7C2222F1CB4C}"/>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70AD6108-D388-2ED1-695D-FDB0757C35CA}"/>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82226DDF-A036-A75B-08F1-CAF4D2F3A211}"/>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90ED8D74-16D3-1346-9C50-82C94FEA68DC}"/>
              </a:ext>
            </a:extLst>
          </p:cNvPr>
          <p:cNvSpPr/>
          <p:nvPr/>
        </p:nvSpPr>
        <p:spPr>
          <a:xfrm>
            <a:off x="4390008" y="4998773"/>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400F828F-2C4A-9ED1-94D7-95632081B130}"/>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C1EEC941-C3D7-5AE0-E3E5-2D88F2099390}"/>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FCDFE7AF-5279-C58D-36A2-E579A697011C}"/>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9B203C4F-C8E2-7E1C-13A8-C82371D7D9E4}"/>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112207596"/>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69BD2-7AB6-1E0F-7531-12D70D782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EFBD9-2426-4584-8950-59A4EAE66675}"/>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952B415A-B1C3-B5F1-ADF4-B261DB642F4B}"/>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61EDE259-42F0-A086-416D-44EC85F151DC}"/>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A901B26A-8550-A9C9-178F-E9967C953A25}"/>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5136B3CB-4D55-DD57-8ADF-DF8A44CA1324}"/>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E0E56271-A9CE-81B5-BF29-3F587D61101F}"/>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EB09C660-93FB-1BCE-6E6D-EA1D4F219789}"/>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4D035217-0CB5-3AFB-E33E-40FC4DA99FF4}"/>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21AE7A69-ADAB-222A-2ED4-CCB2CEC392CE}"/>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7603475F-7147-7AC2-48D9-C1CCEA33937A}"/>
              </a:ext>
            </a:extLst>
          </p:cNvPr>
          <p:cNvSpPr/>
          <p:nvPr/>
        </p:nvSpPr>
        <p:spPr>
          <a:xfrm>
            <a:off x="740841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BB3ADC82-CF28-DF7D-EF19-DB4745C7C1CC}"/>
              </a:ext>
            </a:extLst>
          </p:cNvPr>
          <p:cNvSpPr/>
          <p:nvPr/>
        </p:nvSpPr>
        <p:spPr>
          <a:xfrm>
            <a:off x="8163018" y="321140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36E11524-46D0-FF29-7ADB-978DA9E821EF}"/>
              </a:ext>
            </a:extLst>
          </p:cNvPr>
          <p:cNvSpPr/>
          <p:nvPr/>
        </p:nvSpPr>
        <p:spPr>
          <a:xfrm>
            <a:off x="8917620" y="3209909"/>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9F3AACE1-AB84-1EB7-EE30-58D05ACAF1B2}"/>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6043E846-F856-EC9F-C933-73CFF6991C1F}"/>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6323DBAF-52D2-43AB-0B40-B6F1B56C1F15}"/>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F59F321B-13B1-75CE-9536-3F7993EF93B1}"/>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4C565210-1041-D75A-D763-B1F3FFAFE650}"/>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D5BD4B22-D2B1-9317-3995-4D2AC22D80E8}"/>
              </a:ext>
            </a:extLst>
          </p:cNvPr>
          <p:cNvSpPr/>
          <p:nvPr/>
        </p:nvSpPr>
        <p:spPr>
          <a:xfrm>
            <a:off x="5144610" y="499656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0C530359-7B59-CD41-7161-525374291E26}"/>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F5F13A84-3D00-5634-5875-8ED03D1D2CE7}"/>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B821CF71-E003-E7C7-A014-D6BB4128DF54}"/>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13789338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p14:dur="250" advClick="0" advTm="0">
        <p159:morph option="byObject"/>
      </p:transition>
    </mc:Choice>
    <mc:Fallback xmlns="">
      <p:transition advClick="0" advTm="0">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6ED43-F998-2B3F-21EF-98A05F635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F22949-BC1E-C83A-29FB-DA226B5B6E1E}"/>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2A286E7C-D261-C77B-BABF-A930B6E11514}"/>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CA6BE706-27C7-543A-F10D-10CEA4502A09}"/>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B566065F-7234-0943-2AB7-8C1FF97EFF03}"/>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259CCA5B-35A3-EE92-29F6-6D0CBA22D51C}"/>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D2909D83-9166-7D06-C77F-7BF8F7598D92}"/>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17ED9AC0-E54D-E4A6-F284-028A9F3D9595}"/>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98DB6B12-DF55-53C7-9573-02BC612ED5F5}"/>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8C7968D6-81A2-F720-0EFC-EB0A93F9AE8C}"/>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2D43F39E-0EC8-77DF-9AD0-AF5079B7E8A1}"/>
              </a:ext>
            </a:extLst>
          </p:cNvPr>
          <p:cNvSpPr/>
          <p:nvPr/>
        </p:nvSpPr>
        <p:spPr>
          <a:xfrm>
            <a:off x="740841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926E2807-6339-5111-7A25-64752AAACC6D}"/>
              </a:ext>
            </a:extLst>
          </p:cNvPr>
          <p:cNvSpPr/>
          <p:nvPr/>
        </p:nvSpPr>
        <p:spPr>
          <a:xfrm>
            <a:off x="8163018" y="321140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3DE98C12-B3FB-5206-C0F5-436DBE3292C6}"/>
              </a:ext>
            </a:extLst>
          </p:cNvPr>
          <p:cNvSpPr/>
          <p:nvPr/>
        </p:nvSpPr>
        <p:spPr>
          <a:xfrm>
            <a:off x="8917620" y="320990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E9BB109C-23BD-9A1C-E7BE-204504B7DC3C}"/>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A8D2E111-6749-A564-5EF6-1ADB569441AF}"/>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6E0412E1-CB42-251E-09BF-228A742E1648}"/>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BF9223BC-7870-0D83-11C3-CD47E2028AFE}"/>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84B5F263-6802-9098-04E7-80592EFC89A9}"/>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C1861A30-CC1F-8DA8-05AF-06D8527979E6}"/>
              </a:ext>
            </a:extLst>
          </p:cNvPr>
          <p:cNvSpPr/>
          <p:nvPr/>
        </p:nvSpPr>
        <p:spPr>
          <a:xfrm>
            <a:off x="5144610" y="4996569"/>
            <a:ext cx="754602" cy="39949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BF60629D-D2FA-206A-769F-2C0BFC74BF75}"/>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446E74A6-87A6-92DB-79A7-1C9803F86843}"/>
              </a:ext>
            </a:extLst>
          </p:cNvPr>
          <p:cNvSpPr txBox="1"/>
          <p:nvPr/>
        </p:nvSpPr>
        <p:spPr>
          <a:xfrm>
            <a:off x="1371600" y="3733313"/>
            <a:ext cx="787267" cy="369332"/>
          </a:xfrm>
          <a:prstGeom prst="rect">
            <a:avLst/>
          </a:prstGeom>
          <a:noFill/>
        </p:spPr>
        <p:txBody>
          <a:bodyPr wrap="none" rtlCol="0">
            <a:spAutoFit/>
          </a:bodyPr>
          <a:lstStyle/>
          <a:p>
            <a:r>
              <a:rPr lang="en-VN"/>
              <a:t>Word:</a:t>
            </a:r>
          </a:p>
        </p:txBody>
      </p:sp>
      <p:pic>
        <p:nvPicPr>
          <p:cNvPr id="3" name="Picture 2" descr="A blue and white logo&#10;&#10;Description automatically generated">
            <a:extLst>
              <a:ext uri="{FF2B5EF4-FFF2-40B4-BE49-F238E27FC236}">
                <a16:creationId xmlns:a16="http://schemas.microsoft.com/office/drawing/2014/main" id="{13666C5B-3BDC-3CF4-E7E8-0D3C22C30ED1}"/>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971969148"/>
      </p:ext>
    </p:extLst>
  </p:cSld>
  <p:clrMapOvr>
    <a:masterClrMapping/>
  </p:clrMapOvr>
  <mc:AlternateContent xmlns:mc="http://schemas.openxmlformats.org/markup-compatibility/2006" xmlns:p159="http://schemas.microsoft.com/office/powerpoint/2015/09/main">
    <mc:Choice Requires="p159">
      <p:transition spd="slow" advClick="0" advTm="50">
        <p159:morph option="byObject"/>
      </p:transition>
    </mc:Choice>
    <mc:Fallback xmlns="">
      <p:transition spd="slow" advClick="0" advTm="50">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68DBA-6B79-C97B-784C-81E1B76539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567D0-1FA0-6175-8CE0-A36E56463A2B}"/>
              </a:ext>
            </a:extLst>
          </p:cNvPr>
          <p:cNvSpPr>
            <a:spLocks noGrp="1"/>
          </p:cNvSpPr>
          <p:nvPr>
            <p:ph type="title"/>
          </p:nvPr>
        </p:nvSpPr>
        <p:spPr/>
        <p:txBody>
          <a:bodyPr/>
          <a:lstStyle/>
          <a:p>
            <a:r>
              <a:rPr lang="en-US"/>
              <a:t>Naive algorithm</a:t>
            </a:r>
            <a:endParaRPr lang="vi-VN"/>
          </a:p>
        </p:txBody>
      </p:sp>
      <p:sp>
        <p:nvSpPr>
          <p:cNvPr id="4" name="Rectangle 3">
            <a:extLst>
              <a:ext uri="{FF2B5EF4-FFF2-40B4-BE49-F238E27FC236}">
                <a16:creationId xmlns:a16="http://schemas.microsoft.com/office/drawing/2014/main" id="{DF8448FA-1D50-CF3D-1CAB-878059153E62}"/>
              </a:ext>
            </a:extLst>
          </p:cNvPr>
          <p:cNvSpPr/>
          <p:nvPr/>
        </p:nvSpPr>
        <p:spPr>
          <a:xfrm>
            <a:off x="1371600"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 name="Rectangle 4">
            <a:extLst>
              <a:ext uri="{FF2B5EF4-FFF2-40B4-BE49-F238E27FC236}">
                <a16:creationId xmlns:a16="http://schemas.microsoft.com/office/drawing/2014/main" id="{32A38F30-252C-A84F-6E30-FAC03F9BF279}"/>
              </a:ext>
            </a:extLst>
          </p:cNvPr>
          <p:cNvSpPr/>
          <p:nvPr/>
        </p:nvSpPr>
        <p:spPr>
          <a:xfrm>
            <a:off x="2126202" y="3211557"/>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6" name="Rectangle 5">
            <a:extLst>
              <a:ext uri="{FF2B5EF4-FFF2-40B4-BE49-F238E27FC236}">
                <a16:creationId xmlns:a16="http://schemas.microsoft.com/office/drawing/2014/main" id="{83FBF679-9415-1D6B-EB54-895B9264F867}"/>
              </a:ext>
            </a:extLst>
          </p:cNvPr>
          <p:cNvSpPr/>
          <p:nvPr/>
        </p:nvSpPr>
        <p:spPr>
          <a:xfrm>
            <a:off x="2880804"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7" name="Rectangle 6">
            <a:extLst>
              <a:ext uri="{FF2B5EF4-FFF2-40B4-BE49-F238E27FC236}">
                <a16:creationId xmlns:a16="http://schemas.microsoft.com/office/drawing/2014/main" id="{AC38B0B9-EB2A-785B-EDA1-FD5E3179E7DF}"/>
              </a:ext>
            </a:extLst>
          </p:cNvPr>
          <p:cNvSpPr/>
          <p:nvPr/>
        </p:nvSpPr>
        <p:spPr>
          <a:xfrm>
            <a:off x="3635406" y="3211556"/>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8" name="Rectangle 7">
            <a:extLst>
              <a:ext uri="{FF2B5EF4-FFF2-40B4-BE49-F238E27FC236}">
                <a16:creationId xmlns:a16="http://schemas.microsoft.com/office/drawing/2014/main" id="{02CB7111-FAC5-5B02-96DE-E7B6C4F05AC6}"/>
              </a:ext>
            </a:extLst>
          </p:cNvPr>
          <p:cNvSpPr/>
          <p:nvPr/>
        </p:nvSpPr>
        <p:spPr>
          <a:xfrm>
            <a:off x="4390008" y="3209909"/>
            <a:ext cx="754602" cy="39949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9" name="Rectangle 8">
            <a:extLst>
              <a:ext uri="{FF2B5EF4-FFF2-40B4-BE49-F238E27FC236}">
                <a16:creationId xmlns:a16="http://schemas.microsoft.com/office/drawing/2014/main" id="{27CF806F-A1EA-4F16-DA65-FC3140ED78EE}"/>
              </a:ext>
            </a:extLst>
          </p:cNvPr>
          <p:cNvSpPr/>
          <p:nvPr/>
        </p:nvSpPr>
        <p:spPr>
          <a:xfrm>
            <a:off x="514461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7DF2DDB7-349E-351D-06DC-DCBEE6280403}"/>
              </a:ext>
            </a:extLst>
          </p:cNvPr>
          <p:cNvSpPr/>
          <p:nvPr/>
        </p:nvSpPr>
        <p:spPr>
          <a:xfrm>
            <a:off x="5899212"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F996BA67-674C-5FEB-1D9B-0542B6C2476A}"/>
              </a:ext>
            </a:extLst>
          </p:cNvPr>
          <p:cNvSpPr/>
          <p:nvPr/>
        </p:nvSpPr>
        <p:spPr>
          <a:xfrm>
            <a:off x="6653814" y="321039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9FC40F96-ABFC-5D5B-B987-6F5FA18998AB}"/>
              </a:ext>
            </a:extLst>
          </p:cNvPr>
          <p:cNvSpPr/>
          <p:nvPr/>
        </p:nvSpPr>
        <p:spPr>
          <a:xfrm>
            <a:off x="7408416" y="3211556"/>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26BECC71-98A8-D6C7-9A7D-3AD2FD81C468}"/>
              </a:ext>
            </a:extLst>
          </p:cNvPr>
          <p:cNvSpPr/>
          <p:nvPr/>
        </p:nvSpPr>
        <p:spPr>
          <a:xfrm>
            <a:off x="8163018" y="3211405"/>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E7C80253-14C7-EF7F-B6EF-B61E32AC6ECF}"/>
              </a:ext>
            </a:extLst>
          </p:cNvPr>
          <p:cNvSpPr/>
          <p:nvPr/>
        </p:nvSpPr>
        <p:spPr>
          <a:xfrm>
            <a:off x="8917620" y="32099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5" name="Rectangle 14">
            <a:extLst>
              <a:ext uri="{FF2B5EF4-FFF2-40B4-BE49-F238E27FC236}">
                <a16:creationId xmlns:a16="http://schemas.microsoft.com/office/drawing/2014/main" id="{22F6E4D9-D9C9-32EA-7140-BD2EF04E3740}"/>
              </a:ext>
            </a:extLst>
          </p:cNvPr>
          <p:cNvSpPr/>
          <p:nvPr/>
        </p:nvSpPr>
        <p:spPr>
          <a:xfrm>
            <a:off x="1371600" y="499950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273FC86D-2288-1AEE-7E43-40F631707631}"/>
              </a:ext>
            </a:extLst>
          </p:cNvPr>
          <p:cNvSpPr/>
          <p:nvPr/>
        </p:nvSpPr>
        <p:spPr>
          <a:xfrm>
            <a:off x="2126202"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7" name="Rectangle 16">
            <a:extLst>
              <a:ext uri="{FF2B5EF4-FFF2-40B4-BE49-F238E27FC236}">
                <a16:creationId xmlns:a16="http://schemas.microsoft.com/office/drawing/2014/main" id="{B95D06FF-522F-4B1D-242C-CB822CBA7FED}"/>
              </a:ext>
            </a:extLst>
          </p:cNvPr>
          <p:cNvSpPr/>
          <p:nvPr/>
        </p:nvSpPr>
        <p:spPr>
          <a:xfrm>
            <a:off x="2880804" y="4998774"/>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DB70A064-66C0-7813-6447-61430462B5D9}"/>
              </a:ext>
            </a:extLst>
          </p:cNvPr>
          <p:cNvSpPr/>
          <p:nvPr/>
        </p:nvSpPr>
        <p:spPr>
          <a:xfrm>
            <a:off x="3635406" y="4996570"/>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9" name="Rectangle 18">
            <a:extLst>
              <a:ext uri="{FF2B5EF4-FFF2-40B4-BE49-F238E27FC236}">
                <a16:creationId xmlns:a16="http://schemas.microsoft.com/office/drawing/2014/main" id="{F3ADB3B8-227D-A917-CF97-8C075454397E}"/>
              </a:ext>
            </a:extLst>
          </p:cNvPr>
          <p:cNvSpPr/>
          <p:nvPr/>
        </p:nvSpPr>
        <p:spPr>
          <a:xfrm>
            <a:off x="4390008" y="4998773"/>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A131E53F-5AF1-EEC0-8333-36750EE4E433}"/>
              </a:ext>
            </a:extLst>
          </p:cNvPr>
          <p:cNvSpPr/>
          <p:nvPr/>
        </p:nvSpPr>
        <p:spPr>
          <a:xfrm>
            <a:off x="5144610" y="4996569"/>
            <a:ext cx="754602" cy="399495"/>
          </a:xfrm>
          <a:prstGeom prst="rect">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1" name="TextBox 20">
            <a:extLst>
              <a:ext uri="{FF2B5EF4-FFF2-40B4-BE49-F238E27FC236}">
                <a16:creationId xmlns:a16="http://schemas.microsoft.com/office/drawing/2014/main" id="{A4AADD31-33E1-40EA-707D-AF24B0E86EBE}"/>
              </a:ext>
            </a:extLst>
          </p:cNvPr>
          <p:cNvSpPr txBox="1"/>
          <p:nvPr/>
        </p:nvSpPr>
        <p:spPr>
          <a:xfrm>
            <a:off x="1371600" y="2146772"/>
            <a:ext cx="1265090" cy="369332"/>
          </a:xfrm>
          <a:prstGeom prst="rect">
            <a:avLst/>
          </a:prstGeom>
          <a:noFill/>
        </p:spPr>
        <p:txBody>
          <a:bodyPr wrap="none" rtlCol="0">
            <a:spAutoFit/>
          </a:bodyPr>
          <a:lstStyle/>
          <a:p>
            <a:r>
              <a:rPr lang="en-VN"/>
              <a:t>Main string:</a:t>
            </a:r>
          </a:p>
        </p:txBody>
      </p:sp>
      <p:sp>
        <p:nvSpPr>
          <p:cNvPr id="22" name="TextBox 21">
            <a:extLst>
              <a:ext uri="{FF2B5EF4-FFF2-40B4-BE49-F238E27FC236}">
                <a16:creationId xmlns:a16="http://schemas.microsoft.com/office/drawing/2014/main" id="{21C30AA7-6ABB-C38F-C698-0D7264F5C2AA}"/>
              </a:ext>
            </a:extLst>
          </p:cNvPr>
          <p:cNvSpPr txBox="1"/>
          <p:nvPr/>
        </p:nvSpPr>
        <p:spPr>
          <a:xfrm>
            <a:off x="1371600" y="3733313"/>
            <a:ext cx="787267" cy="369332"/>
          </a:xfrm>
          <a:prstGeom prst="rect">
            <a:avLst/>
          </a:prstGeom>
          <a:noFill/>
        </p:spPr>
        <p:txBody>
          <a:bodyPr wrap="none" rtlCol="0">
            <a:spAutoFit/>
          </a:bodyPr>
          <a:lstStyle/>
          <a:p>
            <a:r>
              <a:rPr lang="en-VN"/>
              <a:t>Word:</a:t>
            </a:r>
          </a:p>
        </p:txBody>
      </p:sp>
      <p:sp>
        <p:nvSpPr>
          <p:cNvPr id="23" name="TextBox 22">
            <a:extLst>
              <a:ext uri="{FF2B5EF4-FFF2-40B4-BE49-F238E27FC236}">
                <a16:creationId xmlns:a16="http://schemas.microsoft.com/office/drawing/2014/main" id="{1B6C5547-8253-7CB7-61B7-3E701CC23525}"/>
              </a:ext>
            </a:extLst>
          </p:cNvPr>
          <p:cNvSpPr txBox="1"/>
          <p:nvPr/>
        </p:nvSpPr>
        <p:spPr>
          <a:xfrm>
            <a:off x="7031115" y="4996569"/>
            <a:ext cx="1895071" cy="369332"/>
          </a:xfrm>
          <a:prstGeom prst="rect">
            <a:avLst/>
          </a:prstGeom>
          <a:noFill/>
        </p:spPr>
        <p:txBody>
          <a:bodyPr wrap="square" rtlCol="0">
            <a:spAutoFit/>
          </a:bodyPr>
          <a:lstStyle/>
          <a:p>
            <a:r>
              <a:rPr lang="en-VN"/>
              <a:t>Time Complexity?</a:t>
            </a:r>
          </a:p>
        </p:txBody>
      </p:sp>
      <mc:AlternateContent xmlns:mc="http://schemas.openxmlformats.org/markup-compatibility/2006" xmlns:a14="http://schemas.microsoft.com/office/drawing/2010/main">
        <mc:Choice Requires="a14">
          <p:sp>
            <p:nvSpPr>
              <p:cNvPr id="24" name="Explosion 1 23">
                <a:extLst>
                  <a:ext uri="{FF2B5EF4-FFF2-40B4-BE49-F238E27FC236}">
                    <a16:creationId xmlns:a16="http://schemas.microsoft.com/office/drawing/2014/main" id="{51C01647-7E74-F0DE-C925-32A3AD9B40BE}"/>
                  </a:ext>
                </a:extLst>
              </p:cNvPr>
              <p:cNvSpPr/>
              <p:nvPr/>
            </p:nvSpPr>
            <p:spPr>
              <a:xfrm>
                <a:off x="9101470" y="4800601"/>
                <a:ext cx="2105247" cy="786809"/>
              </a:xfrm>
              <a:prstGeom prst="irregularSeal1">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Ο</m:t>
                    </m:r>
                  </m:oMath>
                </a14:m>
                <a:r>
                  <a:rPr lang="en-VN"/>
                  <a:t>(</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n</m:t>
                    </m:r>
                    <m:r>
                      <a:rPr lang="en-VN"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oMath>
                </a14:m>
                <a:r>
                  <a:rPr lang="en-VN"/>
                  <a:t>)</a:t>
                </a:r>
              </a:p>
            </p:txBody>
          </p:sp>
        </mc:Choice>
        <mc:Fallback xmlns="">
          <p:sp>
            <p:nvSpPr>
              <p:cNvPr id="24" name="Explosion 1 23">
                <a:extLst>
                  <a:ext uri="{FF2B5EF4-FFF2-40B4-BE49-F238E27FC236}">
                    <a16:creationId xmlns:a16="http://schemas.microsoft.com/office/drawing/2014/main" id="{51C01647-7E74-F0DE-C925-32A3AD9B40BE}"/>
                  </a:ext>
                </a:extLst>
              </p:cNvPr>
              <p:cNvSpPr>
                <a:spLocks noRot="1" noChangeAspect="1" noMove="1" noResize="1" noEditPoints="1" noAdjustHandles="1" noChangeArrowheads="1" noChangeShapeType="1" noTextEdit="1"/>
              </p:cNvSpPr>
              <p:nvPr/>
            </p:nvSpPr>
            <p:spPr>
              <a:xfrm>
                <a:off x="9101470" y="4800601"/>
                <a:ext cx="2105247" cy="786809"/>
              </a:xfrm>
              <a:prstGeom prst="irregularSeal1">
                <a:avLst/>
              </a:prstGeom>
              <a:blipFill>
                <a:blip r:embed="rId2"/>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DCA3C7FE-AB4F-4FE8-C625-C15DCF1BC35B}"/>
              </a:ext>
            </a:extLst>
          </p:cNvPr>
          <p:cNvSpPr txBox="1"/>
          <p:nvPr/>
        </p:nvSpPr>
        <p:spPr>
          <a:xfrm>
            <a:off x="7031115" y="6060558"/>
            <a:ext cx="1946367" cy="369332"/>
          </a:xfrm>
          <a:prstGeom prst="rect">
            <a:avLst/>
          </a:prstGeom>
          <a:noFill/>
        </p:spPr>
        <p:txBody>
          <a:bodyPr wrap="none" rtlCol="0">
            <a:spAutoFit/>
          </a:bodyPr>
          <a:lstStyle/>
          <a:p>
            <a:r>
              <a:rPr lang="en-VN"/>
              <a:t>Space Complexity?</a:t>
            </a:r>
          </a:p>
        </p:txBody>
      </p:sp>
      <mc:AlternateContent xmlns:mc="http://schemas.openxmlformats.org/markup-compatibility/2006" xmlns:a14="http://schemas.microsoft.com/office/drawing/2010/main">
        <mc:Choice Requires="a14">
          <p:sp>
            <p:nvSpPr>
              <p:cNvPr id="26" name="Explosion 1 25">
                <a:extLst>
                  <a:ext uri="{FF2B5EF4-FFF2-40B4-BE49-F238E27FC236}">
                    <a16:creationId xmlns:a16="http://schemas.microsoft.com/office/drawing/2014/main" id="{46BB453B-C392-EBF5-A63F-6744D59BE8DD}"/>
                  </a:ext>
                </a:extLst>
              </p:cNvPr>
              <p:cNvSpPr/>
              <p:nvPr/>
            </p:nvSpPr>
            <p:spPr>
              <a:xfrm>
                <a:off x="9101470" y="5906037"/>
                <a:ext cx="2020187" cy="893135"/>
              </a:xfrm>
              <a:prstGeom prst="irregularSeal1">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sty m:val="p"/>
                      </m:rPr>
                      <a:rPr lang="el-GR" i="1" smtClean="0">
                        <a:solidFill>
                          <a:sysClr val="windowText" lastClr="000000"/>
                        </a:solidFill>
                        <a:latin typeface="Cambria Math" panose="02040503050406030204" pitchFamily="18" charset="0"/>
                        <a:ea typeface="Cambria Math" panose="02040503050406030204" pitchFamily="18" charset="0"/>
                      </a:rPr>
                      <m:t>Θ</m:t>
                    </m:r>
                  </m:oMath>
                </a14:m>
                <a:r>
                  <a:rPr lang="en-VN">
                    <a:solidFill>
                      <a:sysClr val="windowText" lastClr="000000"/>
                    </a:solidFill>
                  </a:rPr>
                  <a:t>(</a:t>
                </a:r>
                <a14:m>
                  <m:oMath xmlns:m="http://schemas.openxmlformats.org/officeDocument/2006/math">
                    <m:r>
                      <a:rPr lang="en-US" b="0" i="1" smtClean="0">
                        <a:solidFill>
                          <a:sysClr val="windowText" lastClr="000000"/>
                        </a:solidFill>
                        <a:latin typeface="Cambria Math" panose="02040503050406030204" pitchFamily="18" charset="0"/>
                      </a:rPr>
                      <m:t>1</m:t>
                    </m:r>
                  </m:oMath>
                </a14:m>
                <a:r>
                  <a:rPr lang="en-VN">
                    <a:solidFill>
                      <a:sysClr val="windowText" lastClr="000000"/>
                    </a:solidFill>
                  </a:rPr>
                  <a:t>)</a:t>
                </a:r>
              </a:p>
            </p:txBody>
          </p:sp>
        </mc:Choice>
        <mc:Fallback xmlns="">
          <p:sp>
            <p:nvSpPr>
              <p:cNvPr id="26" name="Explosion 1 25">
                <a:extLst>
                  <a:ext uri="{FF2B5EF4-FFF2-40B4-BE49-F238E27FC236}">
                    <a16:creationId xmlns:a16="http://schemas.microsoft.com/office/drawing/2014/main" id="{46BB453B-C392-EBF5-A63F-6744D59BE8DD}"/>
                  </a:ext>
                </a:extLst>
              </p:cNvPr>
              <p:cNvSpPr>
                <a:spLocks noRot="1" noChangeAspect="1" noMove="1" noResize="1" noEditPoints="1" noAdjustHandles="1" noChangeArrowheads="1" noChangeShapeType="1" noTextEdit="1"/>
              </p:cNvSpPr>
              <p:nvPr/>
            </p:nvSpPr>
            <p:spPr>
              <a:xfrm>
                <a:off x="9101470" y="5906037"/>
                <a:ext cx="2020187" cy="893135"/>
              </a:xfrm>
              <a:prstGeom prst="irregularSeal1">
                <a:avLst/>
              </a:prstGeom>
              <a:blipFill>
                <a:blip r:embed="rId3"/>
                <a:stretch>
                  <a:fillRect/>
                </a:stretch>
              </a:blipFill>
            </p:spPr>
            <p:txBody>
              <a:bodyPr/>
              <a:lstStyle/>
              <a:p>
                <a:r>
                  <a:rPr lang="en-US">
                    <a:noFill/>
                  </a:rPr>
                  <a:t> </a:t>
                </a:r>
              </a:p>
            </p:txBody>
          </p:sp>
        </mc:Fallback>
      </mc:AlternateContent>
      <p:pic>
        <p:nvPicPr>
          <p:cNvPr id="3" name="Picture 2" descr="A blue and white logo&#10;&#10;Description automatically generated">
            <a:extLst>
              <a:ext uri="{FF2B5EF4-FFF2-40B4-BE49-F238E27FC236}">
                <a16:creationId xmlns:a16="http://schemas.microsoft.com/office/drawing/2014/main" id="{3C2A3AB0-2DF6-BCC3-F57B-DBDEAC45EA1B}"/>
              </a:ext>
            </a:extLst>
          </p:cNvPr>
          <p:cNvPicPr>
            <a:picLocks noChangeAspect="1"/>
          </p:cNvPicPr>
          <p:nvPr/>
        </p:nvPicPr>
        <p:blipFill>
          <a:blip r:embed="rId4"/>
          <a:srcRect r="3" b="3"/>
          <a:stretch/>
        </p:blipFill>
        <p:spPr>
          <a:xfrm>
            <a:off x="0" y="0"/>
            <a:ext cx="915076" cy="915076"/>
          </a:xfrm>
          <a:prstGeom prst="rect">
            <a:avLst/>
          </a:prstGeom>
        </p:spPr>
      </p:pic>
    </p:spTree>
    <p:extLst>
      <p:ext uri="{BB962C8B-B14F-4D97-AF65-F5344CB8AC3E}">
        <p14:creationId xmlns:p14="http://schemas.microsoft.com/office/powerpoint/2010/main" val="228937995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anim calcmode="lin" valueType="num">
                                      <p:cBhvr additive="base">
                                        <p:cTn id="13" dur="500" fill="hold"/>
                                        <p:tgtEl>
                                          <p:spTgt spid="24"/>
                                        </p:tgtEl>
                                        <p:attrNameLst>
                                          <p:attrName>ppt_x</p:attrName>
                                        </p:attrNameLst>
                                      </p:cBhvr>
                                      <p:tavLst>
                                        <p:tav tm="0">
                                          <p:val>
                                            <p:strVal val="1+#ppt_w/2"/>
                                          </p:val>
                                        </p:tav>
                                        <p:tav tm="100000">
                                          <p:val>
                                            <p:strVal val="#ppt_x"/>
                                          </p:val>
                                        </p:tav>
                                      </p:tavLst>
                                    </p:anim>
                                    <p:anim calcmode="lin" valueType="num">
                                      <p:cBhvr additive="base">
                                        <p:cTn id="1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additive="base">
                                        <p:cTn id="19" dur="500" fill="hold"/>
                                        <p:tgtEl>
                                          <p:spTgt spid="25"/>
                                        </p:tgtEl>
                                        <p:attrNameLst>
                                          <p:attrName>ppt_x</p:attrName>
                                        </p:attrNameLst>
                                      </p:cBhvr>
                                      <p:tavLst>
                                        <p:tav tm="0">
                                          <p:val>
                                            <p:strVal val="#ppt_x"/>
                                          </p:val>
                                        </p:tav>
                                        <p:tav tm="100000">
                                          <p:val>
                                            <p:strVal val="#ppt_x"/>
                                          </p:val>
                                        </p:tav>
                                      </p:tavLst>
                                    </p:anim>
                                    <p:anim calcmode="lin" valueType="num">
                                      <p:cBhvr additive="base">
                                        <p:cTn id="20"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additive="base">
                                        <p:cTn id="25" dur="500" fill="hold"/>
                                        <p:tgtEl>
                                          <p:spTgt spid="26"/>
                                        </p:tgtEl>
                                        <p:attrNameLst>
                                          <p:attrName>ppt_x</p:attrName>
                                        </p:attrNameLst>
                                      </p:cBhvr>
                                      <p:tavLst>
                                        <p:tav tm="0">
                                          <p:val>
                                            <p:strVal val="1+#ppt_w/2"/>
                                          </p:val>
                                        </p:tav>
                                        <p:tav tm="100000">
                                          <p:val>
                                            <p:strVal val="#ppt_x"/>
                                          </p:val>
                                        </p:tav>
                                      </p:tavLst>
                                    </p:anim>
                                    <p:anim calcmode="lin" valueType="num">
                                      <p:cBhvr additive="base">
                                        <p:cTn id="2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animBg="1"/>
      <p:bldP spid="25" grpId="0"/>
      <p:bldP spid="2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24C64-99EC-8B77-D21B-20FA8FB22C85}"/>
              </a:ext>
            </a:extLst>
          </p:cNvPr>
          <p:cNvSpPr>
            <a:spLocks noGrp="1"/>
          </p:cNvSpPr>
          <p:nvPr>
            <p:ph type="title"/>
          </p:nvPr>
        </p:nvSpPr>
        <p:spPr/>
        <p:txBody>
          <a:bodyPr/>
          <a:lstStyle/>
          <a:p>
            <a:r>
              <a:rPr lang="en-VN"/>
              <a:t>Preprocessing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DED2FE-4432-A725-B9DC-4EDF39838E91}"/>
                  </a:ext>
                </a:extLst>
              </p:cNvPr>
              <p:cNvSpPr>
                <a:spLocks noGrp="1"/>
              </p:cNvSpPr>
              <p:nvPr>
                <p:ph idx="1"/>
              </p:nvPr>
            </p:nvSpPr>
            <p:spPr/>
            <p:txBody>
              <a:bodyPr/>
              <a:lstStyle/>
              <a:p>
                <a:r>
                  <a:rPr lang="en-VN" dirty="0"/>
                  <a:t>Now we need to preprocessing the pattern to ehance the time complexity</a:t>
                </a:r>
              </a:p>
              <a:p>
                <a:pPr marL="0" indent="0">
                  <a:buNone/>
                </a:pPr>
                <a:r>
                  <a:rPr lang="en-VN" dirty="0">
                    <a:sym typeface="Wingdings" pitchFamily="2" charset="2"/>
                  </a:rPr>
                  <a:t> P</a:t>
                </a:r>
                <a:r>
                  <a:rPr lang="en-VN" dirty="0"/>
                  <a:t>refix function</a:t>
                </a:r>
              </a:p>
              <a:p>
                <a:r>
                  <a:rPr lang="en-US" dirty="0"/>
                  <a:t>The prefix function for this string is defined as an array </a:t>
                </a:r>
                <a14:m>
                  <m:oMath xmlns:m="http://schemas.openxmlformats.org/officeDocument/2006/math">
                    <m:r>
                      <a:rPr lang="en-US" i="1">
                        <a:latin typeface="Cambria Math" panose="02040503050406030204" pitchFamily="18" charset="0"/>
                        <a:ea typeface="Cambria Math" panose="02040503050406030204" pitchFamily="18" charset="0"/>
                      </a:rPr>
                      <m:t>𝜋</m:t>
                    </m:r>
                  </m:oMath>
                </a14:m>
                <a:r>
                  <a:rPr lang="en-US" dirty="0"/>
                  <a:t> of length m, where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r>
                  <a:rPr lang="en-US" dirty="0"/>
                  <a:t>[</a:t>
                </a:r>
                <a:r>
                  <a:rPr lang="en-US" dirty="0" err="1"/>
                  <a:t>i</a:t>
                </a:r>
                <a:r>
                  <a:rPr lang="en-US" dirty="0"/>
                  <a:t>] is the length of the longest proper prefix of the substring s[0..i]</a:t>
                </a:r>
                <a:r>
                  <a:rPr lang="en-VN" dirty="0"/>
                  <a:t> </a:t>
                </a:r>
                <a:r>
                  <a:rPr lang="en-US" dirty="0"/>
                  <a:t>that is also a suffix of this substring.</a:t>
                </a:r>
              </a:p>
              <a:p>
                <a:r>
                  <a:rPr lang="en-US" dirty="0"/>
                  <a:t>A proper prefix of a string is a prefix that is not equal to the string itself</a:t>
                </a:r>
              </a:p>
            </p:txBody>
          </p:sp>
        </mc:Choice>
        <mc:Fallback>
          <p:sp>
            <p:nvSpPr>
              <p:cNvPr id="3" name="Content Placeholder 2">
                <a:extLst>
                  <a:ext uri="{FF2B5EF4-FFF2-40B4-BE49-F238E27FC236}">
                    <a16:creationId xmlns:a16="http://schemas.microsoft.com/office/drawing/2014/main" id="{B5DED2FE-4432-A725-B9DC-4EDF39838E91}"/>
                  </a:ext>
                </a:extLst>
              </p:cNvPr>
              <p:cNvSpPr>
                <a:spLocks noGrp="1" noRot="1" noChangeAspect="1" noMove="1" noResize="1" noEditPoints="1" noAdjustHandles="1" noChangeArrowheads="1" noChangeShapeType="1" noTextEdit="1"/>
              </p:cNvSpPr>
              <p:nvPr>
                <p:ph idx="1"/>
              </p:nvPr>
            </p:nvSpPr>
            <p:spPr>
              <a:blipFill>
                <a:blip r:embed="rId2"/>
                <a:stretch>
                  <a:fillRect l="-1071" t="-1290"/>
                </a:stretch>
              </a:blipFill>
            </p:spPr>
            <p:txBody>
              <a:bodyPr/>
              <a:lstStyle/>
              <a:p>
                <a:r>
                  <a:rPr lang="en-VN">
                    <a:noFill/>
                  </a:rPr>
                  <a:t> </a:t>
                </a:r>
              </a:p>
            </p:txBody>
          </p:sp>
        </mc:Fallback>
      </mc:AlternateContent>
      <p:pic>
        <p:nvPicPr>
          <p:cNvPr id="6" name="Picture 5">
            <a:extLst>
              <a:ext uri="{FF2B5EF4-FFF2-40B4-BE49-F238E27FC236}">
                <a16:creationId xmlns:a16="http://schemas.microsoft.com/office/drawing/2014/main" id="{D0CD4353-5569-7DE9-4312-71746BE265C5}"/>
              </a:ext>
            </a:extLst>
          </p:cNvPr>
          <p:cNvPicPr>
            <a:picLocks noChangeAspect="1"/>
          </p:cNvPicPr>
          <p:nvPr/>
        </p:nvPicPr>
        <p:blipFill>
          <a:blip r:embed="rId3"/>
          <a:stretch>
            <a:fillRect/>
          </a:stretch>
        </p:blipFill>
        <p:spPr>
          <a:xfrm>
            <a:off x="3327400" y="5137776"/>
            <a:ext cx="5537200" cy="622300"/>
          </a:xfrm>
          <a:prstGeom prst="rect">
            <a:avLst/>
          </a:prstGeom>
        </p:spPr>
      </p:pic>
      <p:pic>
        <p:nvPicPr>
          <p:cNvPr id="4" name="Picture 3" descr="A blue and white logo&#10;&#10;Description automatically generated">
            <a:extLst>
              <a:ext uri="{FF2B5EF4-FFF2-40B4-BE49-F238E27FC236}">
                <a16:creationId xmlns:a16="http://schemas.microsoft.com/office/drawing/2014/main" id="{0FE10B74-8C02-A03A-5A91-FD63EC999255}"/>
              </a:ext>
            </a:extLst>
          </p:cNvPr>
          <p:cNvPicPr>
            <a:picLocks noChangeAspect="1"/>
          </p:cNvPicPr>
          <p:nvPr/>
        </p:nvPicPr>
        <p:blipFill>
          <a:blip r:embed="rId4"/>
          <a:srcRect r="3" b="3"/>
          <a:stretch/>
        </p:blipFill>
        <p:spPr>
          <a:xfrm>
            <a:off x="0" y="0"/>
            <a:ext cx="915076" cy="915076"/>
          </a:xfrm>
          <a:prstGeom prst="rect">
            <a:avLst/>
          </a:prstGeom>
        </p:spPr>
      </p:pic>
    </p:spTree>
    <p:extLst>
      <p:ext uri="{BB962C8B-B14F-4D97-AF65-F5344CB8AC3E}">
        <p14:creationId xmlns:p14="http://schemas.microsoft.com/office/powerpoint/2010/main" val="39634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ppt_x"/>
                                          </p:val>
                                        </p:tav>
                                        <p:tav tm="100000">
                                          <p:val>
                                            <p:strVal val="#ppt_x"/>
                                          </p:val>
                                        </p:tav>
                                      </p:tavLst>
                                    </p:anim>
                                    <p:anim calcmode="lin" valueType="num">
                                      <p:cBhvr additive="base">
                                        <p:cTn id="3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09741-EE86-F9B5-6540-8B54A42BF5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23CD4B-6F45-8784-579A-51C3D7672684}"/>
              </a:ext>
            </a:extLst>
          </p:cNvPr>
          <p:cNvSpPr>
            <a:spLocks noGrp="1"/>
          </p:cNvSpPr>
          <p:nvPr>
            <p:ph type="title"/>
          </p:nvPr>
        </p:nvSpPr>
        <p:spPr/>
        <p:txBody>
          <a:bodyPr/>
          <a:lstStyle/>
          <a:p>
            <a:r>
              <a:rPr lang="en-US"/>
              <a:t>Preprocessing</a:t>
            </a:r>
            <a:endParaRPr lang="vi-VN"/>
          </a:p>
        </p:txBody>
      </p:sp>
      <p:sp>
        <p:nvSpPr>
          <p:cNvPr id="47" name="Rectangle 46">
            <a:extLst>
              <a:ext uri="{FF2B5EF4-FFF2-40B4-BE49-F238E27FC236}">
                <a16:creationId xmlns:a16="http://schemas.microsoft.com/office/drawing/2014/main" id="{58035902-15C3-C04E-40FD-DA973535D237}"/>
              </a:ext>
            </a:extLst>
          </p:cNvPr>
          <p:cNvSpPr/>
          <p:nvPr/>
        </p:nvSpPr>
        <p:spPr>
          <a:xfrm>
            <a:off x="1355669" y="43497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48" name="Rectangle 47">
            <a:extLst>
              <a:ext uri="{FF2B5EF4-FFF2-40B4-BE49-F238E27FC236}">
                <a16:creationId xmlns:a16="http://schemas.microsoft.com/office/drawing/2014/main" id="{F7D6B01E-9E27-8FEF-C9FF-25DCD3AEA8F1}"/>
              </a:ext>
            </a:extLst>
          </p:cNvPr>
          <p:cNvSpPr/>
          <p:nvPr/>
        </p:nvSpPr>
        <p:spPr>
          <a:xfrm>
            <a:off x="2110271" y="43497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49" name="Rectangle 48">
            <a:extLst>
              <a:ext uri="{FF2B5EF4-FFF2-40B4-BE49-F238E27FC236}">
                <a16:creationId xmlns:a16="http://schemas.microsoft.com/office/drawing/2014/main" id="{34B17C05-0843-B7B3-0066-8416285EB723}"/>
              </a:ext>
            </a:extLst>
          </p:cNvPr>
          <p:cNvSpPr/>
          <p:nvPr/>
        </p:nvSpPr>
        <p:spPr>
          <a:xfrm>
            <a:off x="2864873"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0" name="Rectangle 49">
            <a:extLst>
              <a:ext uri="{FF2B5EF4-FFF2-40B4-BE49-F238E27FC236}">
                <a16:creationId xmlns:a16="http://schemas.microsoft.com/office/drawing/2014/main" id="{0F09A7A4-A56D-CEEC-5208-D47BFA83C0A8}"/>
              </a:ext>
            </a:extLst>
          </p:cNvPr>
          <p:cNvSpPr/>
          <p:nvPr/>
        </p:nvSpPr>
        <p:spPr>
          <a:xfrm>
            <a:off x="3619475"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51" name="Rectangle 50">
            <a:extLst>
              <a:ext uri="{FF2B5EF4-FFF2-40B4-BE49-F238E27FC236}">
                <a16:creationId xmlns:a16="http://schemas.microsoft.com/office/drawing/2014/main" id="{3866B478-EFA0-596F-1B08-4E57795C67F1}"/>
              </a:ext>
            </a:extLst>
          </p:cNvPr>
          <p:cNvSpPr/>
          <p:nvPr/>
        </p:nvSpPr>
        <p:spPr>
          <a:xfrm>
            <a:off x="4374077"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2" name="Rectangle 51">
            <a:extLst>
              <a:ext uri="{FF2B5EF4-FFF2-40B4-BE49-F238E27FC236}">
                <a16:creationId xmlns:a16="http://schemas.microsoft.com/office/drawing/2014/main" id="{AA515CA7-56FF-8DF8-B3FD-561D06378457}"/>
              </a:ext>
            </a:extLst>
          </p:cNvPr>
          <p:cNvSpPr/>
          <p:nvPr/>
        </p:nvSpPr>
        <p:spPr>
          <a:xfrm>
            <a:off x="5128679" y="43497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54" name="Rectangle 53">
            <a:extLst>
              <a:ext uri="{FF2B5EF4-FFF2-40B4-BE49-F238E27FC236}">
                <a16:creationId xmlns:a16="http://schemas.microsoft.com/office/drawing/2014/main" id="{CA7DBA09-2CE7-7E45-CAA2-0634ABDB51BD}"/>
              </a:ext>
            </a:extLst>
          </p:cNvPr>
          <p:cNvSpPr/>
          <p:nvPr/>
        </p:nvSpPr>
        <p:spPr>
          <a:xfrm>
            <a:off x="1362616" y="3448311"/>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0</a:t>
            </a:r>
          </a:p>
        </p:txBody>
      </p:sp>
      <p:sp>
        <p:nvSpPr>
          <p:cNvPr id="55" name="Rectangle 54">
            <a:extLst>
              <a:ext uri="{FF2B5EF4-FFF2-40B4-BE49-F238E27FC236}">
                <a16:creationId xmlns:a16="http://schemas.microsoft.com/office/drawing/2014/main" id="{05F2C5B9-B713-6081-8985-1CB371D3F0A7}"/>
              </a:ext>
            </a:extLst>
          </p:cNvPr>
          <p:cNvSpPr/>
          <p:nvPr/>
        </p:nvSpPr>
        <p:spPr>
          <a:xfrm>
            <a:off x="2115912" y="344831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Rectangle 55">
            <a:extLst>
              <a:ext uri="{FF2B5EF4-FFF2-40B4-BE49-F238E27FC236}">
                <a16:creationId xmlns:a16="http://schemas.microsoft.com/office/drawing/2014/main" id="{A00CEB39-9988-1A09-7F71-0EE242344AEF}"/>
              </a:ext>
            </a:extLst>
          </p:cNvPr>
          <p:cNvSpPr/>
          <p:nvPr/>
        </p:nvSpPr>
        <p:spPr>
          <a:xfrm>
            <a:off x="2864873" y="34483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7" name="Rectangle 56">
            <a:extLst>
              <a:ext uri="{FF2B5EF4-FFF2-40B4-BE49-F238E27FC236}">
                <a16:creationId xmlns:a16="http://schemas.microsoft.com/office/drawing/2014/main" id="{C7F2E94E-F1C5-C08C-537F-96875DC804D8}"/>
              </a:ext>
            </a:extLst>
          </p:cNvPr>
          <p:cNvSpPr/>
          <p:nvPr/>
        </p:nvSpPr>
        <p:spPr>
          <a:xfrm>
            <a:off x="3619475" y="34481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8" name="Rectangle 57">
            <a:extLst>
              <a:ext uri="{FF2B5EF4-FFF2-40B4-BE49-F238E27FC236}">
                <a16:creationId xmlns:a16="http://schemas.microsoft.com/office/drawing/2014/main" id="{44B515E9-9237-359A-AFD5-547C32DEB774}"/>
              </a:ext>
            </a:extLst>
          </p:cNvPr>
          <p:cNvSpPr/>
          <p:nvPr/>
        </p:nvSpPr>
        <p:spPr>
          <a:xfrm>
            <a:off x="4374077" y="344789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9" name="Rectangle 58">
            <a:extLst>
              <a:ext uri="{FF2B5EF4-FFF2-40B4-BE49-F238E27FC236}">
                <a16:creationId xmlns:a16="http://schemas.microsoft.com/office/drawing/2014/main" id="{148D3212-F91A-6FAF-2EC0-D0CE6F328669}"/>
              </a:ext>
            </a:extLst>
          </p:cNvPr>
          <p:cNvSpPr/>
          <p:nvPr/>
        </p:nvSpPr>
        <p:spPr>
          <a:xfrm>
            <a:off x="5121732" y="344810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TextBox 59">
            <a:extLst>
              <a:ext uri="{FF2B5EF4-FFF2-40B4-BE49-F238E27FC236}">
                <a16:creationId xmlns:a16="http://schemas.microsoft.com/office/drawing/2014/main" id="{51D0D968-0221-EDFD-D4DC-C0AE32A7519E}"/>
              </a:ext>
            </a:extLst>
          </p:cNvPr>
          <p:cNvSpPr txBox="1"/>
          <p:nvPr/>
        </p:nvSpPr>
        <p:spPr>
          <a:xfrm>
            <a:off x="1583598" y="2308538"/>
            <a:ext cx="258404" cy="369332"/>
          </a:xfrm>
          <a:prstGeom prst="rect">
            <a:avLst/>
          </a:prstGeom>
          <a:noFill/>
        </p:spPr>
        <p:txBody>
          <a:bodyPr wrap="none" rtlCol="0">
            <a:spAutoFit/>
          </a:bodyPr>
          <a:lstStyle/>
          <a:p>
            <a:r>
              <a:rPr lang="en-US"/>
              <a:t>J</a:t>
            </a:r>
          </a:p>
        </p:txBody>
      </p:sp>
      <p:sp>
        <p:nvSpPr>
          <p:cNvPr id="61" name="TextBox 60">
            <a:extLst>
              <a:ext uri="{FF2B5EF4-FFF2-40B4-BE49-F238E27FC236}">
                <a16:creationId xmlns:a16="http://schemas.microsoft.com/office/drawing/2014/main" id="{380A8B7B-CF4E-54A0-8305-F5F2B9C99798}"/>
              </a:ext>
            </a:extLst>
          </p:cNvPr>
          <p:cNvSpPr txBox="1"/>
          <p:nvPr/>
        </p:nvSpPr>
        <p:spPr>
          <a:xfrm>
            <a:off x="2333047" y="2308538"/>
            <a:ext cx="242374" cy="369332"/>
          </a:xfrm>
          <a:prstGeom prst="rect">
            <a:avLst/>
          </a:prstGeom>
          <a:noFill/>
        </p:spPr>
        <p:txBody>
          <a:bodyPr wrap="none" rtlCol="0">
            <a:spAutoFit/>
          </a:bodyPr>
          <a:lstStyle/>
          <a:p>
            <a:r>
              <a:rPr lang="en-US"/>
              <a:t>I</a:t>
            </a:r>
          </a:p>
        </p:txBody>
      </p:sp>
      <p:sp>
        <p:nvSpPr>
          <p:cNvPr id="62" name="TextBox 61">
            <a:extLst>
              <a:ext uri="{FF2B5EF4-FFF2-40B4-BE49-F238E27FC236}">
                <a16:creationId xmlns:a16="http://schemas.microsoft.com/office/drawing/2014/main" id="{69FBE399-0612-E14C-D790-75ECBB9C7785}"/>
              </a:ext>
            </a:extLst>
          </p:cNvPr>
          <p:cNvSpPr txBox="1"/>
          <p:nvPr/>
        </p:nvSpPr>
        <p:spPr>
          <a:xfrm>
            <a:off x="2328712" y="3463395"/>
            <a:ext cx="301686" cy="369332"/>
          </a:xfrm>
          <a:prstGeom prst="rect">
            <a:avLst/>
          </a:prstGeom>
          <a:noFill/>
        </p:spPr>
        <p:txBody>
          <a:bodyPr wrap="none" rtlCol="0">
            <a:spAutoFit/>
          </a:bodyPr>
          <a:lstStyle/>
          <a:p>
            <a:r>
              <a:rPr lang="en-US"/>
              <a:t>0</a:t>
            </a:r>
          </a:p>
        </p:txBody>
      </p:sp>
      <p:sp>
        <p:nvSpPr>
          <p:cNvPr id="63" name="TextBox 62">
            <a:extLst>
              <a:ext uri="{FF2B5EF4-FFF2-40B4-BE49-F238E27FC236}">
                <a16:creationId xmlns:a16="http://schemas.microsoft.com/office/drawing/2014/main" id="{71782E3B-ED3F-2817-4C42-52E78ACCA5E7}"/>
              </a:ext>
            </a:extLst>
          </p:cNvPr>
          <p:cNvSpPr txBox="1"/>
          <p:nvPr/>
        </p:nvSpPr>
        <p:spPr>
          <a:xfrm>
            <a:off x="3090678" y="3463395"/>
            <a:ext cx="301686" cy="369332"/>
          </a:xfrm>
          <a:prstGeom prst="rect">
            <a:avLst/>
          </a:prstGeom>
          <a:noFill/>
        </p:spPr>
        <p:txBody>
          <a:bodyPr wrap="none" rtlCol="0">
            <a:spAutoFit/>
          </a:bodyPr>
          <a:lstStyle/>
          <a:p>
            <a:r>
              <a:rPr lang="en-US"/>
              <a:t>1</a:t>
            </a:r>
          </a:p>
        </p:txBody>
      </p:sp>
      <p:sp>
        <p:nvSpPr>
          <p:cNvPr id="64" name="TextBox 63">
            <a:extLst>
              <a:ext uri="{FF2B5EF4-FFF2-40B4-BE49-F238E27FC236}">
                <a16:creationId xmlns:a16="http://schemas.microsoft.com/office/drawing/2014/main" id="{3AC1152B-269C-D406-8C6D-E6D839BF07F0}"/>
              </a:ext>
            </a:extLst>
          </p:cNvPr>
          <p:cNvSpPr txBox="1"/>
          <p:nvPr/>
        </p:nvSpPr>
        <p:spPr>
          <a:xfrm>
            <a:off x="3837916" y="3463395"/>
            <a:ext cx="301686" cy="369332"/>
          </a:xfrm>
          <a:prstGeom prst="rect">
            <a:avLst/>
          </a:prstGeom>
          <a:noFill/>
        </p:spPr>
        <p:txBody>
          <a:bodyPr wrap="none" rtlCol="0">
            <a:spAutoFit/>
          </a:bodyPr>
          <a:lstStyle/>
          <a:p>
            <a:r>
              <a:rPr lang="en-US"/>
              <a:t>2</a:t>
            </a:r>
          </a:p>
        </p:txBody>
      </p:sp>
      <p:sp>
        <p:nvSpPr>
          <p:cNvPr id="65" name="TextBox 64">
            <a:extLst>
              <a:ext uri="{FF2B5EF4-FFF2-40B4-BE49-F238E27FC236}">
                <a16:creationId xmlns:a16="http://schemas.microsoft.com/office/drawing/2014/main" id="{BCAA0A97-38F2-63AD-83DC-06B41C100695}"/>
              </a:ext>
            </a:extLst>
          </p:cNvPr>
          <p:cNvSpPr txBox="1"/>
          <p:nvPr/>
        </p:nvSpPr>
        <p:spPr>
          <a:xfrm>
            <a:off x="4599882" y="3463395"/>
            <a:ext cx="301686" cy="369332"/>
          </a:xfrm>
          <a:prstGeom prst="rect">
            <a:avLst/>
          </a:prstGeom>
          <a:noFill/>
        </p:spPr>
        <p:txBody>
          <a:bodyPr wrap="none" rtlCol="0">
            <a:spAutoFit/>
          </a:bodyPr>
          <a:lstStyle/>
          <a:p>
            <a:r>
              <a:rPr lang="en-US"/>
              <a:t>3</a:t>
            </a:r>
          </a:p>
        </p:txBody>
      </p:sp>
      <p:sp>
        <p:nvSpPr>
          <p:cNvPr id="66" name="TextBox 65">
            <a:extLst>
              <a:ext uri="{FF2B5EF4-FFF2-40B4-BE49-F238E27FC236}">
                <a16:creationId xmlns:a16="http://schemas.microsoft.com/office/drawing/2014/main" id="{41B799DC-5912-5E5C-D4A7-ABC771247D94}"/>
              </a:ext>
            </a:extLst>
          </p:cNvPr>
          <p:cNvSpPr txBox="1"/>
          <p:nvPr/>
        </p:nvSpPr>
        <p:spPr>
          <a:xfrm>
            <a:off x="5354484" y="3463395"/>
            <a:ext cx="301686" cy="369332"/>
          </a:xfrm>
          <a:prstGeom prst="rect">
            <a:avLst/>
          </a:prstGeom>
          <a:noFill/>
        </p:spPr>
        <p:txBody>
          <a:bodyPr wrap="none" rtlCol="0">
            <a:spAutoFit/>
          </a:bodyPr>
          <a:lstStyle/>
          <a:p>
            <a:r>
              <a:rPr lang="en-US"/>
              <a:t>1</a:t>
            </a:r>
          </a:p>
        </p:txBody>
      </p:sp>
      <p:sp>
        <p:nvSpPr>
          <p:cNvPr id="67" name="TextBox 66">
            <a:extLst>
              <a:ext uri="{FF2B5EF4-FFF2-40B4-BE49-F238E27FC236}">
                <a16:creationId xmlns:a16="http://schemas.microsoft.com/office/drawing/2014/main" id="{7B1DA7C3-8B64-F966-1DB6-B8403701AC5D}"/>
              </a:ext>
            </a:extLst>
          </p:cNvPr>
          <p:cNvSpPr txBox="1"/>
          <p:nvPr/>
        </p:nvSpPr>
        <p:spPr>
          <a:xfrm>
            <a:off x="7031115" y="4996569"/>
            <a:ext cx="1895071" cy="369332"/>
          </a:xfrm>
          <a:prstGeom prst="rect">
            <a:avLst/>
          </a:prstGeom>
          <a:noFill/>
        </p:spPr>
        <p:txBody>
          <a:bodyPr wrap="square" rtlCol="0">
            <a:spAutoFit/>
          </a:bodyPr>
          <a:lstStyle/>
          <a:p>
            <a:r>
              <a:rPr lang="en-VN"/>
              <a:t>Time Complexity?</a:t>
            </a:r>
          </a:p>
        </p:txBody>
      </p:sp>
      <mc:AlternateContent xmlns:mc="http://schemas.openxmlformats.org/markup-compatibility/2006" xmlns:a14="http://schemas.microsoft.com/office/drawing/2010/main">
        <mc:Choice Requires="a14">
          <p:sp>
            <p:nvSpPr>
              <p:cNvPr id="68" name="Explosion 1 67">
                <a:extLst>
                  <a:ext uri="{FF2B5EF4-FFF2-40B4-BE49-F238E27FC236}">
                    <a16:creationId xmlns:a16="http://schemas.microsoft.com/office/drawing/2014/main" id="{48E8FC7C-17D5-FF59-B937-85BDDCD396D6}"/>
                  </a:ext>
                </a:extLst>
              </p:cNvPr>
              <p:cNvSpPr/>
              <p:nvPr/>
            </p:nvSpPr>
            <p:spPr>
              <a:xfrm>
                <a:off x="9101470" y="4800601"/>
                <a:ext cx="2105247" cy="786809"/>
              </a:xfrm>
              <a:prstGeom prst="irregularSeal1">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Θ</m:t>
                    </m:r>
                  </m:oMath>
                </a14:m>
                <a:r>
                  <a:rPr lang="en-VN"/>
                  <a:t>(</a:t>
                </a:r>
                <a14:m>
                  <m:oMath xmlns:m="http://schemas.openxmlformats.org/officeDocument/2006/math">
                    <m:r>
                      <a:rPr lang="en-US" b="0" i="1" smtClean="0">
                        <a:latin typeface="Cambria Math" panose="02040503050406030204" pitchFamily="18" charset="0"/>
                        <a:ea typeface="Cambria Math" panose="02040503050406030204" pitchFamily="18" charset="0"/>
                      </a:rPr>
                      <m:t>𝑚</m:t>
                    </m:r>
                  </m:oMath>
                </a14:m>
                <a:r>
                  <a:rPr lang="en-VN"/>
                  <a:t>)</a:t>
                </a:r>
              </a:p>
            </p:txBody>
          </p:sp>
        </mc:Choice>
        <mc:Fallback xmlns="">
          <p:sp>
            <p:nvSpPr>
              <p:cNvPr id="68" name="Explosion 1 67">
                <a:extLst>
                  <a:ext uri="{FF2B5EF4-FFF2-40B4-BE49-F238E27FC236}">
                    <a16:creationId xmlns:a16="http://schemas.microsoft.com/office/drawing/2014/main" id="{48E8FC7C-17D5-FF59-B937-85BDDCD396D6}"/>
                  </a:ext>
                </a:extLst>
              </p:cNvPr>
              <p:cNvSpPr>
                <a:spLocks noRot="1" noChangeAspect="1" noMove="1" noResize="1" noEditPoints="1" noAdjustHandles="1" noChangeArrowheads="1" noChangeShapeType="1" noTextEdit="1"/>
              </p:cNvSpPr>
              <p:nvPr/>
            </p:nvSpPr>
            <p:spPr>
              <a:xfrm>
                <a:off x="9101470" y="4800601"/>
                <a:ext cx="2105247" cy="786809"/>
              </a:xfrm>
              <a:prstGeom prst="irregularSeal1">
                <a:avLst/>
              </a:prstGeom>
              <a:blipFill>
                <a:blip r:embed="rId2"/>
                <a:stretch>
                  <a:fillRect/>
                </a:stretch>
              </a:blipFill>
            </p:spPr>
            <p:txBody>
              <a:bodyPr/>
              <a:lstStyle/>
              <a:p>
                <a:r>
                  <a:rPr lang="en-US">
                    <a:noFill/>
                  </a:rPr>
                  <a:t> </a:t>
                </a:r>
              </a:p>
            </p:txBody>
          </p:sp>
        </mc:Fallback>
      </mc:AlternateContent>
      <p:sp>
        <p:nvSpPr>
          <p:cNvPr id="69" name="TextBox 68">
            <a:extLst>
              <a:ext uri="{FF2B5EF4-FFF2-40B4-BE49-F238E27FC236}">
                <a16:creationId xmlns:a16="http://schemas.microsoft.com/office/drawing/2014/main" id="{CCE66F49-FB5C-ADDA-1263-0EDC6A45E63B}"/>
              </a:ext>
            </a:extLst>
          </p:cNvPr>
          <p:cNvSpPr txBox="1"/>
          <p:nvPr/>
        </p:nvSpPr>
        <p:spPr>
          <a:xfrm>
            <a:off x="7031115" y="6060558"/>
            <a:ext cx="1946367" cy="369332"/>
          </a:xfrm>
          <a:prstGeom prst="rect">
            <a:avLst/>
          </a:prstGeom>
          <a:noFill/>
        </p:spPr>
        <p:txBody>
          <a:bodyPr wrap="none" rtlCol="0">
            <a:spAutoFit/>
          </a:bodyPr>
          <a:lstStyle/>
          <a:p>
            <a:r>
              <a:rPr lang="en-VN"/>
              <a:t>Space Complexity?</a:t>
            </a:r>
          </a:p>
        </p:txBody>
      </p:sp>
      <mc:AlternateContent xmlns:mc="http://schemas.openxmlformats.org/markup-compatibility/2006" xmlns:a14="http://schemas.microsoft.com/office/drawing/2010/main">
        <mc:Choice Requires="a14">
          <p:sp>
            <p:nvSpPr>
              <p:cNvPr id="70" name="Explosion 1 69">
                <a:extLst>
                  <a:ext uri="{FF2B5EF4-FFF2-40B4-BE49-F238E27FC236}">
                    <a16:creationId xmlns:a16="http://schemas.microsoft.com/office/drawing/2014/main" id="{973B52AA-2674-0124-526A-272B2977C6B2}"/>
                  </a:ext>
                </a:extLst>
              </p:cNvPr>
              <p:cNvSpPr/>
              <p:nvPr/>
            </p:nvSpPr>
            <p:spPr>
              <a:xfrm>
                <a:off x="9101470" y="5906037"/>
                <a:ext cx="2020187" cy="893135"/>
              </a:xfrm>
              <a:prstGeom prst="irregularSeal1">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sty m:val="p"/>
                      </m:rPr>
                      <a:rPr lang="el-GR" i="1" smtClean="0">
                        <a:solidFill>
                          <a:sysClr val="windowText" lastClr="000000"/>
                        </a:solidFill>
                        <a:latin typeface="Cambria Math" panose="02040503050406030204" pitchFamily="18" charset="0"/>
                        <a:ea typeface="Cambria Math" panose="02040503050406030204" pitchFamily="18" charset="0"/>
                      </a:rPr>
                      <m:t>Θ</m:t>
                    </m:r>
                  </m:oMath>
                </a14:m>
                <a:r>
                  <a:rPr lang="en-VN">
                    <a:solidFill>
                      <a:sysClr val="windowText" lastClr="000000"/>
                    </a:solidFill>
                  </a:rPr>
                  <a:t>(</a:t>
                </a:r>
                <a14:m>
                  <m:oMath xmlns:m="http://schemas.openxmlformats.org/officeDocument/2006/math">
                    <m:r>
                      <a:rPr lang="en-US" b="0" i="1" smtClean="0">
                        <a:solidFill>
                          <a:sysClr val="windowText" lastClr="000000"/>
                        </a:solidFill>
                        <a:latin typeface="Cambria Math" panose="02040503050406030204" pitchFamily="18" charset="0"/>
                      </a:rPr>
                      <m:t>𝑚</m:t>
                    </m:r>
                  </m:oMath>
                </a14:m>
                <a:r>
                  <a:rPr lang="en-VN">
                    <a:solidFill>
                      <a:sysClr val="windowText" lastClr="000000"/>
                    </a:solidFill>
                  </a:rPr>
                  <a:t>)</a:t>
                </a:r>
              </a:p>
            </p:txBody>
          </p:sp>
        </mc:Choice>
        <mc:Fallback xmlns="">
          <p:sp>
            <p:nvSpPr>
              <p:cNvPr id="70" name="Explosion 1 69">
                <a:extLst>
                  <a:ext uri="{FF2B5EF4-FFF2-40B4-BE49-F238E27FC236}">
                    <a16:creationId xmlns:a16="http://schemas.microsoft.com/office/drawing/2014/main" id="{973B52AA-2674-0124-526A-272B2977C6B2}"/>
                  </a:ext>
                </a:extLst>
              </p:cNvPr>
              <p:cNvSpPr>
                <a:spLocks noRot="1" noChangeAspect="1" noMove="1" noResize="1" noEditPoints="1" noAdjustHandles="1" noChangeArrowheads="1" noChangeShapeType="1" noTextEdit="1"/>
              </p:cNvSpPr>
              <p:nvPr/>
            </p:nvSpPr>
            <p:spPr>
              <a:xfrm>
                <a:off x="9101470" y="5906037"/>
                <a:ext cx="2020187" cy="893135"/>
              </a:xfrm>
              <a:prstGeom prst="irregularSeal1">
                <a:avLst/>
              </a:prstGeom>
              <a:blipFill>
                <a:blip r:embed="rId3"/>
                <a:stretch>
                  <a:fillRect/>
                </a:stretch>
              </a:blipFill>
            </p:spPr>
            <p:txBody>
              <a:bodyPr/>
              <a:lstStyle/>
              <a:p>
                <a:r>
                  <a:rPr lang="en-US">
                    <a:noFill/>
                  </a:rPr>
                  <a:t> </a:t>
                </a:r>
              </a:p>
            </p:txBody>
          </p:sp>
        </mc:Fallback>
      </mc:AlternateContent>
      <p:pic>
        <p:nvPicPr>
          <p:cNvPr id="3" name="Picture 2" descr="A blue and white logo&#10;&#10;Description automatically generated">
            <a:extLst>
              <a:ext uri="{FF2B5EF4-FFF2-40B4-BE49-F238E27FC236}">
                <a16:creationId xmlns:a16="http://schemas.microsoft.com/office/drawing/2014/main" id="{F0AA9C8D-E05D-167B-AFD9-39C27738F3D6}"/>
              </a:ext>
            </a:extLst>
          </p:cNvPr>
          <p:cNvPicPr>
            <a:picLocks noChangeAspect="1"/>
          </p:cNvPicPr>
          <p:nvPr/>
        </p:nvPicPr>
        <p:blipFill>
          <a:blip r:embed="rId4"/>
          <a:srcRect r="3" b="3"/>
          <a:stretch/>
        </p:blipFill>
        <p:spPr>
          <a:xfrm>
            <a:off x="0" y="0"/>
            <a:ext cx="915076" cy="915076"/>
          </a:xfrm>
          <a:prstGeom prst="rect">
            <a:avLst/>
          </a:prstGeom>
        </p:spPr>
      </p:pic>
    </p:spTree>
    <p:extLst>
      <p:ext uri="{BB962C8B-B14F-4D97-AF65-F5344CB8AC3E}">
        <p14:creationId xmlns:p14="http://schemas.microsoft.com/office/powerpoint/2010/main" val="9259495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48"/>
                                        </p:tgtEl>
                                        <p:attrNameLst>
                                          <p:attrName>style.visibility</p:attrName>
                                        </p:attrNameLst>
                                      </p:cBhvr>
                                      <p:to>
                                        <p:strVal val="visible"/>
                                      </p:to>
                                    </p:set>
                                    <p:animEffect transition="in" filter="fade">
                                      <p:cBhvr>
                                        <p:cTn id="10" dur="500"/>
                                        <p:tgtEl>
                                          <p:spTgt spid="4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49"/>
                                        </p:tgtEl>
                                        <p:attrNameLst>
                                          <p:attrName>style.visibility</p:attrName>
                                        </p:attrNameLst>
                                      </p:cBhvr>
                                      <p:to>
                                        <p:strVal val="visible"/>
                                      </p:to>
                                    </p:set>
                                    <p:animEffect transition="in" filter="fade">
                                      <p:cBhvr>
                                        <p:cTn id="13" dur="500"/>
                                        <p:tgtEl>
                                          <p:spTgt spid="4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50"/>
                                        </p:tgtEl>
                                        <p:attrNameLst>
                                          <p:attrName>style.visibility</p:attrName>
                                        </p:attrNameLst>
                                      </p:cBhvr>
                                      <p:to>
                                        <p:strVal val="visible"/>
                                      </p:to>
                                    </p:set>
                                    <p:animEffect transition="in" filter="fade">
                                      <p:cBhvr>
                                        <p:cTn id="16" dur="500"/>
                                        <p:tgtEl>
                                          <p:spTgt spid="5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51"/>
                                        </p:tgtEl>
                                        <p:attrNameLst>
                                          <p:attrName>style.visibility</p:attrName>
                                        </p:attrNameLst>
                                      </p:cBhvr>
                                      <p:to>
                                        <p:strVal val="visible"/>
                                      </p:to>
                                    </p:set>
                                    <p:animEffect transition="in" filter="fade">
                                      <p:cBhvr>
                                        <p:cTn id="19" dur="500"/>
                                        <p:tgtEl>
                                          <p:spTgt spid="5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52"/>
                                        </p:tgtEl>
                                        <p:attrNameLst>
                                          <p:attrName>style.visibility</p:attrName>
                                        </p:attrNameLst>
                                      </p:cBhvr>
                                      <p:to>
                                        <p:strVal val="visible"/>
                                      </p:to>
                                    </p:set>
                                    <p:animEffect transition="in" filter="fade">
                                      <p:cBhvr>
                                        <p:cTn id="22" dur="500"/>
                                        <p:tgtEl>
                                          <p:spTgt spid="52"/>
                                        </p:tgtEl>
                                      </p:cBhvr>
                                    </p:animEffect>
                                  </p:childTnLst>
                                </p:cTn>
                              </p:par>
                              <p:par>
                                <p:cTn id="23" presetID="42" presetClass="path" presetSubtype="0" accel="50000" decel="50000" fill="hold" grpId="1" nodeType="withEffect">
                                  <p:stCondLst>
                                    <p:cond delay="0"/>
                                  </p:stCondLst>
                                  <p:childTnLst>
                                    <p:animMotion origin="layout" path="M 2.70833E-6 4.07407E-6 L 0.00091 -0.21389 " pathEditMode="relative" rAng="0" ptsTypes="AA">
                                      <p:cBhvr>
                                        <p:cTn id="24" dur="2000" fill="hold"/>
                                        <p:tgtEl>
                                          <p:spTgt spid="47"/>
                                        </p:tgtEl>
                                        <p:attrNameLst>
                                          <p:attrName>ppt_x</p:attrName>
                                          <p:attrName>ppt_y</p:attrName>
                                        </p:attrNameLst>
                                      </p:cBhvr>
                                      <p:rCtr x="39" y="-10694"/>
                                    </p:animMotion>
                                  </p:childTnLst>
                                </p:cTn>
                              </p:par>
                              <p:par>
                                <p:cTn id="25" presetID="42" presetClass="path" presetSubtype="0" accel="50000" decel="50000" fill="hold" grpId="1" nodeType="withEffect">
                                  <p:stCondLst>
                                    <p:cond delay="0"/>
                                  </p:stCondLst>
                                  <p:childTnLst>
                                    <p:animMotion origin="layout" path="M 3.54167E-6 4.07407E-6 L 3.54167E-6 -0.21389 " pathEditMode="relative" rAng="0" ptsTypes="AA">
                                      <p:cBhvr>
                                        <p:cTn id="26" dur="2000" fill="hold"/>
                                        <p:tgtEl>
                                          <p:spTgt spid="48"/>
                                        </p:tgtEl>
                                        <p:attrNameLst>
                                          <p:attrName>ppt_x</p:attrName>
                                          <p:attrName>ppt_y</p:attrName>
                                        </p:attrNameLst>
                                      </p:cBhvr>
                                      <p:rCtr x="0" y="-10694"/>
                                    </p:animMotion>
                                  </p:childTnLst>
                                </p:cTn>
                              </p:par>
                              <p:par>
                                <p:cTn id="27" presetID="42" presetClass="path" presetSubtype="0" accel="50000" decel="50000" fill="hold" grpId="1" nodeType="withEffect">
                                  <p:stCondLst>
                                    <p:cond delay="0"/>
                                  </p:stCondLst>
                                  <p:childTnLst>
                                    <p:animMotion origin="layout" path="M 4.58333E-6 4.07407E-6 L 4.58333E-6 -0.21389 " pathEditMode="relative" rAng="0" ptsTypes="AA">
                                      <p:cBhvr>
                                        <p:cTn id="28" dur="2000" fill="hold"/>
                                        <p:tgtEl>
                                          <p:spTgt spid="49"/>
                                        </p:tgtEl>
                                        <p:attrNameLst>
                                          <p:attrName>ppt_x</p:attrName>
                                          <p:attrName>ppt_y</p:attrName>
                                        </p:attrNameLst>
                                      </p:cBhvr>
                                      <p:rCtr x="0" y="-10694"/>
                                    </p:animMotion>
                                  </p:childTnLst>
                                </p:cTn>
                              </p:par>
                              <p:par>
                                <p:cTn id="29" presetID="42" presetClass="path" presetSubtype="0" accel="50000" decel="50000" fill="hold" grpId="1" nodeType="withEffect">
                                  <p:stCondLst>
                                    <p:cond delay="0"/>
                                  </p:stCondLst>
                                  <p:childTnLst>
                                    <p:animMotion origin="layout" path="M -4.375E-6 4.07407E-6 L -4.375E-6 -0.21366 " pathEditMode="relative" rAng="0" ptsTypes="AA">
                                      <p:cBhvr>
                                        <p:cTn id="30" dur="2000" fill="hold"/>
                                        <p:tgtEl>
                                          <p:spTgt spid="50"/>
                                        </p:tgtEl>
                                        <p:attrNameLst>
                                          <p:attrName>ppt_x</p:attrName>
                                          <p:attrName>ppt_y</p:attrName>
                                        </p:attrNameLst>
                                      </p:cBhvr>
                                      <p:rCtr x="0" y="-10694"/>
                                    </p:animMotion>
                                  </p:childTnLst>
                                </p:cTn>
                              </p:par>
                              <p:par>
                                <p:cTn id="31" presetID="42" presetClass="path" presetSubtype="0" accel="50000" decel="50000" fill="hold" grpId="1" nodeType="withEffect">
                                  <p:stCondLst>
                                    <p:cond delay="0"/>
                                  </p:stCondLst>
                                  <p:childTnLst>
                                    <p:animMotion origin="layout" path="M -3.54167E-6 4.07407E-6 L -3.54167E-6 -0.2132 " pathEditMode="relative" rAng="0" ptsTypes="AA">
                                      <p:cBhvr>
                                        <p:cTn id="32" dur="2000" fill="hold"/>
                                        <p:tgtEl>
                                          <p:spTgt spid="51"/>
                                        </p:tgtEl>
                                        <p:attrNameLst>
                                          <p:attrName>ppt_x</p:attrName>
                                          <p:attrName>ppt_y</p:attrName>
                                        </p:attrNameLst>
                                      </p:cBhvr>
                                      <p:rCtr x="0" y="-10671"/>
                                    </p:animMotion>
                                  </p:childTnLst>
                                </p:cTn>
                              </p:par>
                              <p:par>
                                <p:cTn id="33" presetID="42" presetClass="path" presetSubtype="0" accel="50000" decel="50000" fill="hold" grpId="1" nodeType="withEffect">
                                  <p:stCondLst>
                                    <p:cond delay="0"/>
                                  </p:stCondLst>
                                  <p:childTnLst>
                                    <p:animMotion origin="layout" path="M -2.5E-6 4.07407E-6 L -2.5E-6 -0.2132 " pathEditMode="relative" rAng="0" ptsTypes="AA">
                                      <p:cBhvr>
                                        <p:cTn id="34" dur="2000" fill="hold"/>
                                        <p:tgtEl>
                                          <p:spTgt spid="52"/>
                                        </p:tgtEl>
                                        <p:attrNameLst>
                                          <p:attrName>ppt_x</p:attrName>
                                          <p:attrName>ppt_y</p:attrName>
                                        </p:attrNameLst>
                                      </p:cBhvr>
                                      <p:rCtr x="0" y="-10671"/>
                                    </p:animMotion>
                                  </p:childTnLst>
                                </p:cTn>
                              </p:par>
                            </p:childTnLst>
                          </p:cTn>
                        </p:par>
                        <p:par>
                          <p:cTn id="35" fill="hold">
                            <p:stCondLst>
                              <p:cond delay="2000"/>
                            </p:stCondLst>
                            <p:childTnLst>
                              <p:par>
                                <p:cTn id="36" presetID="10" presetClass="entr" presetSubtype="0" fill="hold" grpId="0" nodeType="afterEffect">
                                  <p:stCondLst>
                                    <p:cond delay="25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500"/>
                                        <p:tgtEl>
                                          <p:spTgt spid="54"/>
                                        </p:tgtEl>
                                      </p:cBhvr>
                                    </p:animEffect>
                                  </p:childTnLst>
                                </p:cTn>
                              </p:par>
                              <p:par>
                                <p:cTn id="39" presetID="10" presetClass="entr" presetSubtype="0" fill="hold" grpId="0" nodeType="withEffect">
                                  <p:stCondLst>
                                    <p:cond delay="250"/>
                                  </p:stCondLst>
                                  <p:childTnLst>
                                    <p:set>
                                      <p:cBhvr>
                                        <p:cTn id="40" dur="1" fill="hold">
                                          <p:stCondLst>
                                            <p:cond delay="0"/>
                                          </p:stCondLst>
                                        </p:cTn>
                                        <p:tgtEl>
                                          <p:spTgt spid="55"/>
                                        </p:tgtEl>
                                        <p:attrNameLst>
                                          <p:attrName>style.visibility</p:attrName>
                                        </p:attrNameLst>
                                      </p:cBhvr>
                                      <p:to>
                                        <p:strVal val="visible"/>
                                      </p:to>
                                    </p:set>
                                    <p:animEffect transition="in" filter="fade">
                                      <p:cBhvr>
                                        <p:cTn id="41" dur="500"/>
                                        <p:tgtEl>
                                          <p:spTgt spid="55"/>
                                        </p:tgtEl>
                                      </p:cBhvr>
                                    </p:animEffect>
                                  </p:childTnLst>
                                </p:cTn>
                              </p:par>
                              <p:par>
                                <p:cTn id="42" presetID="10" presetClass="entr" presetSubtype="0" fill="hold" grpId="0" nodeType="withEffect">
                                  <p:stCondLst>
                                    <p:cond delay="250"/>
                                  </p:stCondLst>
                                  <p:childTnLst>
                                    <p:set>
                                      <p:cBhvr>
                                        <p:cTn id="43" dur="1" fill="hold">
                                          <p:stCondLst>
                                            <p:cond delay="0"/>
                                          </p:stCondLst>
                                        </p:cTn>
                                        <p:tgtEl>
                                          <p:spTgt spid="56"/>
                                        </p:tgtEl>
                                        <p:attrNameLst>
                                          <p:attrName>style.visibility</p:attrName>
                                        </p:attrNameLst>
                                      </p:cBhvr>
                                      <p:to>
                                        <p:strVal val="visible"/>
                                      </p:to>
                                    </p:set>
                                    <p:animEffect transition="in" filter="fade">
                                      <p:cBhvr>
                                        <p:cTn id="44" dur="500"/>
                                        <p:tgtEl>
                                          <p:spTgt spid="56"/>
                                        </p:tgtEl>
                                      </p:cBhvr>
                                    </p:animEffect>
                                  </p:childTnLst>
                                </p:cTn>
                              </p:par>
                              <p:par>
                                <p:cTn id="45" presetID="10" presetClass="entr" presetSubtype="0" fill="hold" grpId="0" nodeType="withEffect">
                                  <p:stCondLst>
                                    <p:cond delay="25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500"/>
                                        <p:tgtEl>
                                          <p:spTgt spid="57"/>
                                        </p:tgtEl>
                                      </p:cBhvr>
                                    </p:animEffect>
                                  </p:childTnLst>
                                </p:cTn>
                              </p:par>
                              <p:par>
                                <p:cTn id="48" presetID="10" presetClass="entr" presetSubtype="0" fill="hold" grpId="0" nodeType="withEffect">
                                  <p:stCondLst>
                                    <p:cond delay="25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500"/>
                                        <p:tgtEl>
                                          <p:spTgt spid="58"/>
                                        </p:tgtEl>
                                      </p:cBhvr>
                                    </p:animEffect>
                                  </p:childTnLst>
                                </p:cTn>
                              </p:par>
                              <p:par>
                                <p:cTn id="51" presetID="10" presetClass="entr" presetSubtype="0" fill="hold" grpId="0" nodeType="withEffect">
                                  <p:stCondLst>
                                    <p:cond delay="25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500"/>
                                        <p:tgtEl>
                                          <p:spTgt spid="59"/>
                                        </p:tgtEl>
                                      </p:cBhvr>
                                    </p:animEffect>
                                  </p:childTnLst>
                                </p:cTn>
                              </p:par>
                            </p:childTnLst>
                          </p:cTn>
                        </p:par>
                        <p:par>
                          <p:cTn id="54" fill="hold">
                            <p:stCondLst>
                              <p:cond delay="2750"/>
                            </p:stCondLst>
                            <p:childTnLst>
                              <p:par>
                                <p:cTn id="55" presetID="10" presetClass="entr" presetSubtype="0" fill="hold" grpId="0" nodeType="afterEffect">
                                  <p:stCondLst>
                                    <p:cond delay="250"/>
                                  </p:stCondLst>
                                  <p:childTnLst>
                                    <p:set>
                                      <p:cBhvr>
                                        <p:cTn id="56" dur="1" fill="hold">
                                          <p:stCondLst>
                                            <p:cond delay="0"/>
                                          </p:stCondLst>
                                        </p:cTn>
                                        <p:tgtEl>
                                          <p:spTgt spid="60"/>
                                        </p:tgtEl>
                                        <p:attrNameLst>
                                          <p:attrName>style.visibility</p:attrName>
                                        </p:attrNameLst>
                                      </p:cBhvr>
                                      <p:to>
                                        <p:strVal val="visible"/>
                                      </p:to>
                                    </p:set>
                                    <p:animEffect transition="in" filter="fade">
                                      <p:cBhvr>
                                        <p:cTn id="57" dur="500"/>
                                        <p:tgtEl>
                                          <p:spTgt spid="60"/>
                                        </p:tgtEl>
                                      </p:cBhvr>
                                    </p:animEffect>
                                  </p:childTnLst>
                                </p:cTn>
                              </p:par>
                              <p:par>
                                <p:cTn id="58" presetID="10" presetClass="entr" presetSubtype="0" fill="hold" grpId="0" nodeType="withEffect">
                                  <p:stCondLst>
                                    <p:cond delay="250"/>
                                  </p:stCondLst>
                                  <p:childTnLst>
                                    <p:set>
                                      <p:cBhvr>
                                        <p:cTn id="59" dur="1" fill="hold">
                                          <p:stCondLst>
                                            <p:cond delay="0"/>
                                          </p:stCondLst>
                                        </p:cTn>
                                        <p:tgtEl>
                                          <p:spTgt spid="61"/>
                                        </p:tgtEl>
                                        <p:attrNameLst>
                                          <p:attrName>style.visibility</p:attrName>
                                        </p:attrNameLst>
                                      </p:cBhvr>
                                      <p:to>
                                        <p:strVal val="visible"/>
                                      </p:to>
                                    </p:set>
                                    <p:animEffect transition="in" filter="fade">
                                      <p:cBhvr>
                                        <p:cTn id="60" dur="500"/>
                                        <p:tgtEl>
                                          <p:spTgt spid="6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47"/>
                                        </p:tgtEl>
                                        <p:attrNameLst>
                                          <p:attrName>fillcolor</p:attrName>
                                        </p:attrNameLst>
                                      </p:cBhvr>
                                      <p:to>
                                        <a:srgbClr val="FFFF00"/>
                                      </p:to>
                                    </p:animClr>
                                    <p:set>
                                      <p:cBhvr>
                                        <p:cTn id="65" dur="500" fill="hold"/>
                                        <p:tgtEl>
                                          <p:spTgt spid="47"/>
                                        </p:tgtEl>
                                        <p:attrNameLst>
                                          <p:attrName>fill.type</p:attrName>
                                        </p:attrNameLst>
                                      </p:cBhvr>
                                      <p:to>
                                        <p:strVal val="solid"/>
                                      </p:to>
                                    </p:set>
                                    <p:set>
                                      <p:cBhvr>
                                        <p:cTn id="66" dur="500" fill="hold"/>
                                        <p:tgtEl>
                                          <p:spTgt spid="47"/>
                                        </p:tgtEl>
                                        <p:attrNameLst>
                                          <p:attrName>fill.on</p:attrName>
                                        </p:attrNameLst>
                                      </p:cBhvr>
                                      <p:to>
                                        <p:strVal val="true"/>
                                      </p:to>
                                    </p:set>
                                  </p:childTnLst>
                                </p:cTn>
                              </p:par>
                              <p:par>
                                <p:cTn id="67" presetID="1" presetClass="emph" presetSubtype="2" fill="hold" nodeType="withEffect">
                                  <p:stCondLst>
                                    <p:cond delay="0"/>
                                  </p:stCondLst>
                                  <p:childTnLst>
                                    <p:animClr clrSpc="rgb" dir="cw">
                                      <p:cBhvr>
                                        <p:cTn id="68" dur="500" fill="hold"/>
                                        <p:tgtEl>
                                          <p:spTgt spid="48"/>
                                        </p:tgtEl>
                                        <p:attrNameLst>
                                          <p:attrName>fillcolor</p:attrName>
                                        </p:attrNameLst>
                                      </p:cBhvr>
                                      <p:to>
                                        <a:srgbClr val="FFFF00"/>
                                      </p:to>
                                    </p:animClr>
                                    <p:set>
                                      <p:cBhvr>
                                        <p:cTn id="69" dur="500" fill="hold"/>
                                        <p:tgtEl>
                                          <p:spTgt spid="48"/>
                                        </p:tgtEl>
                                        <p:attrNameLst>
                                          <p:attrName>fill.type</p:attrName>
                                        </p:attrNameLst>
                                      </p:cBhvr>
                                      <p:to>
                                        <p:strVal val="solid"/>
                                      </p:to>
                                    </p:set>
                                    <p:set>
                                      <p:cBhvr>
                                        <p:cTn id="70" dur="500" fill="hold"/>
                                        <p:tgtEl>
                                          <p:spTgt spid="48"/>
                                        </p:tgtEl>
                                        <p:attrNameLst>
                                          <p:attrName>fill.on</p:attrName>
                                        </p:attrNameLst>
                                      </p:cBhvr>
                                      <p:to>
                                        <p:strVal val="true"/>
                                      </p:to>
                                    </p:set>
                                  </p:childTnLst>
                                </p:cTn>
                              </p:par>
                            </p:childTnLst>
                          </p:cTn>
                        </p:par>
                        <p:par>
                          <p:cTn id="71" fill="hold">
                            <p:stCondLst>
                              <p:cond delay="500"/>
                            </p:stCondLst>
                            <p:childTnLst>
                              <p:par>
                                <p:cTn id="72" presetID="1" presetClass="emph" presetSubtype="2" fill="hold" nodeType="afterEffect">
                                  <p:stCondLst>
                                    <p:cond delay="0"/>
                                  </p:stCondLst>
                                  <p:childTnLst>
                                    <p:animClr clrSpc="rgb" dir="cw">
                                      <p:cBhvr>
                                        <p:cTn id="73" dur="500" fill="hold"/>
                                        <p:tgtEl>
                                          <p:spTgt spid="47"/>
                                        </p:tgtEl>
                                        <p:attrNameLst>
                                          <p:attrName>fillcolor</p:attrName>
                                        </p:attrNameLst>
                                      </p:cBhvr>
                                      <p:to>
                                        <a:srgbClr val="FF0000"/>
                                      </p:to>
                                    </p:animClr>
                                    <p:set>
                                      <p:cBhvr>
                                        <p:cTn id="74" dur="500" fill="hold"/>
                                        <p:tgtEl>
                                          <p:spTgt spid="47"/>
                                        </p:tgtEl>
                                        <p:attrNameLst>
                                          <p:attrName>fill.type</p:attrName>
                                        </p:attrNameLst>
                                      </p:cBhvr>
                                      <p:to>
                                        <p:strVal val="solid"/>
                                      </p:to>
                                    </p:set>
                                    <p:set>
                                      <p:cBhvr>
                                        <p:cTn id="75" dur="500" fill="hold"/>
                                        <p:tgtEl>
                                          <p:spTgt spid="47"/>
                                        </p:tgtEl>
                                        <p:attrNameLst>
                                          <p:attrName>fill.on</p:attrName>
                                        </p:attrNameLst>
                                      </p:cBhvr>
                                      <p:to>
                                        <p:strVal val="true"/>
                                      </p:to>
                                    </p:set>
                                  </p:childTnLst>
                                </p:cTn>
                              </p:par>
                              <p:par>
                                <p:cTn id="76" presetID="1" presetClass="emph" presetSubtype="2" fill="hold" nodeType="withEffect">
                                  <p:stCondLst>
                                    <p:cond delay="0"/>
                                  </p:stCondLst>
                                  <p:childTnLst>
                                    <p:animClr clrSpc="rgb" dir="cw">
                                      <p:cBhvr>
                                        <p:cTn id="77" dur="500" fill="hold"/>
                                        <p:tgtEl>
                                          <p:spTgt spid="48"/>
                                        </p:tgtEl>
                                        <p:attrNameLst>
                                          <p:attrName>fillcolor</p:attrName>
                                        </p:attrNameLst>
                                      </p:cBhvr>
                                      <p:to>
                                        <a:srgbClr val="FF0000"/>
                                      </p:to>
                                    </p:animClr>
                                    <p:set>
                                      <p:cBhvr>
                                        <p:cTn id="78" dur="500" fill="hold"/>
                                        <p:tgtEl>
                                          <p:spTgt spid="48"/>
                                        </p:tgtEl>
                                        <p:attrNameLst>
                                          <p:attrName>fill.type</p:attrName>
                                        </p:attrNameLst>
                                      </p:cBhvr>
                                      <p:to>
                                        <p:strVal val="solid"/>
                                      </p:to>
                                    </p:set>
                                    <p:set>
                                      <p:cBhvr>
                                        <p:cTn id="79" dur="500" fill="hold"/>
                                        <p:tgtEl>
                                          <p:spTgt spid="48"/>
                                        </p:tgtEl>
                                        <p:attrNameLst>
                                          <p:attrName>fill.on</p:attrName>
                                        </p:attrNameLst>
                                      </p:cBhvr>
                                      <p:to>
                                        <p:strVal val="true"/>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62"/>
                                        </p:tgtEl>
                                        <p:attrNameLst>
                                          <p:attrName>style.visibility</p:attrName>
                                        </p:attrNameLst>
                                      </p:cBhvr>
                                      <p:to>
                                        <p:strVal val="visible"/>
                                      </p:to>
                                    </p:set>
                                    <p:animEffect transition="in" filter="fade">
                                      <p:cBhvr>
                                        <p:cTn id="84" dur="500"/>
                                        <p:tgtEl>
                                          <p:spTgt spid="62"/>
                                        </p:tgtEl>
                                      </p:cBhvr>
                                    </p:animEffect>
                                  </p:childTnLst>
                                </p:cTn>
                              </p:par>
                            </p:childTnLst>
                          </p:cTn>
                        </p:par>
                        <p:par>
                          <p:cTn id="85" fill="hold">
                            <p:stCondLst>
                              <p:cond delay="500"/>
                            </p:stCondLst>
                            <p:childTnLst>
                              <p:par>
                                <p:cTn id="86" presetID="1" presetClass="emph" presetSubtype="2" fill="hold" nodeType="afterEffect">
                                  <p:stCondLst>
                                    <p:cond delay="500"/>
                                  </p:stCondLst>
                                  <p:childTnLst>
                                    <p:animClr clrSpc="rgb" dir="cw">
                                      <p:cBhvr>
                                        <p:cTn id="87" dur="500" fill="hold"/>
                                        <p:tgtEl>
                                          <p:spTgt spid="47"/>
                                        </p:tgtEl>
                                        <p:attrNameLst>
                                          <p:attrName>fillcolor</p:attrName>
                                        </p:attrNameLst>
                                      </p:cBhvr>
                                      <p:to>
                                        <a:srgbClr val="FFFFFF"/>
                                      </p:to>
                                    </p:animClr>
                                    <p:set>
                                      <p:cBhvr>
                                        <p:cTn id="88" dur="500" fill="hold"/>
                                        <p:tgtEl>
                                          <p:spTgt spid="47"/>
                                        </p:tgtEl>
                                        <p:attrNameLst>
                                          <p:attrName>fill.type</p:attrName>
                                        </p:attrNameLst>
                                      </p:cBhvr>
                                      <p:to>
                                        <p:strVal val="solid"/>
                                      </p:to>
                                    </p:set>
                                    <p:set>
                                      <p:cBhvr>
                                        <p:cTn id="89" dur="500" fill="hold"/>
                                        <p:tgtEl>
                                          <p:spTgt spid="47"/>
                                        </p:tgtEl>
                                        <p:attrNameLst>
                                          <p:attrName>fill.on</p:attrName>
                                        </p:attrNameLst>
                                      </p:cBhvr>
                                      <p:to>
                                        <p:strVal val="true"/>
                                      </p:to>
                                    </p:set>
                                  </p:childTnLst>
                                </p:cTn>
                              </p:par>
                              <p:par>
                                <p:cTn id="90" presetID="1" presetClass="emph" presetSubtype="2" fill="hold" nodeType="withEffect">
                                  <p:stCondLst>
                                    <p:cond delay="500"/>
                                  </p:stCondLst>
                                  <p:childTnLst>
                                    <p:animClr clrSpc="rgb" dir="cw">
                                      <p:cBhvr>
                                        <p:cTn id="91" dur="500" fill="hold"/>
                                        <p:tgtEl>
                                          <p:spTgt spid="48"/>
                                        </p:tgtEl>
                                        <p:attrNameLst>
                                          <p:attrName>fillcolor</p:attrName>
                                        </p:attrNameLst>
                                      </p:cBhvr>
                                      <p:to>
                                        <a:srgbClr val="FFFFFF"/>
                                      </p:to>
                                    </p:animClr>
                                    <p:set>
                                      <p:cBhvr>
                                        <p:cTn id="92" dur="500" fill="hold"/>
                                        <p:tgtEl>
                                          <p:spTgt spid="48"/>
                                        </p:tgtEl>
                                        <p:attrNameLst>
                                          <p:attrName>fill.type</p:attrName>
                                        </p:attrNameLst>
                                      </p:cBhvr>
                                      <p:to>
                                        <p:strVal val="solid"/>
                                      </p:to>
                                    </p:set>
                                    <p:set>
                                      <p:cBhvr>
                                        <p:cTn id="93" dur="500" fill="hold"/>
                                        <p:tgtEl>
                                          <p:spTgt spid="48"/>
                                        </p:tgtEl>
                                        <p:attrNameLst>
                                          <p:attrName>fill.on</p:attrName>
                                        </p:attrNameLst>
                                      </p:cBhvr>
                                      <p:to>
                                        <p:strVal val="true"/>
                                      </p:to>
                                    </p:set>
                                  </p:childTnLst>
                                </p:cTn>
                              </p:par>
                            </p:childTnLst>
                          </p:cTn>
                        </p:par>
                        <p:par>
                          <p:cTn id="94" fill="hold">
                            <p:stCondLst>
                              <p:cond delay="1500"/>
                            </p:stCondLst>
                            <p:childTnLst>
                              <p:par>
                                <p:cTn id="95" presetID="63" presetClass="path" presetSubtype="0" accel="50000" decel="50000" fill="hold" grpId="1" nodeType="afterEffect">
                                  <p:stCondLst>
                                    <p:cond delay="250"/>
                                  </p:stCondLst>
                                  <p:childTnLst>
                                    <p:animMotion origin="layout" path="M -2.08333E-6 4.07407E-6 L 0.06185 4.07407E-6 " pathEditMode="relative" rAng="0" ptsTypes="AA">
                                      <p:cBhvr>
                                        <p:cTn id="96" dur="2000" fill="hold"/>
                                        <p:tgtEl>
                                          <p:spTgt spid="61"/>
                                        </p:tgtEl>
                                        <p:attrNameLst>
                                          <p:attrName>ppt_x</p:attrName>
                                          <p:attrName>ppt_y</p:attrName>
                                        </p:attrNameLst>
                                      </p:cBhvr>
                                      <p:rCtr x="3086" y="0"/>
                                    </p:animMotion>
                                  </p:childTnLst>
                                </p:cTn>
                              </p:par>
                            </p:childTnLst>
                          </p:cTn>
                        </p:par>
                      </p:childTnLst>
                    </p:cTn>
                  </p:par>
                  <p:par>
                    <p:cTn id="97" fill="hold">
                      <p:stCondLst>
                        <p:cond delay="indefinite"/>
                      </p:stCondLst>
                      <p:childTnLst>
                        <p:par>
                          <p:cTn id="98" fill="hold">
                            <p:stCondLst>
                              <p:cond delay="0"/>
                            </p:stCondLst>
                            <p:childTnLst>
                              <p:par>
                                <p:cTn id="99" presetID="1" presetClass="emph" presetSubtype="2" fill="hold" nodeType="clickEffect">
                                  <p:stCondLst>
                                    <p:cond delay="0"/>
                                  </p:stCondLst>
                                  <p:childTnLst>
                                    <p:animClr clrSpc="rgb" dir="cw">
                                      <p:cBhvr>
                                        <p:cTn id="100" dur="500" fill="hold"/>
                                        <p:tgtEl>
                                          <p:spTgt spid="47"/>
                                        </p:tgtEl>
                                        <p:attrNameLst>
                                          <p:attrName>fillcolor</p:attrName>
                                        </p:attrNameLst>
                                      </p:cBhvr>
                                      <p:to>
                                        <a:srgbClr val="FFFF00"/>
                                      </p:to>
                                    </p:animClr>
                                    <p:set>
                                      <p:cBhvr>
                                        <p:cTn id="101" dur="500" fill="hold"/>
                                        <p:tgtEl>
                                          <p:spTgt spid="47"/>
                                        </p:tgtEl>
                                        <p:attrNameLst>
                                          <p:attrName>fill.type</p:attrName>
                                        </p:attrNameLst>
                                      </p:cBhvr>
                                      <p:to>
                                        <p:strVal val="solid"/>
                                      </p:to>
                                    </p:set>
                                    <p:set>
                                      <p:cBhvr>
                                        <p:cTn id="102" dur="500" fill="hold"/>
                                        <p:tgtEl>
                                          <p:spTgt spid="47"/>
                                        </p:tgtEl>
                                        <p:attrNameLst>
                                          <p:attrName>fill.on</p:attrName>
                                        </p:attrNameLst>
                                      </p:cBhvr>
                                      <p:to>
                                        <p:strVal val="true"/>
                                      </p:to>
                                    </p:set>
                                  </p:childTnLst>
                                </p:cTn>
                              </p:par>
                              <p:par>
                                <p:cTn id="103" presetID="1" presetClass="emph" presetSubtype="2" fill="hold" nodeType="withEffect">
                                  <p:stCondLst>
                                    <p:cond delay="0"/>
                                  </p:stCondLst>
                                  <p:childTnLst>
                                    <p:animClr clrSpc="rgb" dir="cw">
                                      <p:cBhvr>
                                        <p:cTn id="104" dur="500" fill="hold"/>
                                        <p:tgtEl>
                                          <p:spTgt spid="49"/>
                                        </p:tgtEl>
                                        <p:attrNameLst>
                                          <p:attrName>fillcolor</p:attrName>
                                        </p:attrNameLst>
                                      </p:cBhvr>
                                      <p:to>
                                        <a:srgbClr val="FFFF00"/>
                                      </p:to>
                                    </p:animClr>
                                    <p:set>
                                      <p:cBhvr>
                                        <p:cTn id="105" dur="500" fill="hold"/>
                                        <p:tgtEl>
                                          <p:spTgt spid="49"/>
                                        </p:tgtEl>
                                        <p:attrNameLst>
                                          <p:attrName>fill.type</p:attrName>
                                        </p:attrNameLst>
                                      </p:cBhvr>
                                      <p:to>
                                        <p:strVal val="solid"/>
                                      </p:to>
                                    </p:set>
                                    <p:set>
                                      <p:cBhvr>
                                        <p:cTn id="106" dur="500" fill="hold"/>
                                        <p:tgtEl>
                                          <p:spTgt spid="49"/>
                                        </p:tgtEl>
                                        <p:attrNameLst>
                                          <p:attrName>fill.on</p:attrName>
                                        </p:attrNameLst>
                                      </p:cBhvr>
                                      <p:to>
                                        <p:strVal val="true"/>
                                      </p:to>
                                    </p:set>
                                  </p:childTnLst>
                                </p:cTn>
                              </p:par>
                            </p:childTnLst>
                          </p:cTn>
                        </p:par>
                        <p:par>
                          <p:cTn id="107" fill="hold">
                            <p:stCondLst>
                              <p:cond delay="500"/>
                            </p:stCondLst>
                            <p:childTnLst>
                              <p:par>
                                <p:cTn id="108" presetID="1" presetClass="emph" presetSubtype="2" fill="hold" nodeType="afterEffect">
                                  <p:stCondLst>
                                    <p:cond delay="0"/>
                                  </p:stCondLst>
                                  <p:childTnLst>
                                    <p:animClr clrSpc="rgb" dir="cw">
                                      <p:cBhvr>
                                        <p:cTn id="109" dur="500" fill="hold"/>
                                        <p:tgtEl>
                                          <p:spTgt spid="47"/>
                                        </p:tgtEl>
                                        <p:attrNameLst>
                                          <p:attrName>fillcolor</p:attrName>
                                        </p:attrNameLst>
                                      </p:cBhvr>
                                      <p:to>
                                        <a:srgbClr val="00B050"/>
                                      </p:to>
                                    </p:animClr>
                                    <p:set>
                                      <p:cBhvr>
                                        <p:cTn id="110" dur="500" fill="hold"/>
                                        <p:tgtEl>
                                          <p:spTgt spid="47"/>
                                        </p:tgtEl>
                                        <p:attrNameLst>
                                          <p:attrName>fill.type</p:attrName>
                                        </p:attrNameLst>
                                      </p:cBhvr>
                                      <p:to>
                                        <p:strVal val="solid"/>
                                      </p:to>
                                    </p:set>
                                    <p:set>
                                      <p:cBhvr>
                                        <p:cTn id="111" dur="500" fill="hold"/>
                                        <p:tgtEl>
                                          <p:spTgt spid="47"/>
                                        </p:tgtEl>
                                        <p:attrNameLst>
                                          <p:attrName>fill.on</p:attrName>
                                        </p:attrNameLst>
                                      </p:cBhvr>
                                      <p:to>
                                        <p:strVal val="true"/>
                                      </p:to>
                                    </p:set>
                                  </p:childTnLst>
                                </p:cTn>
                              </p:par>
                              <p:par>
                                <p:cTn id="112" presetID="1" presetClass="emph" presetSubtype="2" fill="hold" nodeType="withEffect">
                                  <p:stCondLst>
                                    <p:cond delay="0"/>
                                  </p:stCondLst>
                                  <p:childTnLst>
                                    <p:animClr clrSpc="rgb" dir="cw">
                                      <p:cBhvr>
                                        <p:cTn id="113" dur="500" fill="hold"/>
                                        <p:tgtEl>
                                          <p:spTgt spid="49"/>
                                        </p:tgtEl>
                                        <p:attrNameLst>
                                          <p:attrName>fillcolor</p:attrName>
                                        </p:attrNameLst>
                                      </p:cBhvr>
                                      <p:to>
                                        <a:srgbClr val="00B050"/>
                                      </p:to>
                                    </p:animClr>
                                    <p:set>
                                      <p:cBhvr>
                                        <p:cTn id="114" dur="500" fill="hold"/>
                                        <p:tgtEl>
                                          <p:spTgt spid="49"/>
                                        </p:tgtEl>
                                        <p:attrNameLst>
                                          <p:attrName>fill.type</p:attrName>
                                        </p:attrNameLst>
                                      </p:cBhvr>
                                      <p:to>
                                        <p:strVal val="solid"/>
                                      </p:to>
                                    </p:set>
                                    <p:set>
                                      <p:cBhvr>
                                        <p:cTn id="115" dur="500" fill="hold"/>
                                        <p:tgtEl>
                                          <p:spTgt spid="49"/>
                                        </p:tgtEl>
                                        <p:attrNameLst>
                                          <p:attrName>fill.on</p:attrName>
                                        </p:attrNameLst>
                                      </p:cBhvr>
                                      <p:to>
                                        <p:strVal val="true"/>
                                      </p:to>
                                    </p:set>
                                  </p:childTnLst>
                                </p:cTn>
                              </p:par>
                            </p:childTnLst>
                          </p:cTn>
                        </p:par>
                      </p:childTnLst>
                    </p:cTn>
                  </p:par>
                  <p:par>
                    <p:cTn id="116" fill="hold">
                      <p:stCondLst>
                        <p:cond delay="indefinite"/>
                      </p:stCondLst>
                      <p:childTnLst>
                        <p:par>
                          <p:cTn id="117" fill="hold">
                            <p:stCondLst>
                              <p:cond delay="0"/>
                            </p:stCondLst>
                            <p:childTnLst>
                              <p:par>
                                <p:cTn id="118" presetID="10" presetClass="entr" presetSubtype="0" fill="hold" grpId="0" nodeType="clickEffect">
                                  <p:stCondLst>
                                    <p:cond delay="0"/>
                                  </p:stCondLst>
                                  <p:childTnLst>
                                    <p:set>
                                      <p:cBhvr>
                                        <p:cTn id="119" dur="1" fill="hold">
                                          <p:stCondLst>
                                            <p:cond delay="0"/>
                                          </p:stCondLst>
                                        </p:cTn>
                                        <p:tgtEl>
                                          <p:spTgt spid="63"/>
                                        </p:tgtEl>
                                        <p:attrNameLst>
                                          <p:attrName>style.visibility</p:attrName>
                                        </p:attrNameLst>
                                      </p:cBhvr>
                                      <p:to>
                                        <p:strVal val="visible"/>
                                      </p:to>
                                    </p:set>
                                    <p:animEffect transition="in" filter="fade">
                                      <p:cBhvr>
                                        <p:cTn id="120" dur="500"/>
                                        <p:tgtEl>
                                          <p:spTgt spid="63"/>
                                        </p:tgtEl>
                                      </p:cBhvr>
                                    </p:animEffect>
                                  </p:childTnLst>
                                </p:cTn>
                              </p:par>
                            </p:childTnLst>
                          </p:cTn>
                        </p:par>
                        <p:par>
                          <p:cTn id="121" fill="hold">
                            <p:stCondLst>
                              <p:cond delay="500"/>
                            </p:stCondLst>
                            <p:childTnLst>
                              <p:par>
                                <p:cTn id="122" presetID="1" presetClass="emph" presetSubtype="2" fill="hold" nodeType="afterEffect">
                                  <p:stCondLst>
                                    <p:cond delay="500"/>
                                  </p:stCondLst>
                                  <p:childTnLst>
                                    <p:animClr clrSpc="rgb" dir="cw">
                                      <p:cBhvr>
                                        <p:cTn id="123" dur="500" fill="hold"/>
                                        <p:tgtEl>
                                          <p:spTgt spid="47"/>
                                        </p:tgtEl>
                                        <p:attrNameLst>
                                          <p:attrName>fillcolor</p:attrName>
                                        </p:attrNameLst>
                                      </p:cBhvr>
                                      <p:to>
                                        <a:srgbClr val="FFFFFF"/>
                                      </p:to>
                                    </p:animClr>
                                    <p:set>
                                      <p:cBhvr>
                                        <p:cTn id="124" dur="500" fill="hold"/>
                                        <p:tgtEl>
                                          <p:spTgt spid="47"/>
                                        </p:tgtEl>
                                        <p:attrNameLst>
                                          <p:attrName>fill.type</p:attrName>
                                        </p:attrNameLst>
                                      </p:cBhvr>
                                      <p:to>
                                        <p:strVal val="solid"/>
                                      </p:to>
                                    </p:set>
                                    <p:set>
                                      <p:cBhvr>
                                        <p:cTn id="125" dur="500" fill="hold"/>
                                        <p:tgtEl>
                                          <p:spTgt spid="47"/>
                                        </p:tgtEl>
                                        <p:attrNameLst>
                                          <p:attrName>fill.on</p:attrName>
                                        </p:attrNameLst>
                                      </p:cBhvr>
                                      <p:to>
                                        <p:strVal val="true"/>
                                      </p:to>
                                    </p:set>
                                  </p:childTnLst>
                                </p:cTn>
                              </p:par>
                              <p:par>
                                <p:cTn id="126" presetID="1" presetClass="emph" presetSubtype="2" fill="hold" nodeType="withEffect">
                                  <p:stCondLst>
                                    <p:cond delay="500"/>
                                  </p:stCondLst>
                                  <p:childTnLst>
                                    <p:animClr clrSpc="rgb" dir="cw">
                                      <p:cBhvr>
                                        <p:cTn id="127" dur="500" fill="hold"/>
                                        <p:tgtEl>
                                          <p:spTgt spid="49"/>
                                        </p:tgtEl>
                                        <p:attrNameLst>
                                          <p:attrName>fillcolor</p:attrName>
                                        </p:attrNameLst>
                                      </p:cBhvr>
                                      <p:to>
                                        <a:srgbClr val="FFFFFF"/>
                                      </p:to>
                                    </p:animClr>
                                    <p:set>
                                      <p:cBhvr>
                                        <p:cTn id="128" dur="500" fill="hold"/>
                                        <p:tgtEl>
                                          <p:spTgt spid="49"/>
                                        </p:tgtEl>
                                        <p:attrNameLst>
                                          <p:attrName>fill.type</p:attrName>
                                        </p:attrNameLst>
                                      </p:cBhvr>
                                      <p:to>
                                        <p:strVal val="solid"/>
                                      </p:to>
                                    </p:set>
                                    <p:set>
                                      <p:cBhvr>
                                        <p:cTn id="129" dur="500" fill="hold"/>
                                        <p:tgtEl>
                                          <p:spTgt spid="49"/>
                                        </p:tgtEl>
                                        <p:attrNameLst>
                                          <p:attrName>fill.on</p:attrName>
                                        </p:attrNameLst>
                                      </p:cBhvr>
                                      <p:to>
                                        <p:strVal val="true"/>
                                      </p:to>
                                    </p:set>
                                  </p:childTnLst>
                                </p:cTn>
                              </p:par>
                            </p:childTnLst>
                          </p:cTn>
                        </p:par>
                        <p:par>
                          <p:cTn id="130" fill="hold">
                            <p:stCondLst>
                              <p:cond delay="1500"/>
                            </p:stCondLst>
                            <p:childTnLst>
                              <p:par>
                                <p:cTn id="131" presetID="63" presetClass="path" presetSubtype="0" accel="50000" decel="50000" fill="hold" grpId="2" nodeType="afterEffect">
                                  <p:stCondLst>
                                    <p:cond delay="250"/>
                                  </p:stCondLst>
                                  <p:childTnLst>
                                    <p:animMotion origin="layout" path="M 0.06185 4.07407E-6 L 0.12539 4.07407E-6 " pathEditMode="relative" rAng="0" ptsTypes="AA">
                                      <p:cBhvr>
                                        <p:cTn id="132" dur="2000" fill="hold"/>
                                        <p:tgtEl>
                                          <p:spTgt spid="61"/>
                                        </p:tgtEl>
                                        <p:attrNameLst>
                                          <p:attrName>ppt_x</p:attrName>
                                          <p:attrName>ppt_y</p:attrName>
                                        </p:attrNameLst>
                                      </p:cBhvr>
                                      <p:rCtr x="3177" y="0"/>
                                    </p:animMotion>
                                  </p:childTnLst>
                                </p:cTn>
                              </p:par>
                              <p:par>
                                <p:cTn id="133" presetID="63" presetClass="path" presetSubtype="0" accel="50000" decel="50000" fill="hold" grpId="1" nodeType="withEffect">
                                  <p:stCondLst>
                                    <p:cond delay="250"/>
                                  </p:stCondLst>
                                  <p:childTnLst>
                                    <p:animMotion origin="layout" path="M -4.79167E-6 4.07407E-6 L 0.06094 4.07407E-6 " pathEditMode="relative" rAng="0" ptsTypes="AA">
                                      <p:cBhvr>
                                        <p:cTn id="134" dur="2000" fill="hold"/>
                                        <p:tgtEl>
                                          <p:spTgt spid="60"/>
                                        </p:tgtEl>
                                        <p:attrNameLst>
                                          <p:attrName>ppt_x</p:attrName>
                                          <p:attrName>ppt_y</p:attrName>
                                        </p:attrNameLst>
                                      </p:cBhvr>
                                      <p:rCtr x="3047" y="0"/>
                                    </p:animMotion>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dir="cw">
                                      <p:cBhvr>
                                        <p:cTn id="138" dur="500" fill="hold"/>
                                        <p:tgtEl>
                                          <p:spTgt spid="48"/>
                                        </p:tgtEl>
                                        <p:attrNameLst>
                                          <p:attrName>fillcolor</p:attrName>
                                        </p:attrNameLst>
                                      </p:cBhvr>
                                      <p:to>
                                        <a:srgbClr val="FFFF00"/>
                                      </p:to>
                                    </p:animClr>
                                    <p:set>
                                      <p:cBhvr>
                                        <p:cTn id="139" dur="500" fill="hold"/>
                                        <p:tgtEl>
                                          <p:spTgt spid="48"/>
                                        </p:tgtEl>
                                        <p:attrNameLst>
                                          <p:attrName>fill.type</p:attrName>
                                        </p:attrNameLst>
                                      </p:cBhvr>
                                      <p:to>
                                        <p:strVal val="solid"/>
                                      </p:to>
                                    </p:set>
                                    <p:set>
                                      <p:cBhvr>
                                        <p:cTn id="140" dur="500" fill="hold"/>
                                        <p:tgtEl>
                                          <p:spTgt spid="48"/>
                                        </p:tgtEl>
                                        <p:attrNameLst>
                                          <p:attrName>fill.on</p:attrName>
                                        </p:attrNameLst>
                                      </p:cBhvr>
                                      <p:to>
                                        <p:strVal val="true"/>
                                      </p:to>
                                    </p:set>
                                  </p:childTnLst>
                                </p:cTn>
                              </p:par>
                              <p:par>
                                <p:cTn id="141" presetID="1" presetClass="emph" presetSubtype="2" fill="hold" nodeType="withEffect">
                                  <p:stCondLst>
                                    <p:cond delay="0"/>
                                  </p:stCondLst>
                                  <p:childTnLst>
                                    <p:animClr clrSpc="rgb" dir="cw">
                                      <p:cBhvr>
                                        <p:cTn id="142" dur="500" fill="hold"/>
                                        <p:tgtEl>
                                          <p:spTgt spid="50"/>
                                        </p:tgtEl>
                                        <p:attrNameLst>
                                          <p:attrName>fillcolor</p:attrName>
                                        </p:attrNameLst>
                                      </p:cBhvr>
                                      <p:to>
                                        <a:srgbClr val="FFFF00"/>
                                      </p:to>
                                    </p:animClr>
                                    <p:set>
                                      <p:cBhvr>
                                        <p:cTn id="143" dur="500" fill="hold"/>
                                        <p:tgtEl>
                                          <p:spTgt spid="50"/>
                                        </p:tgtEl>
                                        <p:attrNameLst>
                                          <p:attrName>fill.type</p:attrName>
                                        </p:attrNameLst>
                                      </p:cBhvr>
                                      <p:to>
                                        <p:strVal val="solid"/>
                                      </p:to>
                                    </p:set>
                                    <p:set>
                                      <p:cBhvr>
                                        <p:cTn id="144" dur="500" fill="hold"/>
                                        <p:tgtEl>
                                          <p:spTgt spid="50"/>
                                        </p:tgtEl>
                                        <p:attrNameLst>
                                          <p:attrName>fill.on</p:attrName>
                                        </p:attrNameLst>
                                      </p:cBhvr>
                                      <p:to>
                                        <p:strVal val="true"/>
                                      </p:to>
                                    </p:set>
                                  </p:childTnLst>
                                </p:cTn>
                              </p:par>
                            </p:childTnLst>
                          </p:cTn>
                        </p:par>
                        <p:par>
                          <p:cTn id="145" fill="hold">
                            <p:stCondLst>
                              <p:cond delay="500"/>
                            </p:stCondLst>
                            <p:childTnLst>
                              <p:par>
                                <p:cTn id="146" presetID="1" presetClass="emph" presetSubtype="2" fill="hold" nodeType="afterEffect">
                                  <p:stCondLst>
                                    <p:cond delay="0"/>
                                  </p:stCondLst>
                                  <p:childTnLst>
                                    <p:animClr clrSpc="rgb" dir="cw">
                                      <p:cBhvr>
                                        <p:cTn id="147" dur="500" fill="hold"/>
                                        <p:tgtEl>
                                          <p:spTgt spid="48"/>
                                        </p:tgtEl>
                                        <p:attrNameLst>
                                          <p:attrName>fillcolor</p:attrName>
                                        </p:attrNameLst>
                                      </p:cBhvr>
                                      <p:to>
                                        <a:srgbClr val="00B050"/>
                                      </p:to>
                                    </p:animClr>
                                    <p:set>
                                      <p:cBhvr>
                                        <p:cTn id="148" dur="500" fill="hold"/>
                                        <p:tgtEl>
                                          <p:spTgt spid="48"/>
                                        </p:tgtEl>
                                        <p:attrNameLst>
                                          <p:attrName>fill.type</p:attrName>
                                        </p:attrNameLst>
                                      </p:cBhvr>
                                      <p:to>
                                        <p:strVal val="solid"/>
                                      </p:to>
                                    </p:set>
                                    <p:set>
                                      <p:cBhvr>
                                        <p:cTn id="149" dur="500" fill="hold"/>
                                        <p:tgtEl>
                                          <p:spTgt spid="48"/>
                                        </p:tgtEl>
                                        <p:attrNameLst>
                                          <p:attrName>fill.on</p:attrName>
                                        </p:attrNameLst>
                                      </p:cBhvr>
                                      <p:to>
                                        <p:strVal val="true"/>
                                      </p:to>
                                    </p:set>
                                  </p:childTnLst>
                                </p:cTn>
                              </p:par>
                              <p:par>
                                <p:cTn id="150" presetID="1" presetClass="emph" presetSubtype="2" fill="hold" nodeType="withEffect">
                                  <p:stCondLst>
                                    <p:cond delay="0"/>
                                  </p:stCondLst>
                                  <p:childTnLst>
                                    <p:animClr clrSpc="rgb" dir="cw">
                                      <p:cBhvr>
                                        <p:cTn id="151" dur="500" fill="hold"/>
                                        <p:tgtEl>
                                          <p:spTgt spid="50"/>
                                        </p:tgtEl>
                                        <p:attrNameLst>
                                          <p:attrName>fillcolor</p:attrName>
                                        </p:attrNameLst>
                                      </p:cBhvr>
                                      <p:to>
                                        <a:srgbClr val="00B050"/>
                                      </p:to>
                                    </p:animClr>
                                    <p:set>
                                      <p:cBhvr>
                                        <p:cTn id="152" dur="500" fill="hold"/>
                                        <p:tgtEl>
                                          <p:spTgt spid="50"/>
                                        </p:tgtEl>
                                        <p:attrNameLst>
                                          <p:attrName>fill.type</p:attrName>
                                        </p:attrNameLst>
                                      </p:cBhvr>
                                      <p:to>
                                        <p:strVal val="solid"/>
                                      </p:to>
                                    </p:set>
                                    <p:set>
                                      <p:cBhvr>
                                        <p:cTn id="153" dur="500" fill="hold"/>
                                        <p:tgtEl>
                                          <p:spTgt spid="50"/>
                                        </p:tgtEl>
                                        <p:attrNameLst>
                                          <p:attrName>fill.on</p:attrName>
                                        </p:attrNameLst>
                                      </p:cBhvr>
                                      <p:to>
                                        <p:strVal val="true"/>
                                      </p:to>
                                    </p:se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64"/>
                                        </p:tgtEl>
                                        <p:attrNameLst>
                                          <p:attrName>style.visibility</p:attrName>
                                        </p:attrNameLst>
                                      </p:cBhvr>
                                      <p:to>
                                        <p:strVal val="visible"/>
                                      </p:to>
                                    </p:set>
                                    <p:animEffect transition="in" filter="fade">
                                      <p:cBhvr>
                                        <p:cTn id="158" dur="500"/>
                                        <p:tgtEl>
                                          <p:spTgt spid="64"/>
                                        </p:tgtEl>
                                      </p:cBhvr>
                                    </p:animEffect>
                                  </p:childTnLst>
                                </p:cTn>
                              </p:par>
                            </p:childTnLst>
                          </p:cTn>
                        </p:par>
                        <p:par>
                          <p:cTn id="159" fill="hold">
                            <p:stCondLst>
                              <p:cond delay="500"/>
                            </p:stCondLst>
                            <p:childTnLst>
                              <p:par>
                                <p:cTn id="160" presetID="1" presetClass="emph" presetSubtype="2" fill="hold" nodeType="afterEffect">
                                  <p:stCondLst>
                                    <p:cond delay="500"/>
                                  </p:stCondLst>
                                  <p:childTnLst>
                                    <p:animClr clrSpc="rgb" dir="cw">
                                      <p:cBhvr>
                                        <p:cTn id="161" dur="500" fill="hold"/>
                                        <p:tgtEl>
                                          <p:spTgt spid="48"/>
                                        </p:tgtEl>
                                        <p:attrNameLst>
                                          <p:attrName>fillcolor</p:attrName>
                                        </p:attrNameLst>
                                      </p:cBhvr>
                                      <p:to>
                                        <a:srgbClr val="FFFFFF"/>
                                      </p:to>
                                    </p:animClr>
                                    <p:set>
                                      <p:cBhvr>
                                        <p:cTn id="162" dur="500" fill="hold"/>
                                        <p:tgtEl>
                                          <p:spTgt spid="48"/>
                                        </p:tgtEl>
                                        <p:attrNameLst>
                                          <p:attrName>fill.type</p:attrName>
                                        </p:attrNameLst>
                                      </p:cBhvr>
                                      <p:to>
                                        <p:strVal val="solid"/>
                                      </p:to>
                                    </p:set>
                                    <p:set>
                                      <p:cBhvr>
                                        <p:cTn id="163" dur="500" fill="hold"/>
                                        <p:tgtEl>
                                          <p:spTgt spid="48"/>
                                        </p:tgtEl>
                                        <p:attrNameLst>
                                          <p:attrName>fill.on</p:attrName>
                                        </p:attrNameLst>
                                      </p:cBhvr>
                                      <p:to>
                                        <p:strVal val="true"/>
                                      </p:to>
                                    </p:set>
                                  </p:childTnLst>
                                </p:cTn>
                              </p:par>
                              <p:par>
                                <p:cTn id="164" presetID="1" presetClass="emph" presetSubtype="2" fill="hold" nodeType="withEffect">
                                  <p:stCondLst>
                                    <p:cond delay="500"/>
                                  </p:stCondLst>
                                  <p:childTnLst>
                                    <p:animClr clrSpc="rgb" dir="cw">
                                      <p:cBhvr>
                                        <p:cTn id="165" dur="500" fill="hold"/>
                                        <p:tgtEl>
                                          <p:spTgt spid="50"/>
                                        </p:tgtEl>
                                        <p:attrNameLst>
                                          <p:attrName>fillcolor</p:attrName>
                                        </p:attrNameLst>
                                      </p:cBhvr>
                                      <p:to>
                                        <a:srgbClr val="FFFFFF"/>
                                      </p:to>
                                    </p:animClr>
                                    <p:set>
                                      <p:cBhvr>
                                        <p:cTn id="166" dur="500" fill="hold"/>
                                        <p:tgtEl>
                                          <p:spTgt spid="50"/>
                                        </p:tgtEl>
                                        <p:attrNameLst>
                                          <p:attrName>fill.type</p:attrName>
                                        </p:attrNameLst>
                                      </p:cBhvr>
                                      <p:to>
                                        <p:strVal val="solid"/>
                                      </p:to>
                                    </p:set>
                                    <p:set>
                                      <p:cBhvr>
                                        <p:cTn id="167" dur="500" fill="hold"/>
                                        <p:tgtEl>
                                          <p:spTgt spid="50"/>
                                        </p:tgtEl>
                                        <p:attrNameLst>
                                          <p:attrName>fill.on</p:attrName>
                                        </p:attrNameLst>
                                      </p:cBhvr>
                                      <p:to>
                                        <p:strVal val="true"/>
                                      </p:to>
                                    </p:set>
                                  </p:childTnLst>
                                </p:cTn>
                              </p:par>
                            </p:childTnLst>
                          </p:cTn>
                        </p:par>
                        <p:par>
                          <p:cTn id="168" fill="hold">
                            <p:stCondLst>
                              <p:cond delay="1500"/>
                            </p:stCondLst>
                            <p:childTnLst>
                              <p:par>
                                <p:cTn id="169" presetID="63" presetClass="path" presetSubtype="0" accel="50000" decel="50000" fill="hold" grpId="3" nodeType="afterEffect">
                                  <p:stCondLst>
                                    <p:cond delay="250"/>
                                  </p:stCondLst>
                                  <p:childTnLst>
                                    <p:animMotion origin="layout" path="M 0.12539 4.07407E-6 L 0.1875 4.07407E-6 " pathEditMode="relative" rAng="0" ptsTypes="AA">
                                      <p:cBhvr>
                                        <p:cTn id="170" dur="2000" fill="hold"/>
                                        <p:tgtEl>
                                          <p:spTgt spid="61"/>
                                        </p:tgtEl>
                                        <p:attrNameLst>
                                          <p:attrName>ppt_x</p:attrName>
                                          <p:attrName>ppt_y</p:attrName>
                                        </p:attrNameLst>
                                      </p:cBhvr>
                                      <p:rCtr x="3099" y="0"/>
                                    </p:animMotion>
                                  </p:childTnLst>
                                </p:cTn>
                              </p:par>
                              <p:par>
                                <p:cTn id="171" presetID="63" presetClass="path" presetSubtype="0" accel="50000" decel="50000" fill="hold" grpId="2" nodeType="withEffect">
                                  <p:stCondLst>
                                    <p:cond delay="250"/>
                                  </p:stCondLst>
                                  <p:childTnLst>
                                    <p:animMotion origin="layout" path="M 0.06094 4.07407E-6 L 0.12279 4.07407E-6 " pathEditMode="relative" rAng="0" ptsTypes="AA">
                                      <p:cBhvr>
                                        <p:cTn id="172" dur="2000" fill="hold"/>
                                        <p:tgtEl>
                                          <p:spTgt spid="60"/>
                                        </p:tgtEl>
                                        <p:attrNameLst>
                                          <p:attrName>ppt_x</p:attrName>
                                          <p:attrName>ppt_y</p:attrName>
                                        </p:attrNameLst>
                                      </p:cBhvr>
                                      <p:rCtr x="3086" y="0"/>
                                    </p:animMotion>
                                  </p:childTnLst>
                                </p:cTn>
                              </p:par>
                            </p:childTnLst>
                          </p:cTn>
                        </p:par>
                      </p:childTnLst>
                    </p:cTn>
                  </p:par>
                  <p:par>
                    <p:cTn id="173" fill="hold">
                      <p:stCondLst>
                        <p:cond delay="indefinite"/>
                      </p:stCondLst>
                      <p:childTnLst>
                        <p:par>
                          <p:cTn id="174" fill="hold">
                            <p:stCondLst>
                              <p:cond delay="0"/>
                            </p:stCondLst>
                            <p:childTnLst>
                              <p:par>
                                <p:cTn id="175" presetID="1" presetClass="emph" presetSubtype="2" fill="hold" nodeType="clickEffect">
                                  <p:stCondLst>
                                    <p:cond delay="0"/>
                                  </p:stCondLst>
                                  <p:childTnLst>
                                    <p:animClr clrSpc="rgb" dir="cw">
                                      <p:cBhvr>
                                        <p:cTn id="176" dur="500" fill="hold"/>
                                        <p:tgtEl>
                                          <p:spTgt spid="49"/>
                                        </p:tgtEl>
                                        <p:attrNameLst>
                                          <p:attrName>fillcolor</p:attrName>
                                        </p:attrNameLst>
                                      </p:cBhvr>
                                      <p:to>
                                        <a:srgbClr val="FFFF00"/>
                                      </p:to>
                                    </p:animClr>
                                    <p:set>
                                      <p:cBhvr>
                                        <p:cTn id="177" dur="500" fill="hold"/>
                                        <p:tgtEl>
                                          <p:spTgt spid="49"/>
                                        </p:tgtEl>
                                        <p:attrNameLst>
                                          <p:attrName>fill.type</p:attrName>
                                        </p:attrNameLst>
                                      </p:cBhvr>
                                      <p:to>
                                        <p:strVal val="solid"/>
                                      </p:to>
                                    </p:set>
                                    <p:set>
                                      <p:cBhvr>
                                        <p:cTn id="178" dur="500" fill="hold"/>
                                        <p:tgtEl>
                                          <p:spTgt spid="49"/>
                                        </p:tgtEl>
                                        <p:attrNameLst>
                                          <p:attrName>fill.on</p:attrName>
                                        </p:attrNameLst>
                                      </p:cBhvr>
                                      <p:to>
                                        <p:strVal val="true"/>
                                      </p:to>
                                    </p:set>
                                  </p:childTnLst>
                                </p:cTn>
                              </p:par>
                              <p:par>
                                <p:cTn id="179" presetID="1" presetClass="emph" presetSubtype="2" fill="hold" nodeType="withEffect">
                                  <p:stCondLst>
                                    <p:cond delay="0"/>
                                  </p:stCondLst>
                                  <p:childTnLst>
                                    <p:animClr clrSpc="rgb" dir="cw">
                                      <p:cBhvr>
                                        <p:cTn id="180" dur="500" fill="hold"/>
                                        <p:tgtEl>
                                          <p:spTgt spid="51"/>
                                        </p:tgtEl>
                                        <p:attrNameLst>
                                          <p:attrName>fillcolor</p:attrName>
                                        </p:attrNameLst>
                                      </p:cBhvr>
                                      <p:to>
                                        <a:srgbClr val="FFFF00"/>
                                      </p:to>
                                    </p:animClr>
                                    <p:set>
                                      <p:cBhvr>
                                        <p:cTn id="181" dur="500" fill="hold"/>
                                        <p:tgtEl>
                                          <p:spTgt spid="51"/>
                                        </p:tgtEl>
                                        <p:attrNameLst>
                                          <p:attrName>fill.type</p:attrName>
                                        </p:attrNameLst>
                                      </p:cBhvr>
                                      <p:to>
                                        <p:strVal val="solid"/>
                                      </p:to>
                                    </p:set>
                                    <p:set>
                                      <p:cBhvr>
                                        <p:cTn id="182" dur="500" fill="hold"/>
                                        <p:tgtEl>
                                          <p:spTgt spid="51"/>
                                        </p:tgtEl>
                                        <p:attrNameLst>
                                          <p:attrName>fill.on</p:attrName>
                                        </p:attrNameLst>
                                      </p:cBhvr>
                                      <p:to>
                                        <p:strVal val="true"/>
                                      </p:to>
                                    </p:set>
                                  </p:childTnLst>
                                </p:cTn>
                              </p:par>
                            </p:childTnLst>
                          </p:cTn>
                        </p:par>
                        <p:par>
                          <p:cTn id="183" fill="hold">
                            <p:stCondLst>
                              <p:cond delay="500"/>
                            </p:stCondLst>
                            <p:childTnLst>
                              <p:par>
                                <p:cTn id="184" presetID="1" presetClass="emph" presetSubtype="2" fill="hold" nodeType="afterEffect">
                                  <p:stCondLst>
                                    <p:cond delay="0"/>
                                  </p:stCondLst>
                                  <p:childTnLst>
                                    <p:animClr clrSpc="rgb" dir="cw">
                                      <p:cBhvr>
                                        <p:cTn id="185" dur="500" fill="hold"/>
                                        <p:tgtEl>
                                          <p:spTgt spid="49"/>
                                        </p:tgtEl>
                                        <p:attrNameLst>
                                          <p:attrName>fillcolor</p:attrName>
                                        </p:attrNameLst>
                                      </p:cBhvr>
                                      <p:to>
                                        <a:srgbClr val="00B050"/>
                                      </p:to>
                                    </p:animClr>
                                    <p:set>
                                      <p:cBhvr>
                                        <p:cTn id="186" dur="500" fill="hold"/>
                                        <p:tgtEl>
                                          <p:spTgt spid="49"/>
                                        </p:tgtEl>
                                        <p:attrNameLst>
                                          <p:attrName>fill.type</p:attrName>
                                        </p:attrNameLst>
                                      </p:cBhvr>
                                      <p:to>
                                        <p:strVal val="solid"/>
                                      </p:to>
                                    </p:set>
                                    <p:set>
                                      <p:cBhvr>
                                        <p:cTn id="187" dur="500" fill="hold"/>
                                        <p:tgtEl>
                                          <p:spTgt spid="49"/>
                                        </p:tgtEl>
                                        <p:attrNameLst>
                                          <p:attrName>fill.on</p:attrName>
                                        </p:attrNameLst>
                                      </p:cBhvr>
                                      <p:to>
                                        <p:strVal val="true"/>
                                      </p:to>
                                    </p:set>
                                  </p:childTnLst>
                                </p:cTn>
                              </p:par>
                              <p:par>
                                <p:cTn id="188" presetID="1" presetClass="emph" presetSubtype="2" fill="hold" nodeType="withEffect">
                                  <p:stCondLst>
                                    <p:cond delay="0"/>
                                  </p:stCondLst>
                                  <p:childTnLst>
                                    <p:animClr clrSpc="rgb" dir="cw">
                                      <p:cBhvr>
                                        <p:cTn id="189" dur="500" fill="hold"/>
                                        <p:tgtEl>
                                          <p:spTgt spid="51"/>
                                        </p:tgtEl>
                                        <p:attrNameLst>
                                          <p:attrName>fillcolor</p:attrName>
                                        </p:attrNameLst>
                                      </p:cBhvr>
                                      <p:to>
                                        <a:srgbClr val="00B050"/>
                                      </p:to>
                                    </p:animClr>
                                    <p:set>
                                      <p:cBhvr>
                                        <p:cTn id="190" dur="500" fill="hold"/>
                                        <p:tgtEl>
                                          <p:spTgt spid="51"/>
                                        </p:tgtEl>
                                        <p:attrNameLst>
                                          <p:attrName>fill.type</p:attrName>
                                        </p:attrNameLst>
                                      </p:cBhvr>
                                      <p:to>
                                        <p:strVal val="solid"/>
                                      </p:to>
                                    </p:set>
                                    <p:set>
                                      <p:cBhvr>
                                        <p:cTn id="191" dur="500" fill="hold"/>
                                        <p:tgtEl>
                                          <p:spTgt spid="51"/>
                                        </p:tgtEl>
                                        <p:attrNameLst>
                                          <p:attrName>fill.on</p:attrName>
                                        </p:attrNameLst>
                                      </p:cBhvr>
                                      <p:to>
                                        <p:strVal val="true"/>
                                      </p:to>
                                    </p:set>
                                  </p:childTnLst>
                                </p:cTn>
                              </p:par>
                            </p:childTnLst>
                          </p:cTn>
                        </p:par>
                      </p:childTnLst>
                    </p:cTn>
                  </p:par>
                  <p:par>
                    <p:cTn id="192" fill="hold">
                      <p:stCondLst>
                        <p:cond delay="indefinite"/>
                      </p:stCondLst>
                      <p:childTnLst>
                        <p:par>
                          <p:cTn id="193" fill="hold">
                            <p:stCondLst>
                              <p:cond delay="0"/>
                            </p:stCondLst>
                            <p:childTnLst>
                              <p:par>
                                <p:cTn id="194" presetID="10" presetClass="entr" presetSubtype="0" fill="hold" grpId="0" nodeType="clickEffect">
                                  <p:stCondLst>
                                    <p:cond delay="0"/>
                                  </p:stCondLst>
                                  <p:childTnLst>
                                    <p:set>
                                      <p:cBhvr>
                                        <p:cTn id="195" dur="1" fill="hold">
                                          <p:stCondLst>
                                            <p:cond delay="0"/>
                                          </p:stCondLst>
                                        </p:cTn>
                                        <p:tgtEl>
                                          <p:spTgt spid="65"/>
                                        </p:tgtEl>
                                        <p:attrNameLst>
                                          <p:attrName>style.visibility</p:attrName>
                                        </p:attrNameLst>
                                      </p:cBhvr>
                                      <p:to>
                                        <p:strVal val="visible"/>
                                      </p:to>
                                    </p:set>
                                    <p:animEffect transition="in" filter="fade">
                                      <p:cBhvr>
                                        <p:cTn id="196" dur="500"/>
                                        <p:tgtEl>
                                          <p:spTgt spid="65"/>
                                        </p:tgtEl>
                                      </p:cBhvr>
                                    </p:animEffect>
                                  </p:childTnLst>
                                </p:cTn>
                              </p:par>
                            </p:childTnLst>
                          </p:cTn>
                        </p:par>
                        <p:par>
                          <p:cTn id="197" fill="hold">
                            <p:stCondLst>
                              <p:cond delay="500"/>
                            </p:stCondLst>
                            <p:childTnLst>
                              <p:par>
                                <p:cTn id="198" presetID="1" presetClass="emph" presetSubtype="2" fill="hold" nodeType="afterEffect">
                                  <p:stCondLst>
                                    <p:cond delay="500"/>
                                  </p:stCondLst>
                                  <p:childTnLst>
                                    <p:animClr clrSpc="rgb" dir="cw">
                                      <p:cBhvr>
                                        <p:cTn id="199" dur="500" fill="hold"/>
                                        <p:tgtEl>
                                          <p:spTgt spid="49"/>
                                        </p:tgtEl>
                                        <p:attrNameLst>
                                          <p:attrName>fillcolor</p:attrName>
                                        </p:attrNameLst>
                                      </p:cBhvr>
                                      <p:to>
                                        <a:srgbClr val="FFFFFF"/>
                                      </p:to>
                                    </p:animClr>
                                    <p:set>
                                      <p:cBhvr>
                                        <p:cTn id="200" dur="500" fill="hold"/>
                                        <p:tgtEl>
                                          <p:spTgt spid="49"/>
                                        </p:tgtEl>
                                        <p:attrNameLst>
                                          <p:attrName>fill.type</p:attrName>
                                        </p:attrNameLst>
                                      </p:cBhvr>
                                      <p:to>
                                        <p:strVal val="solid"/>
                                      </p:to>
                                    </p:set>
                                    <p:set>
                                      <p:cBhvr>
                                        <p:cTn id="201" dur="500" fill="hold"/>
                                        <p:tgtEl>
                                          <p:spTgt spid="49"/>
                                        </p:tgtEl>
                                        <p:attrNameLst>
                                          <p:attrName>fill.on</p:attrName>
                                        </p:attrNameLst>
                                      </p:cBhvr>
                                      <p:to>
                                        <p:strVal val="true"/>
                                      </p:to>
                                    </p:set>
                                  </p:childTnLst>
                                </p:cTn>
                              </p:par>
                              <p:par>
                                <p:cTn id="202" presetID="1" presetClass="emph" presetSubtype="2" fill="hold" nodeType="withEffect">
                                  <p:stCondLst>
                                    <p:cond delay="500"/>
                                  </p:stCondLst>
                                  <p:childTnLst>
                                    <p:animClr clrSpc="rgb" dir="cw">
                                      <p:cBhvr>
                                        <p:cTn id="203" dur="500" fill="hold"/>
                                        <p:tgtEl>
                                          <p:spTgt spid="51"/>
                                        </p:tgtEl>
                                        <p:attrNameLst>
                                          <p:attrName>fillcolor</p:attrName>
                                        </p:attrNameLst>
                                      </p:cBhvr>
                                      <p:to>
                                        <a:srgbClr val="FFFFFF"/>
                                      </p:to>
                                    </p:animClr>
                                    <p:set>
                                      <p:cBhvr>
                                        <p:cTn id="204" dur="500" fill="hold"/>
                                        <p:tgtEl>
                                          <p:spTgt spid="51"/>
                                        </p:tgtEl>
                                        <p:attrNameLst>
                                          <p:attrName>fill.type</p:attrName>
                                        </p:attrNameLst>
                                      </p:cBhvr>
                                      <p:to>
                                        <p:strVal val="solid"/>
                                      </p:to>
                                    </p:set>
                                    <p:set>
                                      <p:cBhvr>
                                        <p:cTn id="205" dur="500" fill="hold"/>
                                        <p:tgtEl>
                                          <p:spTgt spid="51"/>
                                        </p:tgtEl>
                                        <p:attrNameLst>
                                          <p:attrName>fill.on</p:attrName>
                                        </p:attrNameLst>
                                      </p:cBhvr>
                                      <p:to>
                                        <p:strVal val="true"/>
                                      </p:to>
                                    </p:set>
                                  </p:childTnLst>
                                </p:cTn>
                              </p:par>
                            </p:childTnLst>
                          </p:cTn>
                        </p:par>
                        <p:par>
                          <p:cTn id="206" fill="hold">
                            <p:stCondLst>
                              <p:cond delay="1500"/>
                            </p:stCondLst>
                            <p:childTnLst>
                              <p:par>
                                <p:cTn id="207" presetID="63" presetClass="path" presetSubtype="0" accel="50000" decel="50000" fill="hold" grpId="4" nodeType="afterEffect">
                                  <p:stCondLst>
                                    <p:cond delay="250"/>
                                  </p:stCondLst>
                                  <p:childTnLst>
                                    <p:animMotion origin="layout" path="M 0.1875 4.07407E-6 L 0.25 4.07407E-6 " pathEditMode="relative" rAng="0" ptsTypes="AA">
                                      <p:cBhvr>
                                        <p:cTn id="208" dur="2000" fill="hold"/>
                                        <p:tgtEl>
                                          <p:spTgt spid="61"/>
                                        </p:tgtEl>
                                        <p:attrNameLst>
                                          <p:attrName>ppt_x</p:attrName>
                                          <p:attrName>ppt_y</p:attrName>
                                        </p:attrNameLst>
                                      </p:cBhvr>
                                      <p:rCtr x="3125" y="0"/>
                                    </p:animMotion>
                                  </p:childTnLst>
                                </p:cTn>
                              </p:par>
                              <p:par>
                                <p:cTn id="209" presetID="63" presetClass="path" presetSubtype="0" accel="50000" decel="50000" fill="hold" grpId="3" nodeType="withEffect">
                                  <p:stCondLst>
                                    <p:cond delay="250"/>
                                  </p:stCondLst>
                                  <p:childTnLst>
                                    <p:animMotion origin="layout" path="M 0.12279 4.07407E-6 L 0.18633 4.07407E-6 " pathEditMode="relative" rAng="0" ptsTypes="AA">
                                      <p:cBhvr>
                                        <p:cTn id="210" dur="2000" fill="hold"/>
                                        <p:tgtEl>
                                          <p:spTgt spid="60"/>
                                        </p:tgtEl>
                                        <p:attrNameLst>
                                          <p:attrName>ppt_x</p:attrName>
                                          <p:attrName>ppt_y</p:attrName>
                                        </p:attrNameLst>
                                      </p:cBhvr>
                                      <p:rCtr x="3177" y="0"/>
                                    </p:animMotion>
                                  </p:childTnLst>
                                </p:cTn>
                              </p:par>
                            </p:childTnLst>
                          </p:cTn>
                        </p:par>
                      </p:childTnLst>
                    </p:cTn>
                  </p:par>
                  <p:par>
                    <p:cTn id="211" fill="hold">
                      <p:stCondLst>
                        <p:cond delay="indefinite"/>
                      </p:stCondLst>
                      <p:childTnLst>
                        <p:par>
                          <p:cTn id="212" fill="hold">
                            <p:stCondLst>
                              <p:cond delay="0"/>
                            </p:stCondLst>
                            <p:childTnLst>
                              <p:par>
                                <p:cTn id="213" presetID="1" presetClass="emph" presetSubtype="2" fill="hold" nodeType="clickEffect">
                                  <p:stCondLst>
                                    <p:cond delay="0"/>
                                  </p:stCondLst>
                                  <p:childTnLst>
                                    <p:animClr clrSpc="rgb" dir="cw">
                                      <p:cBhvr>
                                        <p:cTn id="214" dur="500" fill="hold"/>
                                        <p:tgtEl>
                                          <p:spTgt spid="50"/>
                                        </p:tgtEl>
                                        <p:attrNameLst>
                                          <p:attrName>fillcolor</p:attrName>
                                        </p:attrNameLst>
                                      </p:cBhvr>
                                      <p:to>
                                        <a:srgbClr val="FFFF00"/>
                                      </p:to>
                                    </p:animClr>
                                    <p:set>
                                      <p:cBhvr>
                                        <p:cTn id="215" dur="500" fill="hold"/>
                                        <p:tgtEl>
                                          <p:spTgt spid="50"/>
                                        </p:tgtEl>
                                        <p:attrNameLst>
                                          <p:attrName>fill.type</p:attrName>
                                        </p:attrNameLst>
                                      </p:cBhvr>
                                      <p:to>
                                        <p:strVal val="solid"/>
                                      </p:to>
                                    </p:set>
                                    <p:set>
                                      <p:cBhvr>
                                        <p:cTn id="216" dur="500" fill="hold"/>
                                        <p:tgtEl>
                                          <p:spTgt spid="50"/>
                                        </p:tgtEl>
                                        <p:attrNameLst>
                                          <p:attrName>fill.on</p:attrName>
                                        </p:attrNameLst>
                                      </p:cBhvr>
                                      <p:to>
                                        <p:strVal val="true"/>
                                      </p:to>
                                    </p:set>
                                  </p:childTnLst>
                                </p:cTn>
                              </p:par>
                              <p:par>
                                <p:cTn id="217" presetID="1" presetClass="emph" presetSubtype="2" fill="hold" nodeType="withEffect">
                                  <p:stCondLst>
                                    <p:cond delay="0"/>
                                  </p:stCondLst>
                                  <p:childTnLst>
                                    <p:animClr clrSpc="rgb" dir="cw">
                                      <p:cBhvr>
                                        <p:cTn id="218" dur="500" fill="hold"/>
                                        <p:tgtEl>
                                          <p:spTgt spid="52"/>
                                        </p:tgtEl>
                                        <p:attrNameLst>
                                          <p:attrName>fillcolor</p:attrName>
                                        </p:attrNameLst>
                                      </p:cBhvr>
                                      <p:to>
                                        <a:srgbClr val="FFFF00"/>
                                      </p:to>
                                    </p:animClr>
                                    <p:set>
                                      <p:cBhvr>
                                        <p:cTn id="219" dur="500" fill="hold"/>
                                        <p:tgtEl>
                                          <p:spTgt spid="52"/>
                                        </p:tgtEl>
                                        <p:attrNameLst>
                                          <p:attrName>fill.type</p:attrName>
                                        </p:attrNameLst>
                                      </p:cBhvr>
                                      <p:to>
                                        <p:strVal val="solid"/>
                                      </p:to>
                                    </p:set>
                                    <p:set>
                                      <p:cBhvr>
                                        <p:cTn id="220" dur="500" fill="hold"/>
                                        <p:tgtEl>
                                          <p:spTgt spid="52"/>
                                        </p:tgtEl>
                                        <p:attrNameLst>
                                          <p:attrName>fill.on</p:attrName>
                                        </p:attrNameLst>
                                      </p:cBhvr>
                                      <p:to>
                                        <p:strVal val="true"/>
                                      </p:to>
                                    </p:set>
                                  </p:childTnLst>
                                </p:cTn>
                              </p:par>
                            </p:childTnLst>
                          </p:cTn>
                        </p:par>
                      </p:childTnLst>
                    </p:cTn>
                  </p:par>
                  <p:par>
                    <p:cTn id="221" fill="hold">
                      <p:stCondLst>
                        <p:cond delay="indefinite"/>
                      </p:stCondLst>
                      <p:childTnLst>
                        <p:par>
                          <p:cTn id="222" fill="hold">
                            <p:stCondLst>
                              <p:cond delay="0"/>
                            </p:stCondLst>
                            <p:childTnLst>
                              <p:par>
                                <p:cTn id="223" presetID="1" presetClass="emph" presetSubtype="2" fill="hold" nodeType="clickEffect">
                                  <p:stCondLst>
                                    <p:cond delay="0"/>
                                  </p:stCondLst>
                                  <p:childTnLst>
                                    <p:animClr clrSpc="rgb" dir="cw">
                                      <p:cBhvr>
                                        <p:cTn id="224" dur="500" fill="hold"/>
                                        <p:tgtEl>
                                          <p:spTgt spid="50"/>
                                        </p:tgtEl>
                                        <p:attrNameLst>
                                          <p:attrName>fillcolor</p:attrName>
                                        </p:attrNameLst>
                                      </p:cBhvr>
                                      <p:to>
                                        <a:srgbClr val="FF0000"/>
                                      </p:to>
                                    </p:animClr>
                                    <p:set>
                                      <p:cBhvr>
                                        <p:cTn id="225" dur="500" fill="hold"/>
                                        <p:tgtEl>
                                          <p:spTgt spid="50"/>
                                        </p:tgtEl>
                                        <p:attrNameLst>
                                          <p:attrName>fill.type</p:attrName>
                                        </p:attrNameLst>
                                      </p:cBhvr>
                                      <p:to>
                                        <p:strVal val="solid"/>
                                      </p:to>
                                    </p:set>
                                    <p:set>
                                      <p:cBhvr>
                                        <p:cTn id="226" dur="500" fill="hold"/>
                                        <p:tgtEl>
                                          <p:spTgt spid="50"/>
                                        </p:tgtEl>
                                        <p:attrNameLst>
                                          <p:attrName>fill.on</p:attrName>
                                        </p:attrNameLst>
                                      </p:cBhvr>
                                      <p:to>
                                        <p:strVal val="true"/>
                                      </p:to>
                                    </p:set>
                                  </p:childTnLst>
                                </p:cTn>
                              </p:par>
                              <p:par>
                                <p:cTn id="227" presetID="1" presetClass="emph" presetSubtype="2" fill="hold" nodeType="withEffect">
                                  <p:stCondLst>
                                    <p:cond delay="0"/>
                                  </p:stCondLst>
                                  <p:childTnLst>
                                    <p:animClr clrSpc="rgb" dir="cw">
                                      <p:cBhvr>
                                        <p:cTn id="228" dur="500" fill="hold"/>
                                        <p:tgtEl>
                                          <p:spTgt spid="52"/>
                                        </p:tgtEl>
                                        <p:attrNameLst>
                                          <p:attrName>fillcolor</p:attrName>
                                        </p:attrNameLst>
                                      </p:cBhvr>
                                      <p:to>
                                        <a:srgbClr val="FF0000"/>
                                      </p:to>
                                    </p:animClr>
                                    <p:set>
                                      <p:cBhvr>
                                        <p:cTn id="229" dur="500" fill="hold"/>
                                        <p:tgtEl>
                                          <p:spTgt spid="52"/>
                                        </p:tgtEl>
                                        <p:attrNameLst>
                                          <p:attrName>fill.type</p:attrName>
                                        </p:attrNameLst>
                                      </p:cBhvr>
                                      <p:to>
                                        <p:strVal val="solid"/>
                                      </p:to>
                                    </p:set>
                                    <p:set>
                                      <p:cBhvr>
                                        <p:cTn id="230" dur="500" fill="hold"/>
                                        <p:tgtEl>
                                          <p:spTgt spid="52"/>
                                        </p:tgtEl>
                                        <p:attrNameLst>
                                          <p:attrName>fill.on</p:attrName>
                                        </p:attrNameLst>
                                      </p:cBhvr>
                                      <p:to>
                                        <p:strVal val="true"/>
                                      </p:to>
                                    </p:set>
                                  </p:childTnLst>
                                </p:cTn>
                              </p:par>
                            </p:childTnLst>
                          </p:cTn>
                        </p:par>
                      </p:childTnLst>
                    </p:cTn>
                  </p:par>
                  <p:par>
                    <p:cTn id="231" fill="hold">
                      <p:stCondLst>
                        <p:cond delay="indefinite"/>
                      </p:stCondLst>
                      <p:childTnLst>
                        <p:par>
                          <p:cTn id="232" fill="hold">
                            <p:stCondLst>
                              <p:cond delay="0"/>
                            </p:stCondLst>
                            <p:childTnLst>
                              <p:par>
                                <p:cTn id="233" presetID="1" presetClass="emph" presetSubtype="2" fill="hold" nodeType="clickEffect">
                                  <p:stCondLst>
                                    <p:cond delay="0"/>
                                  </p:stCondLst>
                                  <p:childTnLst>
                                    <p:animClr clrSpc="rgb" dir="cw">
                                      <p:cBhvr>
                                        <p:cTn id="234" dur="500" fill="hold"/>
                                        <p:tgtEl>
                                          <p:spTgt spid="49"/>
                                        </p:tgtEl>
                                        <p:attrNameLst>
                                          <p:attrName>fillcolor</p:attrName>
                                        </p:attrNameLst>
                                      </p:cBhvr>
                                      <p:to>
                                        <a:srgbClr val="00B0F0"/>
                                      </p:to>
                                    </p:animClr>
                                    <p:set>
                                      <p:cBhvr>
                                        <p:cTn id="235" dur="500" fill="hold"/>
                                        <p:tgtEl>
                                          <p:spTgt spid="49"/>
                                        </p:tgtEl>
                                        <p:attrNameLst>
                                          <p:attrName>fill.type</p:attrName>
                                        </p:attrNameLst>
                                      </p:cBhvr>
                                      <p:to>
                                        <p:strVal val="solid"/>
                                      </p:to>
                                    </p:set>
                                    <p:set>
                                      <p:cBhvr>
                                        <p:cTn id="236" dur="500" fill="hold"/>
                                        <p:tgtEl>
                                          <p:spTgt spid="49"/>
                                        </p:tgtEl>
                                        <p:attrNameLst>
                                          <p:attrName>fill.on</p:attrName>
                                        </p:attrNameLst>
                                      </p:cBhvr>
                                      <p:to>
                                        <p:strVal val="true"/>
                                      </p:to>
                                    </p:set>
                                  </p:childTnLst>
                                </p:cTn>
                              </p:par>
                            </p:childTnLst>
                          </p:cTn>
                        </p:par>
                        <p:par>
                          <p:cTn id="237" fill="hold">
                            <p:stCondLst>
                              <p:cond delay="500"/>
                            </p:stCondLst>
                            <p:childTnLst>
                              <p:par>
                                <p:cTn id="238" presetID="1" presetClass="emph" presetSubtype="2" fill="hold" nodeType="afterEffect">
                                  <p:stCondLst>
                                    <p:cond delay="0"/>
                                  </p:stCondLst>
                                  <p:childTnLst>
                                    <p:animClr clrSpc="rgb" dir="cw">
                                      <p:cBhvr>
                                        <p:cTn id="239" dur="500" fill="hold"/>
                                        <p:tgtEl>
                                          <p:spTgt spid="56"/>
                                        </p:tgtEl>
                                        <p:attrNameLst>
                                          <p:attrName>fillcolor</p:attrName>
                                        </p:attrNameLst>
                                      </p:cBhvr>
                                      <p:to>
                                        <a:srgbClr val="00B0F0"/>
                                      </p:to>
                                    </p:animClr>
                                    <p:set>
                                      <p:cBhvr>
                                        <p:cTn id="240" dur="500" fill="hold"/>
                                        <p:tgtEl>
                                          <p:spTgt spid="56"/>
                                        </p:tgtEl>
                                        <p:attrNameLst>
                                          <p:attrName>fill.type</p:attrName>
                                        </p:attrNameLst>
                                      </p:cBhvr>
                                      <p:to>
                                        <p:strVal val="solid"/>
                                      </p:to>
                                    </p:set>
                                    <p:set>
                                      <p:cBhvr>
                                        <p:cTn id="241" dur="500" fill="hold"/>
                                        <p:tgtEl>
                                          <p:spTgt spid="56"/>
                                        </p:tgtEl>
                                        <p:attrNameLst>
                                          <p:attrName>fill.on</p:attrName>
                                        </p:attrNameLst>
                                      </p:cBhvr>
                                      <p:to>
                                        <p:strVal val="true"/>
                                      </p:to>
                                    </p:set>
                                  </p:childTnLst>
                                </p:cTn>
                              </p:par>
                            </p:childTnLst>
                          </p:cTn>
                        </p:par>
                      </p:childTnLst>
                    </p:cTn>
                  </p:par>
                  <p:par>
                    <p:cTn id="242" fill="hold">
                      <p:stCondLst>
                        <p:cond delay="indefinite"/>
                      </p:stCondLst>
                      <p:childTnLst>
                        <p:par>
                          <p:cTn id="243" fill="hold">
                            <p:stCondLst>
                              <p:cond delay="0"/>
                            </p:stCondLst>
                            <p:childTnLst>
                              <p:par>
                                <p:cTn id="244" presetID="1" presetClass="emph" presetSubtype="2" fill="hold" nodeType="clickEffect">
                                  <p:stCondLst>
                                    <p:cond delay="0"/>
                                  </p:stCondLst>
                                  <p:childTnLst>
                                    <p:animClr clrSpc="rgb" dir="cw">
                                      <p:cBhvr>
                                        <p:cTn id="245" dur="500" fill="hold"/>
                                        <p:tgtEl>
                                          <p:spTgt spid="50"/>
                                        </p:tgtEl>
                                        <p:attrNameLst>
                                          <p:attrName>fillcolor</p:attrName>
                                        </p:attrNameLst>
                                      </p:cBhvr>
                                      <p:to>
                                        <a:srgbClr val="FFFFFF"/>
                                      </p:to>
                                    </p:animClr>
                                    <p:set>
                                      <p:cBhvr>
                                        <p:cTn id="246" dur="500" fill="hold"/>
                                        <p:tgtEl>
                                          <p:spTgt spid="50"/>
                                        </p:tgtEl>
                                        <p:attrNameLst>
                                          <p:attrName>fill.type</p:attrName>
                                        </p:attrNameLst>
                                      </p:cBhvr>
                                      <p:to>
                                        <p:strVal val="solid"/>
                                      </p:to>
                                    </p:set>
                                    <p:set>
                                      <p:cBhvr>
                                        <p:cTn id="247" dur="500" fill="hold"/>
                                        <p:tgtEl>
                                          <p:spTgt spid="50"/>
                                        </p:tgtEl>
                                        <p:attrNameLst>
                                          <p:attrName>fill.on</p:attrName>
                                        </p:attrNameLst>
                                      </p:cBhvr>
                                      <p:to>
                                        <p:strVal val="true"/>
                                      </p:to>
                                    </p:set>
                                  </p:childTnLst>
                                </p:cTn>
                              </p:par>
                              <p:par>
                                <p:cTn id="248" presetID="1" presetClass="emph" presetSubtype="2" fill="hold" nodeType="withEffect">
                                  <p:stCondLst>
                                    <p:cond delay="0"/>
                                  </p:stCondLst>
                                  <p:childTnLst>
                                    <p:animClr clrSpc="rgb" dir="cw">
                                      <p:cBhvr>
                                        <p:cTn id="249" dur="500" fill="hold"/>
                                        <p:tgtEl>
                                          <p:spTgt spid="49"/>
                                        </p:tgtEl>
                                        <p:attrNameLst>
                                          <p:attrName>fillcolor</p:attrName>
                                        </p:attrNameLst>
                                      </p:cBhvr>
                                      <p:to>
                                        <a:srgbClr val="FFFFFF"/>
                                      </p:to>
                                    </p:animClr>
                                    <p:set>
                                      <p:cBhvr>
                                        <p:cTn id="250" dur="500" fill="hold"/>
                                        <p:tgtEl>
                                          <p:spTgt spid="49"/>
                                        </p:tgtEl>
                                        <p:attrNameLst>
                                          <p:attrName>fill.type</p:attrName>
                                        </p:attrNameLst>
                                      </p:cBhvr>
                                      <p:to>
                                        <p:strVal val="solid"/>
                                      </p:to>
                                    </p:set>
                                    <p:set>
                                      <p:cBhvr>
                                        <p:cTn id="251" dur="500" fill="hold"/>
                                        <p:tgtEl>
                                          <p:spTgt spid="49"/>
                                        </p:tgtEl>
                                        <p:attrNameLst>
                                          <p:attrName>fill.on</p:attrName>
                                        </p:attrNameLst>
                                      </p:cBhvr>
                                      <p:to>
                                        <p:strVal val="true"/>
                                      </p:to>
                                    </p:set>
                                  </p:childTnLst>
                                </p:cTn>
                              </p:par>
                              <p:par>
                                <p:cTn id="252" presetID="1" presetClass="emph" presetSubtype="2" fill="hold" nodeType="withEffect">
                                  <p:stCondLst>
                                    <p:cond delay="0"/>
                                  </p:stCondLst>
                                  <p:childTnLst>
                                    <p:animClr clrSpc="rgb" dir="cw">
                                      <p:cBhvr>
                                        <p:cTn id="253" dur="500" fill="hold"/>
                                        <p:tgtEl>
                                          <p:spTgt spid="56"/>
                                        </p:tgtEl>
                                        <p:attrNameLst>
                                          <p:attrName>fillcolor</p:attrName>
                                        </p:attrNameLst>
                                      </p:cBhvr>
                                      <p:to>
                                        <a:srgbClr val="FFFFFF"/>
                                      </p:to>
                                    </p:animClr>
                                    <p:set>
                                      <p:cBhvr>
                                        <p:cTn id="254" dur="500" fill="hold"/>
                                        <p:tgtEl>
                                          <p:spTgt spid="56"/>
                                        </p:tgtEl>
                                        <p:attrNameLst>
                                          <p:attrName>fill.type</p:attrName>
                                        </p:attrNameLst>
                                      </p:cBhvr>
                                      <p:to>
                                        <p:strVal val="solid"/>
                                      </p:to>
                                    </p:set>
                                    <p:set>
                                      <p:cBhvr>
                                        <p:cTn id="255" dur="500" fill="hold"/>
                                        <p:tgtEl>
                                          <p:spTgt spid="56"/>
                                        </p:tgtEl>
                                        <p:attrNameLst>
                                          <p:attrName>fill.on</p:attrName>
                                        </p:attrNameLst>
                                      </p:cBhvr>
                                      <p:to>
                                        <p:strVal val="true"/>
                                      </p:to>
                                    </p:set>
                                  </p:childTnLst>
                                </p:cTn>
                              </p:par>
                            </p:childTnLst>
                          </p:cTn>
                        </p:par>
                        <p:par>
                          <p:cTn id="256" fill="hold">
                            <p:stCondLst>
                              <p:cond delay="500"/>
                            </p:stCondLst>
                            <p:childTnLst>
                              <p:par>
                                <p:cTn id="257" presetID="35" presetClass="path" presetSubtype="0" accel="50000" decel="50000" fill="hold" grpId="4" nodeType="afterEffect">
                                  <p:stCondLst>
                                    <p:cond delay="250"/>
                                  </p:stCondLst>
                                  <p:childTnLst>
                                    <p:animMotion origin="layout" path="M 0.18633 4.07407E-6 L 0.06094 4.07407E-6 " pathEditMode="relative" rAng="0" ptsTypes="AA">
                                      <p:cBhvr>
                                        <p:cTn id="258" dur="2000" fill="hold"/>
                                        <p:tgtEl>
                                          <p:spTgt spid="60"/>
                                        </p:tgtEl>
                                        <p:attrNameLst>
                                          <p:attrName>ppt_x</p:attrName>
                                          <p:attrName>ppt_y</p:attrName>
                                        </p:attrNameLst>
                                      </p:cBhvr>
                                      <p:rCtr x="-6276" y="0"/>
                                    </p:animMotion>
                                  </p:childTnLst>
                                </p:cTn>
                              </p:par>
                            </p:childTnLst>
                          </p:cTn>
                        </p:par>
                        <p:par>
                          <p:cTn id="259" fill="hold">
                            <p:stCondLst>
                              <p:cond delay="2750"/>
                            </p:stCondLst>
                            <p:childTnLst>
                              <p:par>
                                <p:cTn id="260" presetID="1" presetClass="emph" presetSubtype="2" fill="hold" nodeType="afterEffect">
                                  <p:stCondLst>
                                    <p:cond delay="250"/>
                                  </p:stCondLst>
                                  <p:childTnLst>
                                    <p:animClr clrSpc="rgb" dir="cw">
                                      <p:cBhvr>
                                        <p:cTn id="261" dur="500" fill="hold"/>
                                        <p:tgtEl>
                                          <p:spTgt spid="48"/>
                                        </p:tgtEl>
                                        <p:attrNameLst>
                                          <p:attrName>fillcolor</p:attrName>
                                        </p:attrNameLst>
                                      </p:cBhvr>
                                      <p:to>
                                        <a:srgbClr val="FFFF00"/>
                                      </p:to>
                                    </p:animClr>
                                    <p:set>
                                      <p:cBhvr>
                                        <p:cTn id="262" dur="500" fill="hold"/>
                                        <p:tgtEl>
                                          <p:spTgt spid="48"/>
                                        </p:tgtEl>
                                        <p:attrNameLst>
                                          <p:attrName>fill.type</p:attrName>
                                        </p:attrNameLst>
                                      </p:cBhvr>
                                      <p:to>
                                        <p:strVal val="solid"/>
                                      </p:to>
                                    </p:set>
                                    <p:set>
                                      <p:cBhvr>
                                        <p:cTn id="263" dur="500" fill="hold"/>
                                        <p:tgtEl>
                                          <p:spTgt spid="48"/>
                                        </p:tgtEl>
                                        <p:attrNameLst>
                                          <p:attrName>fill.on</p:attrName>
                                        </p:attrNameLst>
                                      </p:cBhvr>
                                      <p:to>
                                        <p:strVal val="true"/>
                                      </p:to>
                                    </p:set>
                                  </p:childTnLst>
                                </p:cTn>
                              </p:par>
                            </p:childTnLst>
                          </p:cTn>
                        </p:par>
                        <p:par>
                          <p:cTn id="264" fill="hold">
                            <p:stCondLst>
                              <p:cond delay="3500"/>
                            </p:stCondLst>
                            <p:childTnLst>
                              <p:par>
                                <p:cTn id="265" presetID="1" presetClass="emph" presetSubtype="2" fill="hold" nodeType="afterEffect">
                                  <p:stCondLst>
                                    <p:cond delay="0"/>
                                  </p:stCondLst>
                                  <p:childTnLst>
                                    <p:animClr clrSpc="rgb" dir="cw">
                                      <p:cBhvr>
                                        <p:cTn id="266" dur="500" fill="hold"/>
                                        <p:tgtEl>
                                          <p:spTgt spid="48"/>
                                        </p:tgtEl>
                                        <p:attrNameLst>
                                          <p:attrName>fillcolor</p:attrName>
                                        </p:attrNameLst>
                                      </p:cBhvr>
                                      <p:to>
                                        <a:srgbClr val="FF0000"/>
                                      </p:to>
                                    </p:animClr>
                                    <p:set>
                                      <p:cBhvr>
                                        <p:cTn id="267" dur="500" fill="hold"/>
                                        <p:tgtEl>
                                          <p:spTgt spid="48"/>
                                        </p:tgtEl>
                                        <p:attrNameLst>
                                          <p:attrName>fill.type</p:attrName>
                                        </p:attrNameLst>
                                      </p:cBhvr>
                                      <p:to>
                                        <p:strVal val="solid"/>
                                      </p:to>
                                    </p:set>
                                    <p:set>
                                      <p:cBhvr>
                                        <p:cTn id="268" dur="500" fill="hold"/>
                                        <p:tgtEl>
                                          <p:spTgt spid="48"/>
                                        </p:tgtEl>
                                        <p:attrNameLst>
                                          <p:attrName>fill.on</p:attrName>
                                        </p:attrNameLst>
                                      </p:cBhvr>
                                      <p:to>
                                        <p:strVal val="true"/>
                                      </p:to>
                                    </p:set>
                                  </p:childTnLst>
                                </p:cTn>
                              </p:par>
                            </p:childTnLst>
                          </p:cTn>
                        </p:par>
                      </p:childTnLst>
                    </p:cTn>
                  </p:par>
                  <p:par>
                    <p:cTn id="269" fill="hold">
                      <p:stCondLst>
                        <p:cond delay="indefinite"/>
                      </p:stCondLst>
                      <p:childTnLst>
                        <p:par>
                          <p:cTn id="270" fill="hold">
                            <p:stCondLst>
                              <p:cond delay="0"/>
                            </p:stCondLst>
                            <p:childTnLst>
                              <p:par>
                                <p:cTn id="271" presetID="1" presetClass="emph" presetSubtype="2" fill="hold" nodeType="clickEffect">
                                  <p:stCondLst>
                                    <p:cond delay="0"/>
                                  </p:stCondLst>
                                  <p:childTnLst>
                                    <p:animClr clrSpc="rgb" dir="cw">
                                      <p:cBhvr>
                                        <p:cTn id="272" dur="500" fill="hold"/>
                                        <p:tgtEl>
                                          <p:spTgt spid="47"/>
                                        </p:tgtEl>
                                        <p:attrNameLst>
                                          <p:attrName>fillcolor</p:attrName>
                                        </p:attrNameLst>
                                      </p:cBhvr>
                                      <p:to>
                                        <a:srgbClr val="00B0F0"/>
                                      </p:to>
                                    </p:animClr>
                                    <p:set>
                                      <p:cBhvr>
                                        <p:cTn id="273" dur="500" fill="hold"/>
                                        <p:tgtEl>
                                          <p:spTgt spid="47"/>
                                        </p:tgtEl>
                                        <p:attrNameLst>
                                          <p:attrName>fill.type</p:attrName>
                                        </p:attrNameLst>
                                      </p:cBhvr>
                                      <p:to>
                                        <p:strVal val="solid"/>
                                      </p:to>
                                    </p:set>
                                    <p:set>
                                      <p:cBhvr>
                                        <p:cTn id="274" dur="500" fill="hold"/>
                                        <p:tgtEl>
                                          <p:spTgt spid="47"/>
                                        </p:tgtEl>
                                        <p:attrNameLst>
                                          <p:attrName>fill.on</p:attrName>
                                        </p:attrNameLst>
                                      </p:cBhvr>
                                      <p:to>
                                        <p:strVal val="true"/>
                                      </p:to>
                                    </p:set>
                                  </p:childTnLst>
                                </p:cTn>
                              </p:par>
                            </p:childTnLst>
                          </p:cTn>
                        </p:par>
                        <p:par>
                          <p:cTn id="275" fill="hold">
                            <p:stCondLst>
                              <p:cond delay="500"/>
                            </p:stCondLst>
                            <p:childTnLst>
                              <p:par>
                                <p:cTn id="276" presetID="1" presetClass="emph" presetSubtype="2" fill="hold" nodeType="afterEffect">
                                  <p:stCondLst>
                                    <p:cond delay="0"/>
                                  </p:stCondLst>
                                  <p:childTnLst>
                                    <p:animClr clrSpc="rgb" dir="cw">
                                      <p:cBhvr>
                                        <p:cTn id="277" dur="500" fill="hold"/>
                                        <p:tgtEl>
                                          <p:spTgt spid="54"/>
                                        </p:tgtEl>
                                        <p:attrNameLst>
                                          <p:attrName>fillcolor</p:attrName>
                                        </p:attrNameLst>
                                      </p:cBhvr>
                                      <p:to>
                                        <a:srgbClr val="00B0F0"/>
                                      </p:to>
                                    </p:animClr>
                                    <p:set>
                                      <p:cBhvr>
                                        <p:cTn id="278" dur="500" fill="hold"/>
                                        <p:tgtEl>
                                          <p:spTgt spid="54"/>
                                        </p:tgtEl>
                                        <p:attrNameLst>
                                          <p:attrName>fill.type</p:attrName>
                                        </p:attrNameLst>
                                      </p:cBhvr>
                                      <p:to>
                                        <p:strVal val="solid"/>
                                      </p:to>
                                    </p:set>
                                    <p:set>
                                      <p:cBhvr>
                                        <p:cTn id="279" dur="500" fill="hold"/>
                                        <p:tgtEl>
                                          <p:spTgt spid="54"/>
                                        </p:tgtEl>
                                        <p:attrNameLst>
                                          <p:attrName>fill.on</p:attrName>
                                        </p:attrNameLst>
                                      </p:cBhvr>
                                      <p:to>
                                        <p:strVal val="true"/>
                                      </p:to>
                                    </p:set>
                                  </p:childTnLst>
                                </p:cTn>
                              </p:par>
                            </p:childTnLst>
                          </p:cTn>
                        </p:par>
                      </p:childTnLst>
                    </p:cTn>
                  </p:par>
                  <p:par>
                    <p:cTn id="280" fill="hold">
                      <p:stCondLst>
                        <p:cond delay="indefinite"/>
                      </p:stCondLst>
                      <p:childTnLst>
                        <p:par>
                          <p:cTn id="281" fill="hold">
                            <p:stCondLst>
                              <p:cond delay="0"/>
                            </p:stCondLst>
                            <p:childTnLst>
                              <p:par>
                                <p:cTn id="282" presetID="1" presetClass="emph" presetSubtype="2" fill="hold" nodeType="clickEffect">
                                  <p:stCondLst>
                                    <p:cond delay="0"/>
                                  </p:stCondLst>
                                  <p:childTnLst>
                                    <p:animClr clrSpc="rgb" dir="cw">
                                      <p:cBhvr>
                                        <p:cTn id="283" dur="500" fill="hold"/>
                                        <p:tgtEl>
                                          <p:spTgt spid="47"/>
                                        </p:tgtEl>
                                        <p:attrNameLst>
                                          <p:attrName>fillcolor</p:attrName>
                                        </p:attrNameLst>
                                      </p:cBhvr>
                                      <p:to>
                                        <a:srgbClr val="FFFFFF"/>
                                      </p:to>
                                    </p:animClr>
                                    <p:set>
                                      <p:cBhvr>
                                        <p:cTn id="284" dur="500" fill="hold"/>
                                        <p:tgtEl>
                                          <p:spTgt spid="47"/>
                                        </p:tgtEl>
                                        <p:attrNameLst>
                                          <p:attrName>fill.type</p:attrName>
                                        </p:attrNameLst>
                                      </p:cBhvr>
                                      <p:to>
                                        <p:strVal val="solid"/>
                                      </p:to>
                                    </p:set>
                                    <p:set>
                                      <p:cBhvr>
                                        <p:cTn id="285" dur="500" fill="hold"/>
                                        <p:tgtEl>
                                          <p:spTgt spid="47"/>
                                        </p:tgtEl>
                                        <p:attrNameLst>
                                          <p:attrName>fill.on</p:attrName>
                                        </p:attrNameLst>
                                      </p:cBhvr>
                                      <p:to>
                                        <p:strVal val="true"/>
                                      </p:to>
                                    </p:set>
                                  </p:childTnLst>
                                </p:cTn>
                              </p:par>
                              <p:par>
                                <p:cTn id="286" presetID="1" presetClass="emph" presetSubtype="2" fill="hold" nodeType="withEffect">
                                  <p:stCondLst>
                                    <p:cond delay="0"/>
                                  </p:stCondLst>
                                  <p:childTnLst>
                                    <p:animClr clrSpc="rgb" dir="cw">
                                      <p:cBhvr>
                                        <p:cTn id="287" dur="500" fill="hold"/>
                                        <p:tgtEl>
                                          <p:spTgt spid="48"/>
                                        </p:tgtEl>
                                        <p:attrNameLst>
                                          <p:attrName>fillcolor</p:attrName>
                                        </p:attrNameLst>
                                      </p:cBhvr>
                                      <p:to>
                                        <a:srgbClr val="FFFFFF"/>
                                      </p:to>
                                    </p:animClr>
                                    <p:set>
                                      <p:cBhvr>
                                        <p:cTn id="288" dur="500" fill="hold"/>
                                        <p:tgtEl>
                                          <p:spTgt spid="48"/>
                                        </p:tgtEl>
                                        <p:attrNameLst>
                                          <p:attrName>fill.type</p:attrName>
                                        </p:attrNameLst>
                                      </p:cBhvr>
                                      <p:to>
                                        <p:strVal val="solid"/>
                                      </p:to>
                                    </p:set>
                                    <p:set>
                                      <p:cBhvr>
                                        <p:cTn id="289" dur="500" fill="hold"/>
                                        <p:tgtEl>
                                          <p:spTgt spid="48"/>
                                        </p:tgtEl>
                                        <p:attrNameLst>
                                          <p:attrName>fill.on</p:attrName>
                                        </p:attrNameLst>
                                      </p:cBhvr>
                                      <p:to>
                                        <p:strVal val="true"/>
                                      </p:to>
                                    </p:set>
                                  </p:childTnLst>
                                </p:cTn>
                              </p:par>
                              <p:par>
                                <p:cTn id="290" presetID="1" presetClass="emph" presetSubtype="2" fill="hold" nodeType="withEffect">
                                  <p:stCondLst>
                                    <p:cond delay="0"/>
                                  </p:stCondLst>
                                  <p:childTnLst>
                                    <p:animClr clrSpc="rgb" dir="cw">
                                      <p:cBhvr>
                                        <p:cTn id="291" dur="500" fill="hold"/>
                                        <p:tgtEl>
                                          <p:spTgt spid="54"/>
                                        </p:tgtEl>
                                        <p:attrNameLst>
                                          <p:attrName>fillcolor</p:attrName>
                                        </p:attrNameLst>
                                      </p:cBhvr>
                                      <p:to>
                                        <a:srgbClr val="FFFFFF"/>
                                      </p:to>
                                    </p:animClr>
                                    <p:set>
                                      <p:cBhvr>
                                        <p:cTn id="292" dur="500" fill="hold"/>
                                        <p:tgtEl>
                                          <p:spTgt spid="54"/>
                                        </p:tgtEl>
                                        <p:attrNameLst>
                                          <p:attrName>fill.type</p:attrName>
                                        </p:attrNameLst>
                                      </p:cBhvr>
                                      <p:to>
                                        <p:strVal val="solid"/>
                                      </p:to>
                                    </p:set>
                                    <p:set>
                                      <p:cBhvr>
                                        <p:cTn id="293" dur="500" fill="hold"/>
                                        <p:tgtEl>
                                          <p:spTgt spid="54"/>
                                        </p:tgtEl>
                                        <p:attrNameLst>
                                          <p:attrName>fill.on</p:attrName>
                                        </p:attrNameLst>
                                      </p:cBhvr>
                                      <p:to>
                                        <p:strVal val="true"/>
                                      </p:to>
                                    </p:set>
                                  </p:childTnLst>
                                </p:cTn>
                              </p:par>
                            </p:childTnLst>
                          </p:cTn>
                        </p:par>
                        <p:par>
                          <p:cTn id="294" fill="hold">
                            <p:stCondLst>
                              <p:cond delay="500"/>
                            </p:stCondLst>
                            <p:childTnLst>
                              <p:par>
                                <p:cTn id="295" presetID="35" presetClass="path" presetSubtype="0" accel="50000" decel="50000" fill="hold" grpId="5" nodeType="afterEffect">
                                  <p:stCondLst>
                                    <p:cond delay="250"/>
                                  </p:stCondLst>
                                  <p:childTnLst>
                                    <p:animMotion origin="layout" path="M 0.06094 4.07407E-6 L -4.79167E-6 4.07407E-6 " pathEditMode="relative" rAng="0" ptsTypes="AA">
                                      <p:cBhvr>
                                        <p:cTn id="296" dur="2000" fill="hold"/>
                                        <p:tgtEl>
                                          <p:spTgt spid="60"/>
                                        </p:tgtEl>
                                        <p:attrNameLst>
                                          <p:attrName>ppt_x</p:attrName>
                                          <p:attrName>ppt_y</p:attrName>
                                        </p:attrNameLst>
                                      </p:cBhvr>
                                      <p:rCtr x="-3047" y="0"/>
                                    </p:animMotion>
                                  </p:childTnLst>
                                </p:cTn>
                              </p:par>
                            </p:childTnLst>
                          </p:cTn>
                        </p:par>
                        <p:par>
                          <p:cTn id="297" fill="hold">
                            <p:stCondLst>
                              <p:cond delay="2750"/>
                            </p:stCondLst>
                            <p:childTnLst>
                              <p:par>
                                <p:cTn id="298" presetID="1" presetClass="emph" presetSubtype="2" fill="hold" nodeType="afterEffect">
                                  <p:stCondLst>
                                    <p:cond delay="250"/>
                                  </p:stCondLst>
                                  <p:childTnLst>
                                    <p:animClr clrSpc="rgb" dir="cw">
                                      <p:cBhvr>
                                        <p:cTn id="299" dur="500" fill="hold"/>
                                        <p:tgtEl>
                                          <p:spTgt spid="47"/>
                                        </p:tgtEl>
                                        <p:attrNameLst>
                                          <p:attrName>fillcolor</p:attrName>
                                        </p:attrNameLst>
                                      </p:cBhvr>
                                      <p:to>
                                        <a:srgbClr val="FFFF00"/>
                                      </p:to>
                                    </p:animClr>
                                    <p:set>
                                      <p:cBhvr>
                                        <p:cTn id="300" dur="500" fill="hold"/>
                                        <p:tgtEl>
                                          <p:spTgt spid="47"/>
                                        </p:tgtEl>
                                        <p:attrNameLst>
                                          <p:attrName>fill.type</p:attrName>
                                        </p:attrNameLst>
                                      </p:cBhvr>
                                      <p:to>
                                        <p:strVal val="solid"/>
                                      </p:to>
                                    </p:set>
                                    <p:set>
                                      <p:cBhvr>
                                        <p:cTn id="301" dur="500" fill="hold"/>
                                        <p:tgtEl>
                                          <p:spTgt spid="47"/>
                                        </p:tgtEl>
                                        <p:attrNameLst>
                                          <p:attrName>fill.on</p:attrName>
                                        </p:attrNameLst>
                                      </p:cBhvr>
                                      <p:to>
                                        <p:strVal val="true"/>
                                      </p:to>
                                    </p:set>
                                  </p:childTnLst>
                                </p:cTn>
                              </p:par>
                            </p:childTnLst>
                          </p:cTn>
                        </p:par>
                        <p:par>
                          <p:cTn id="302" fill="hold">
                            <p:stCondLst>
                              <p:cond delay="3500"/>
                            </p:stCondLst>
                            <p:childTnLst>
                              <p:par>
                                <p:cTn id="303" presetID="1" presetClass="emph" presetSubtype="2" fill="hold" nodeType="afterEffect">
                                  <p:stCondLst>
                                    <p:cond delay="0"/>
                                  </p:stCondLst>
                                  <p:childTnLst>
                                    <p:animClr clrSpc="rgb" dir="cw">
                                      <p:cBhvr>
                                        <p:cTn id="304" dur="500" fill="hold"/>
                                        <p:tgtEl>
                                          <p:spTgt spid="47"/>
                                        </p:tgtEl>
                                        <p:attrNameLst>
                                          <p:attrName>fillcolor</p:attrName>
                                        </p:attrNameLst>
                                      </p:cBhvr>
                                      <p:to>
                                        <a:srgbClr val="00B050"/>
                                      </p:to>
                                    </p:animClr>
                                    <p:set>
                                      <p:cBhvr>
                                        <p:cTn id="305" dur="500" fill="hold"/>
                                        <p:tgtEl>
                                          <p:spTgt spid="47"/>
                                        </p:tgtEl>
                                        <p:attrNameLst>
                                          <p:attrName>fill.type</p:attrName>
                                        </p:attrNameLst>
                                      </p:cBhvr>
                                      <p:to>
                                        <p:strVal val="solid"/>
                                      </p:to>
                                    </p:set>
                                    <p:set>
                                      <p:cBhvr>
                                        <p:cTn id="306" dur="500" fill="hold"/>
                                        <p:tgtEl>
                                          <p:spTgt spid="47"/>
                                        </p:tgtEl>
                                        <p:attrNameLst>
                                          <p:attrName>fill.on</p:attrName>
                                        </p:attrNameLst>
                                      </p:cBhvr>
                                      <p:to>
                                        <p:strVal val="true"/>
                                      </p:to>
                                    </p:set>
                                  </p:childTnLst>
                                </p:cTn>
                              </p:par>
                              <p:par>
                                <p:cTn id="307" presetID="1" presetClass="emph" presetSubtype="2" fill="hold" nodeType="withEffect">
                                  <p:stCondLst>
                                    <p:cond delay="0"/>
                                  </p:stCondLst>
                                  <p:childTnLst>
                                    <p:animClr clrSpc="rgb" dir="cw">
                                      <p:cBhvr>
                                        <p:cTn id="308" dur="500" fill="hold"/>
                                        <p:tgtEl>
                                          <p:spTgt spid="52"/>
                                        </p:tgtEl>
                                        <p:attrNameLst>
                                          <p:attrName>fillcolor</p:attrName>
                                        </p:attrNameLst>
                                      </p:cBhvr>
                                      <p:to>
                                        <a:srgbClr val="00B050"/>
                                      </p:to>
                                    </p:animClr>
                                    <p:set>
                                      <p:cBhvr>
                                        <p:cTn id="309" dur="500" fill="hold"/>
                                        <p:tgtEl>
                                          <p:spTgt spid="52"/>
                                        </p:tgtEl>
                                        <p:attrNameLst>
                                          <p:attrName>fill.type</p:attrName>
                                        </p:attrNameLst>
                                      </p:cBhvr>
                                      <p:to>
                                        <p:strVal val="solid"/>
                                      </p:to>
                                    </p:set>
                                    <p:set>
                                      <p:cBhvr>
                                        <p:cTn id="310" dur="500" fill="hold"/>
                                        <p:tgtEl>
                                          <p:spTgt spid="52"/>
                                        </p:tgtEl>
                                        <p:attrNameLst>
                                          <p:attrName>fill.on</p:attrName>
                                        </p:attrNameLst>
                                      </p:cBhvr>
                                      <p:to>
                                        <p:strVal val="true"/>
                                      </p:to>
                                    </p:set>
                                  </p:childTnLst>
                                </p:cTn>
                              </p:par>
                            </p:childTnLst>
                          </p:cTn>
                        </p:par>
                      </p:childTnLst>
                    </p:cTn>
                  </p:par>
                  <p:par>
                    <p:cTn id="311" fill="hold">
                      <p:stCondLst>
                        <p:cond delay="indefinite"/>
                      </p:stCondLst>
                      <p:childTnLst>
                        <p:par>
                          <p:cTn id="312" fill="hold">
                            <p:stCondLst>
                              <p:cond delay="0"/>
                            </p:stCondLst>
                            <p:childTnLst>
                              <p:par>
                                <p:cTn id="313" presetID="10" presetClass="entr" presetSubtype="0" fill="hold" grpId="0" nodeType="clickEffect">
                                  <p:stCondLst>
                                    <p:cond delay="0"/>
                                  </p:stCondLst>
                                  <p:childTnLst>
                                    <p:set>
                                      <p:cBhvr>
                                        <p:cTn id="314" dur="1" fill="hold">
                                          <p:stCondLst>
                                            <p:cond delay="0"/>
                                          </p:stCondLst>
                                        </p:cTn>
                                        <p:tgtEl>
                                          <p:spTgt spid="66"/>
                                        </p:tgtEl>
                                        <p:attrNameLst>
                                          <p:attrName>style.visibility</p:attrName>
                                        </p:attrNameLst>
                                      </p:cBhvr>
                                      <p:to>
                                        <p:strVal val="visible"/>
                                      </p:to>
                                    </p:set>
                                    <p:animEffect transition="in" filter="fade">
                                      <p:cBhvr>
                                        <p:cTn id="315" dur="500"/>
                                        <p:tgtEl>
                                          <p:spTgt spid="66"/>
                                        </p:tgtEl>
                                      </p:cBhvr>
                                    </p:animEffect>
                                  </p:childTnLst>
                                </p:cTn>
                              </p:par>
                            </p:childTnLst>
                          </p:cTn>
                        </p:par>
                        <p:par>
                          <p:cTn id="316" fill="hold">
                            <p:stCondLst>
                              <p:cond delay="500"/>
                            </p:stCondLst>
                            <p:childTnLst>
                              <p:par>
                                <p:cTn id="317" presetID="1" presetClass="emph" presetSubtype="2" fill="hold" nodeType="afterEffect">
                                  <p:stCondLst>
                                    <p:cond delay="500"/>
                                  </p:stCondLst>
                                  <p:childTnLst>
                                    <p:animClr clrSpc="rgb" dir="cw">
                                      <p:cBhvr>
                                        <p:cTn id="318" dur="500" fill="hold"/>
                                        <p:tgtEl>
                                          <p:spTgt spid="47"/>
                                        </p:tgtEl>
                                        <p:attrNameLst>
                                          <p:attrName>fillcolor</p:attrName>
                                        </p:attrNameLst>
                                      </p:cBhvr>
                                      <p:to>
                                        <a:srgbClr val="FFFFFF"/>
                                      </p:to>
                                    </p:animClr>
                                    <p:set>
                                      <p:cBhvr>
                                        <p:cTn id="319" dur="500" fill="hold"/>
                                        <p:tgtEl>
                                          <p:spTgt spid="47"/>
                                        </p:tgtEl>
                                        <p:attrNameLst>
                                          <p:attrName>fill.type</p:attrName>
                                        </p:attrNameLst>
                                      </p:cBhvr>
                                      <p:to>
                                        <p:strVal val="solid"/>
                                      </p:to>
                                    </p:set>
                                    <p:set>
                                      <p:cBhvr>
                                        <p:cTn id="320" dur="500" fill="hold"/>
                                        <p:tgtEl>
                                          <p:spTgt spid="47"/>
                                        </p:tgtEl>
                                        <p:attrNameLst>
                                          <p:attrName>fill.on</p:attrName>
                                        </p:attrNameLst>
                                      </p:cBhvr>
                                      <p:to>
                                        <p:strVal val="true"/>
                                      </p:to>
                                    </p:set>
                                  </p:childTnLst>
                                </p:cTn>
                              </p:par>
                              <p:par>
                                <p:cTn id="321" presetID="1" presetClass="emph" presetSubtype="2" fill="hold" nodeType="withEffect">
                                  <p:stCondLst>
                                    <p:cond delay="500"/>
                                  </p:stCondLst>
                                  <p:childTnLst>
                                    <p:animClr clrSpc="rgb" dir="cw">
                                      <p:cBhvr>
                                        <p:cTn id="322" dur="500" fill="hold"/>
                                        <p:tgtEl>
                                          <p:spTgt spid="52"/>
                                        </p:tgtEl>
                                        <p:attrNameLst>
                                          <p:attrName>fillcolor</p:attrName>
                                        </p:attrNameLst>
                                      </p:cBhvr>
                                      <p:to>
                                        <a:srgbClr val="FFFFFF"/>
                                      </p:to>
                                    </p:animClr>
                                    <p:set>
                                      <p:cBhvr>
                                        <p:cTn id="323" dur="500" fill="hold"/>
                                        <p:tgtEl>
                                          <p:spTgt spid="52"/>
                                        </p:tgtEl>
                                        <p:attrNameLst>
                                          <p:attrName>fill.type</p:attrName>
                                        </p:attrNameLst>
                                      </p:cBhvr>
                                      <p:to>
                                        <p:strVal val="solid"/>
                                      </p:to>
                                    </p:set>
                                    <p:set>
                                      <p:cBhvr>
                                        <p:cTn id="324" dur="500" fill="hold"/>
                                        <p:tgtEl>
                                          <p:spTgt spid="52"/>
                                        </p:tgtEl>
                                        <p:attrNameLst>
                                          <p:attrName>fill.on</p:attrName>
                                        </p:attrNameLst>
                                      </p:cBhvr>
                                      <p:to>
                                        <p:strVal val="true"/>
                                      </p:to>
                                    </p:set>
                                  </p:childTnLst>
                                </p:cTn>
                              </p:par>
                            </p:childTnLst>
                          </p:cTn>
                        </p:par>
                      </p:childTnLst>
                    </p:cTn>
                  </p:par>
                  <p:par>
                    <p:cTn id="325" fill="hold">
                      <p:stCondLst>
                        <p:cond delay="indefinite"/>
                      </p:stCondLst>
                      <p:childTnLst>
                        <p:par>
                          <p:cTn id="326" fill="hold">
                            <p:stCondLst>
                              <p:cond delay="0"/>
                            </p:stCondLst>
                            <p:childTnLst>
                              <p:par>
                                <p:cTn id="327" presetID="10" presetClass="exit" presetSubtype="0" fill="hold" grpId="5" nodeType="clickEffect">
                                  <p:stCondLst>
                                    <p:cond delay="0"/>
                                  </p:stCondLst>
                                  <p:childTnLst>
                                    <p:animEffect transition="out" filter="fade">
                                      <p:cBhvr>
                                        <p:cTn id="328" dur="500"/>
                                        <p:tgtEl>
                                          <p:spTgt spid="61"/>
                                        </p:tgtEl>
                                      </p:cBhvr>
                                    </p:animEffect>
                                    <p:set>
                                      <p:cBhvr>
                                        <p:cTn id="329" dur="1" fill="hold">
                                          <p:stCondLst>
                                            <p:cond delay="499"/>
                                          </p:stCondLst>
                                        </p:cTn>
                                        <p:tgtEl>
                                          <p:spTgt spid="61"/>
                                        </p:tgtEl>
                                        <p:attrNameLst>
                                          <p:attrName>style.visibility</p:attrName>
                                        </p:attrNameLst>
                                      </p:cBhvr>
                                      <p:to>
                                        <p:strVal val="hidden"/>
                                      </p:to>
                                    </p:set>
                                  </p:childTnLst>
                                </p:cTn>
                              </p:par>
                              <p:par>
                                <p:cTn id="330" presetID="10" presetClass="exit" presetSubtype="0" fill="hold" grpId="6" nodeType="withEffect">
                                  <p:stCondLst>
                                    <p:cond delay="0"/>
                                  </p:stCondLst>
                                  <p:childTnLst>
                                    <p:animEffect transition="out" filter="fade">
                                      <p:cBhvr>
                                        <p:cTn id="331" dur="500"/>
                                        <p:tgtEl>
                                          <p:spTgt spid="60"/>
                                        </p:tgtEl>
                                      </p:cBhvr>
                                    </p:animEffect>
                                    <p:set>
                                      <p:cBhvr>
                                        <p:cTn id="332" dur="1" fill="hold">
                                          <p:stCondLst>
                                            <p:cond delay="499"/>
                                          </p:stCondLst>
                                        </p:cTn>
                                        <p:tgtEl>
                                          <p:spTgt spid="60"/>
                                        </p:tgtEl>
                                        <p:attrNameLst>
                                          <p:attrName>style.visibility</p:attrName>
                                        </p:attrNameLst>
                                      </p:cBhvr>
                                      <p:to>
                                        <p:strVal val="hidden"/>
                                      </p:to>
                                    </p:set>
                                  </p:childTnLst>
                                </p:cTn>
                              </p:par>
                            </p:childTnLst>
                          </p:cTn>
                        </p:par>
                      </p:childTnLst>
                    </p:cTn>
                  </p:par>
                  <p:par>
                    <p:cTn id="333" fill="hold">
                      <p:stCondLst>
                        <p:cond delay="indefinite"/>
                      </p:stCondLst>
                      <p:childTnLst>
                        <p:par>
                          <p:cTn id="334" fill="hold">
                            <p:stCondLst>
                              <p:cond delay="0"/>
                            </p:stCondLst>
                            <p:childTnLst>
                              <p:par>
                                <p:cTn id="335" presetID="2" presetClass="entr" presetSubtype="4" fill="hold" grpId="0" nodeType="clickEffect">
                                  <p:stCondLst>
                                    <p:cond delay="0"/>
                                  </p:stCondLst>
                                  <p:childTnLst>
                                    <p:set>
                                      <p:cBhvr>
                                        <p:cTn id="336" dur="1" fill="hold">
                                          <p:stCondLst>
                                            <p:cond delay="0"/>
                                          </p:stCondLst>
                                        </p:cTn>
                                        <p:tgtEl>
                                          <p:spTgt spid="67"/>
                                        </p:tgtEl>
                                        <p:attrNameLst>
                                          <p:attrName>style.visibility</p:attrName>
                                        </p:attrNameLst>
                                      </p:cBhvr>
                                      <p:to>
                                        <p:strVal val="visible"/>
                                      </p:to>
                                    </p:set>
                                    <p:anim calcmode="lin" valueType="num">
                                      <p:cBhvr additive="base">
                                        <p:cTn id="337" dur="500" fill="hold"/>
                                        <p:tgtEl>
                                          <p:spTgt spid="67"/>
                                        </p:tgtEl>
                                        <p:attrNameLst>
                                          <p:attrName>ppt_x</p:attrName>
                                        </p:attrNameLst>
                                      </p:cBhvr>
                                      <p:tavLst>
                                        <p:tav tm="0">
                                          <p:val>
                                            <p:strVal val="#ppt_x"/>
                                          </p:val>
                                        </p:tav>
                                        <p:tav tm="100000">
                                          <p:val>
                                            <p:strVal val="#ppt_x"/>
                                          </p:val>
                                        </p:tav>
                                      </p:tavLst>
                                    </p:anim>
                                    <p:anim calcmode="lin" valueType="num">
                                      <p:cBhvr additive="base">
                                        <p:cTn id="338" dur="500" fill="hold"/>
                                        <p:tgtEl>
                                          <p:spTgt spid="67"/>
                                        </p:tgtEl>
                                        <p:attrNameLst>
                                          <p:attrName>ppt_y</p:attrName>
                                        </p:attrNameLst>
                                      </p:cBhvr>
                                      <p:tavLst>
                                        <p:tav tm="0">
                                          <p:val>
                                            <p:strVal val="1+#ppt_h/2"/>
                                          </p:val>
                                        </p:tav>
                                        <p:tav tm="100000">
                                          <p:val>
                                            <p:strVal val="#ppt_y"/>
                                          </p:val>
                                        </p:tav>
                                      </p:tavLst>
                                    </p:anim>
                                  </p:childTnLst>
                                </p:cTn>
                              </p:par>
                            </p:childTnLst>
                          </p:cTn>
                        </p:par>
                      </p:childTnLst>
                    </p:cTn>
                  </p:par>
                  <p:par>
                    <p:cTn id="339" fill="hold">
                      <p:stCondLst>
                        <p:cond delay="indefinite"/>
                      </p:stCondLst>
                      <p:childTnLst>
                        <p:par>
                          <p:cTn id="340" fill="hold">
                            <p:stCondLst>
                              <p:cond delay="0"/>
                            </p:stCondLst>
                            <p:childTnLst>
                              <p:par>
                                <p:cTn id="341" presetID="2" presetClass="entr" presetSubtype="2" fill="hold" grpId="0" nodeType="clickEffect">
                                  <p:stCondLst>
                                    <p:cond delay="0"/>
                                  </p:stCondLst>
                                  <p:childTnLst>
                                    <p:set>
                                      <p:cBhvr>
                                        <p:cTn id="342" dur="1" fill="hold">
                                          <p:stCondLst>
                                            <p:cond delay="0"/>
                                          </p:stCondLst>
                                        </p:cTn>
                                        <p:tgtEl>
                                          <p:spTgt spid="68"/>
                                        </p:tgtEl>
                                        <p:attrNameLst>
                                          <p:attrName>style.visibility</p:attrName>
                                        </p:attrNameLst>
                                      </p:cBhvr>
                                      <p:to>
                                        <p:strVal val="visible"/>
                                      </p:to>
                                    </p:set>
                                    <p:anim calcmode="lin" valueType="num">
                                      <p:cBhvr additive="base">
                                        <p:cTn id="343" dur="500" fill="hold"/>
                                        <p:tgtEl>
                                          <p:spTgt spid="68"/>
                                        </p:tgtEl>
                                        <p:attrNameLst>
                                          <p:attrName>ppt_x</p:attrName>
                                        </p:attrNameLst>
                                      </p:cBhvr>
                                      <p:tavLst>
                                        <p:tav tm="0">
                                          <p:val>
                                            <p:strVal val="1+#ppt_w/2"/>
                                          </p:val>
                                        </p:tav>
                                        <p:tav tm="100000">
                                          <p:val>
                                            <p:strVal val="#ppt_x"/>
                                          </p:val>
                                        </p:tav>
                                      </p:tavLst>
                                    </p:anim>
                                    <p:anim calcmode="lin" valueType="num">
                                      <p:cBhvr additive="base">
                                        <p:cTn id="344" dur="500" fill="hold"/>
                                        <p:tgtEl>
                                          <p:spTgt spid="68"/>
                                        </p:tgtEl>
                                        <p:attrNameLst>
                                          <p:attrName>ppt_y</p:attrName>
                                        </p:attrNameLst>
                                      </p:cBhvr>
                                      <p:tavLst>
                                        <p:tav tm="0">
                                          <p:val>
                                            <p:strVal val="#ppt_y"/>
                                          </p:val>
                                        </p:tav>
                                        <p:tav tm="100000">
                                          <p:val>
                                            <p:strVal val="#ppt_y"/>
                                          </p:val>
                                        </p:tav>
                                      </p:tavLst>
                                    </p:anim>
                                  </p:childTnLst>
                                </p:cTn>
                              </p:par>
                            </p:childTnLst>
                          </p:cTn>
                        </p:par>
                      </p:childTnLst>
                    </p:cTn>
                  </p:par>
                  <p:par>
                    <p:cTn id="345" fill="hold">
                      <p:stCondLst>
                        <p:cond delay="indefinite"/>
                      </p:stCondLst>
                      <p:childTnLst>
                        <p:par>
                          <p:cTn id="346" fill="hold">
                            <p:stCondLst>
                              <p:cond delay="0"/>
                            </p:stCondLst>
                            <p:childTnLst>
                              <p:par>
                                <p:cTn id="347" presetID="2" presetClass="entr" presetSubtype="4" fill="hold" grpId="0" nodeType="clickEffect">
                                  <p:stCondLst>
                                    <p:cond delay="0"/>
                                  </p:stCondLst>
                                  <p:childTnLst>
                                    <p:set>
                                      <p:cBhvr>
                                        <p:cTn id="348" dur="1" fill="hold">
                                          <p:stCondLst>
                                            <p:cond delay="0"/>
                                          </p:stCondLst>
                                        </p:cTn>
                                        <p:tgtEl>
                                          <p:spTgt spid="69"/>
                                        </p:tgtEl>
                                        <p:attrNameLst>
                                          <p:attrName>style.visibility</p:attrName>
                                        </p:attrNameLst>
                                      </p:cBhvr>
                                      <p:to>
                                        <p:strVal val="visible"/>
                                      </p:to>
                                    </p:set>
                                    <p:anim calcmode="lin" valueType="num">
                                      <p:cBhvr additive="base">
                                        <p:cTn id="349" dur="500" fill="hold"/>
                                        <p:tgtEl>
                                          <p:spTgt spid="69"/>
                                        </p:tgtEl>
                                        <p:attrNameLst>
                                          <p:attrName>ppt_x</p:attrName>
                                        </p:attrNameLst>
                                      </p:cBhvr>
                                      <p:tavLst>
                                        <p:tav tm="0">
                                          <p:val>
                                            <p:strVal val="#ppt_x"/>
                                          </p:val>
                                        </p:tav>
                                        <p:tav tm="100000">
                                          <p:val>
                                            <p:strVal val="#ppt_x"/>
                                          </p:val>
                                        </p:tav>
                                      </p:tavLst>
                                    </p:anim>
                                    <p:anim calcmode="lin" valueType="num">
                                      <p:cBhvr additive="base">
                                        <p:cTn id="350"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51" fill="hold">
                      <p:stCondLst>
                        <p:cond delay="indefinite"/>
                      </p:stCondLst>
                      <p:childTnLst>
                        <p:par>
                          <p:cTn id="352" fill="hold">
                            <p:stCondLst>
                              <p:cond delay="0"/>
                            </p:stCondLst>
                            <p:childTnLst>
                              <p:par>
                                <p:cTn id="353" presetID="2" presetClass="entr" presetSubtype="2" fill="hold" grpId="0" nodeType="clickEffect">
                                  <p:stCondLst>
                                    <p:cond delay="0"/>
                                  </p:stCondLst>
                                  <p:childTnLst>
                                    <p:set>
                                      <p:cBhvr>
                                        <p:cTn id="354" dur="1" fill="hold">
                                          <p:stCondLst>
                                            <p:cond delay="0"/>
                                          </p:stCondLst>
                                        </p:cTn>
                                        <p:tgtEl>
                                          <p:spTgt spid="70"/>
                                        </p:tgtEl>
                                        <p:attrNameLst>
                                          <p:attrName>style.visibility</p:attrName>
                                        </p:attrNameLst>
                                      </p:cBhvr>
                                      <p:to>
                                        <p:strVal val="visible"/>
                                      </p:to>
                                    </p:set>
                                    <p:anim calcmode="lin" valueType="num">
                                      <p:cBhvr additive="base">
                                        <p:cTn id="355" dur="500" fill="hold"/>
                                        <p:tgtEl>
                                          <p:spTgt spid="70"/>
                                        </p:tgtEl>
                                        <p:attrNameLst>
                                          <p:attrName>ppt_x</p:attrName>
                                        </p:attrNameLst>
                                      </p:cBhvr>
                                      <p:tavLst>
                                        <p:tav tm="0">
                                          <p:val>
                                            <p:strVal val="1+#ppt_w/2"/>
                                          </p:val>
                                        </p:tav>
                                        <p:tav tm="100000">
                                          <p:val>
                                            <p:strVal val="#ppt_x"/>
                                          </p:val>
                                        </p:tav>
                                      </p:tavLst>
                                    </p:anim>
                                    <p:anim calcmode="lin" valueType="num">
                                      <p:cBhvr additive="base">
                                        <p:cTn id="356" dur="500" fill="hold"/>
                                        <p:tgtEl>
                                          <p:spTgt spid="7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8" grpId="0" animBg="1"/>
      <p:bldP spid="48" grpId="1" animBg="1"/>
      <p:bldP spid="49" grpId="0" animBg="1"/>
      <p:bldP spid="49" grpId="1" animBg="1"/>
      <p:bldP spid="50" grpId="0" animBg="1"/>
      <p:bldP spid="50" grpId="1" animBg="1"/>
      <p:bldP spid="51" grpId="0" animBg="1"/>
      <p:bldP spid="51" grpId="1" animBg="1"/>
      <p:bldP spid="52" grpId="0" animBg="1"/>
      <p:bldP spid="52" grpId="1" animBg="1"/>
      <p:bldP spid="54" grpId="0" animBg="1"/>
      <p:bldP spid="55" grpId="0" animBg="1"/>
      <p:bldP spid="56" grpId="0" animBg="1"/>
      <p:bldP spid="57" grpId="0" animBg="1"/>
      <p:bldP spid="58" grpId="0" animBg="1"/>
      <p:bldP spid="59" grpId="0" animBg="1"/>
      <p:bldP spid="60" grpId="0"/>
      <p:bldP spid="60" grpId="1"/>
      <p:bldP spid="60" grpId="2"/>
      <p:bldP spid="60" grpId="3"/>
      <p:bldP spid="60" grpId="4"/>
      <p:bldP spid="60" grpId="5"/>
      <p:bldP spid="60" grpId="6"/>
      <p:bldP spid="61" grpId="0"/>
      <p:bldP spid="61" grpId="1"/>
      <p:bldP spid="61" grpId="2"/>
      <p:bldP spid="61" grpId="3"/>
      <p:bldP spid="61" grpId="4"/>
      <p:bldP spid="61" grpId="5"/>
      <p:bldP spid="62" grpId="0"/>
      <p:bldP spid="63" grpId="0"/>
      <p:bldP spid="64" grpId="0"/>
      <p:bldP spid="65" grpId="0"/>
      <p:bldP spid="66" grpId="0"/>
      <p:bldP spid="67" grpId="0"/>
      <p:bldP spid="68" grpId="0" animBg="1"/>
      <p:bldP spid="69" grpId="0"/>
      <p:bldP spid="7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DB2C5-580F-A006-3F7D-ED8FB7EC8283}"/>
              </a:ext>
            </a:extLst>
          </p:cNvPr>
          <p:cNvSpPr>
            <a:spLocks noGrp="1"/>
          </p:cNvSpPr>
          <p:nvPr>
            <p:ph type="title"/>
          </p:nvPr>
        </p:nvSpPr>
        <p:spPr/>
        <p:txBody>
          <a:bodyPr/>
          <a:lstStyle/>
          <a:p>
            <a:r>
              <a:rPr lang="en-VN"/>
              <a:t>String matching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B4E9A11-F534-0CDE-E769-143F27B2B9DD}"/>
                  </a:ext>
                </a:extLst>
              </p:cNvPr>
              <p:cNvSpPr>
                <a:spLocks noGrp="1"/>
              </p:cNvSpPr>
              <p:nvPr>
                <p:ph idx="1"/>
              </p:nvPr>
            </p:nvSpPr>
            <p:spPr/>
            <p:txBody>
              <a:bodyPr/>
              <a:lstStyle/>
              <a:p>
                <a:r>
                  <a:rPr lang="en-VN" dirty="0"/>
                  <a:t>After produce array </a:t>
                </a:r>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0" smtClean="0">
                        <a:latin typeface="Cambria Math" panose="02040503050406030204" pitchFamily="18" charset="0"/>
                        <a:ea typeface="Cambria Math" panose="02040503050406030204" pitchFamily="18" charset="0"/>
                      </a:rPr>
                      <m:t>,</m:t>
                    </m:r>
                  </m:oMath>
                </a14:m>
                <a:r>
                  <a:rPr lang="en-VN" dirty="0"/>
                  <a:t> we are ready to matching the main string now</a:t>
                </a:r>
              </a:p>
              <a:p>
                <a:r>
                  <a:rPr lang="en-VN" dirty="0"/>
                  <a:t>Array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r>
                  <a:rPr lang="en-VN" dirty="0"/>
                  <a:t> helps us not to recheck all pattern again </a:t>
                </a:r>
              </a:p>
              <a:p>
                <a:r>
                  <a:rPr lang="en-VN" dirty="0">
                    <a:sym typeface="Wingdings" pitchFamily="2" charset="2"/>
                  </a:rPr>
                  <a:t>Array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r>
                  <a:rPr lang="en-VN" dirty="0"/>
                  <a:t> helps us skip the overlap strings, hence, it will run linear time in the main string instead of go back to the next position of the current substring</a:t>
                </a:r>
              </a:p>
              <a:p>
                <a:pPr marL="0" indent="0">
                  <a:buNone/>
                </a:pPr>
                <a:r>
                  <a:rPr lang="en-VN" dirty="0">
                    <a:sym typeface="Wingdings" pitchFamily="2" charset="2"/>
                  </a:rPr>
                  <a:t> </a:t>
                </a:r>
                <a:r>
                  <a:rPr lang="en-US" dirty="0">
                    <a:sym typeface="Wingdings" pitchFamily="2" charset="2"/>
                  </a:rPr>
                  <a:t>R</a:t>
                </a:r>
                <a:r>
                  <a:rPr lang="en-VN" dirty="0">
                    <a:sym typeface="Wingdings" pitchFamily="2" charset="2"/>
                  </a:rPr>
                  <a:t>educe time complexity</a:t>
                </a:r>
                <a:endParaRPr lang="en-VN" dirty="0"/>
              </a:p>
            </p:txBody>
          </p:sp>
        </mc:Choice>
        <mc:Fallback xmlns="">
          <p:sp>
            <p:nvSpPr>
              <p:cNvPr id="3" name="Content Placeholder 2">
                <a:extLst>
                  <a:ext uri="{FF2B5EF4-FFF2-40B4-BE49-F238E27FC236}">
                    <a16:creationId xmlns:a16="http://schemas.microsoft.com/office/drawing/2014/main" id="{5B4E9A11-F534-0CDE-E769-143F27B2B9DD}"/>
                  </a:ext>
                </a:extLst>
              </p:cNvPr>
              <p:cNvSpPr>
                <a:spLocks noGrp="1" noRot="1" noChangeAspect="1" noMove="1" noResize="1" noEditPoints="1" noAdjustHandles="1" noChangeArrowheads="1" noChangeShapeType="1" noTextEdit="1"/>
              </p:cNvSpPr>
              <p:nvPr>
                <p:ph idx="1"/>
              </p:nvPr>
            </p:nvSpPr>
            <p:spPr>
              <a:blipFill>
                <a:blip r:embed="rId2"/>
                <a:stretch>
                  <a:fillRect l="-964" t="-1244"/>
                </a:stretch>
              </a:blipFill>
            </p:spPr>
            <p:txBody>
              <a:bodyPr/>
              <a:lstStyle/>
              <a:p>
                <a:r>
                  <a:rPr lang="en-US">
                    <a:noFill/>
                  </a:rPr>
                  <a:t> </a:t>
                </a:r>
              </a:p>
            </p:txBody>
          </p:sp>
        </mc:Fallback>
      </mc:AlternateContent>
      <p:pic>
        <p:nvPicPr>
          <p:cNvPr id="4" name="Picture 3" descr="A blue and white logo&#10;&#10;Description automatically generated">
            <a:extLst>
              <a:ext uri="{FF2B5EF4-FFF2-40B4-BE49-F238E27FC236}">
                <a16:creationId xmlns:a16="http://schemas.microsoft.com/office/drawing/2014/main" id="{BC3063F2-1C7C-3A4D-3459-3B3F0D20C1A6}"/>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1811323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614CA0-F002-01AA-AF7A-EE5A8A5EF3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F9DF5-127A-DAB5-8DB4-F7400BB4BE4C}"/>
              </a:ext>
            </a:extLst>
          </p:cNvPr>
          <p:cNvSpPr>
            <a:spLocks noGrp="1"/>
          </p:cNvSpPr>
          <p:nvPr>
            <p:ph type="title"/>
          </p:nvPr>
        </p:nvSpPr>
        <p:spPr/>
        <p:txBody>
          <a:bodyPr/>
          <a:lstStyle/>
          <a:p>
            <a:r>
              <a:rPr lang="en-VN"/>
              <a:t>String matching</a:t>
            </a:r>
          </a:p>
        </p:txBody>
      </p:sp>
      <p:sp>
        <p:nvSpPr>
          <p:cNvPr id="6" name="Rectangle 5">
            <a:extLst>
              <a:ext uri="{FF2B5EF4-FFF2-40B4-BE49-F238E27FC236}">
                <a16:creationId xmlns:a16="http://schemas.microsoft.com/office/drawing/2014/main" id="{582E9027-8E8B-40A6-5BA8-D05BFC498A9B}"/>
              </a:ext>
            </a:extLst>
          </p:cNvPr>
          <p:cNvSpPr/>
          <p:nvPr/>
        </p:nvSpPr>
        <p:spPr>
          <a:xfrm>
            <a:off x="1355669" y="34483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7" name="Rectangle 6">
            <a:extLst>
              <a:ext uri="{FF2B5EF4-FFF2-40B4-BE49-F238E27FC236}">
                <a16:creationId xmlns:a16="http://schemas.microsoft.com/office/drawing/2014/main" id="{05BCE99F-A930-7F8C-1B0E-4C9739E3301D}"/>
              </a:ext>
            </a:extLst>
          </p:cNvPr>
          <p:cNvSpPr/>
          <p:nvPr/>
        </p:nvSpPr>
        <p:spPr>
          <a:xfrm>
            <a:off x="2110271" y="34483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8" name="Rectangle 7">
            <a:extLst>
              <a:ext uri="{FF2B5EF4-FFF2-40B4-BE49-F238E27FC236}">
                <a16:creationId xmlns:a16="http://schemas.microsoft.com/office/drawing/2014/main" id="{3E966FBA-039A-83D5-FAC4-5CB649454842}"/>
              </a:ext>
            </a:extLst>
          </p:cNvPr>
          <p:cNvSpPr/>
          <p:nvPr/>
        </p:nvSpPr>
        <p:spPr>
          <a:xfrm>
            <a:off x="2864873" y="34483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X</a:t>
            </a:r>
          </a:p>
        </p:txBody>
      </p:sp>
      <p:sp>
        <p:nvSpPr>
          <p:cNvPr id="9" name="Rectangle 8">
            <a:extLst>
              <a:ext uri="{FF2B5EF4-FFF2-40B4-BE49-F238E27FC236}">
                <a16:creationId xmlns:a16="http://schemas.microsoft.com/office/drawing/2014/main" id="{A8A2EE1C-8691-C57C-84ED-BB73F5E41F7E}"/>
              </a:ext>
            </a:extLst>
          </p:cNvPr>
          <p:cNvSpPr/>
          <p:nvPr/>
        </p:nvSpPr>
        <p:spPr>
          <a:xfrm>
            <a:off x="3619475" y="34483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0" name="Rectangle 9">
            <a:extLst>
              <a:ext uri="{FF2B5EF4-FFF2-40B4-BE49-F238E27FC236}">
                <a16:creationId xmlns:a16="http://schemas.microsoft.com/office/drawing/2014/main" id="{B9A39076-D698-A788-2288-F551DCA5F534}"/>
              </a:ext>
            </a:extLst>
          </p:cNvPr>
          <p:cNvSpPr/>
          <p:nvPr/>
        </p:nvSpPr>
        <p:spPr>
          <a:xfrm>
            <a:off x="4374077" y="34483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1" name="Rectangle 10">
            <a:extLst>
              <a:ext uri="{FF2B5EF4-FFF2-40B4-BE49-F238E27FC236}">
                <a16:creationId xmlns:a16="http://schemas.microsoft.com/office/drawing/2014/main" id="{B25E17DB-B6E3-7B5B-B2A6-692936E4B33E}"/>
              </a:ext>
            </a:extLst>
          </p:cNvPr>
          <p:cNvSpPr/>
          <p:nvPr/>
        </p:nvSpPr>
        <p:spPr>
          <a:xfrm>
            <a:off x="5128679" y="34483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2" name="Rectangle 11">
            <a:extLst>
              <a:ext uri="{FF2B5EF4-FFF2-40B4-BE49-F238E27FC236}">
                <a16:creationId xmlns:a16="http://schemas.microsoft.com/office/drawing/2014/main" id="{F077DECB-6754-123E-E6CD-D64BAFE6002D}"/>
              </a:ext>
            </a:extLst>
          </p:cNvPr>
          <p:cNvSpPr/>
          <p:nvPr/>
        </p:nvSpPr>
        <p:spPr>
          <a:xfrm>
            <a:off x="5883281" y="34483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3" name="Rectangle 12">
            <a:extLst>
              <a:ext uri="{FF2B5EF4-FFF2-40B4-BE49-F238E27FC236}">
                <a16:creationId xmlns:a16="http://schemas.microsoft.com/office/drawing/2014/main" id="{0D02B941-57C1-78ED-8296-201D010B6F38}"/>
              </a:ext>
            </a:extLst>
          </p:cNvPr>
          <p:cNvSpPr/>
          <p:nvPr/>
        </p:nvSpPr>
        <p:spPr>
          <a:xfrm>
            <a:off x="6637883" y="34483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4" name="Rectangle 13">
            <a:extLst>
              <a:ext uri="{FF2B5EF4-FFF2-40B4-BE49-F238E27FC236}">
                <a16:creationId xmlns:a16="http://schemas.microsoft.com/office/drawing/2014/main" id="{EE30AC7E-3D52-8008-7335-D71B557DA192}"/>
              </a:ext>
            </a:extLst>
          </p:cNvPr>
          <p:cNvSpPr/>
          <p:nvPr/>
        </p:nvSpPr>
        <p:spPr>
          <a:xfrm>
            <a:off x="7392485" y="3448314"/>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15" name="Rectangle 14">
            <a:extLst>
              <a:ext uri="{FF2B5EF4-FFF2-40B4-BE49-F238E27FC236}">
                <a16:creationId xmlns:a16="http://schemas.microsoft.com/office/drawing/2014/main" id="{44A1B033-97BF-2A51-7595-884142A30CFA}"/>
              </a:ext>
            </a:extLst>
          </p:cNvPr>
          <p:cNvSpPr/>
          <p:nvPr/>
        </p:nvSpPr>
        <p:spPr>
          <a:xfrm>
            <a:off x="8147087" y="344831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6" name="Rectangle 15">
            <a:extLst>
              <a:ext uri="{FF2B5EF4-FFF2-40B4-BE49-F238E27FC236}">
                <a16:creationId xmlns:a16="http://schemas.microsoft.com/office/drawing/2014/main" id="{1AA76DD8-30BC-4CDF-A733-75C65180F7A4}"/>
              </a:ext>
            </a:extLst>
          </p:cNvPr>
          <p:cNvSpPr/>
          <p:nvPr/>
        </p:nvSpPr>
        <p:spPr>
          <a:xfrm>
            <a:off x="8901689" y="3448313"/>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7" name="Rectangle 16">
            <a:extLst>
              <a:ext uri="{FF2B5EF4-FFF2-40B4-BE49-F238E27FC236}">
                <a16:creationId xmlns:a16="http://schemas.microsoft.com/office/drawing/2014/main" id="{BB39D283-FD0C-3C04-AF87-03039A5CA31A}"/>
              </a:ext>
            </a:extLst>
          </p:cNvPr>
          <p:cNvSpPr/>
          <p:nvPr/>
        </p:nvSpPr>
        <p:spPr>
          <a:xfrm>
            <a:off x="1355669" y="43497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18" name="Rectangle 17">
            <a:extLst>
              <a:ext uri="{FF2B5EF4-FFF2-40B4-BE49-F238E27FC236}">
                <a16:creationId xmlns:a16="http://schemas.microsoft.com/office/drawing/2014/main" id="{238C9ED8-C8AA-107C-7EFE-4FCE26A6EE98}"/>
              </a:ext>
            </a:extLst>
          </p:cNvPr>
          <p:cNvSpPr/>
          <p:nvPr/>
        </p:nvSpPr>
        <p:spPr>
          <a:xfrm>
            <a:off x="2110271" y="434971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19" name="Rectangle 18">
            <a:extLst>
              <a:ext uri="{FF2B5EF4-FFF2-40B4-BE49-F238E27FC236}">
                <a16:creationId xmlns:a16="http://schemas.microsoft.com/office/drawing/2014/main" id="{44054274-0543-D699-3CA6-F0E99921700D}"/>
              </a:ext>
            </a:extLst>
          </p:cNvPr>
          <p:cNvSpPr/>
          <p:nvPr/>
        </p:nvSpPr>
        <p:spPr>
          <a:xfrm>
            <a:off x="2864873"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0" name="Rectangle 19">
            <a:extLst>
              <a:ext uri="{FF2B5EF4-FFF2-40B4-BE49-F238E27FC236}">
                <a16:creationId xmlns:a16="http://schemas.microsoft.com/office/drawing/2014/main" id="{468F45F5-E769-A8F9-AA78-E169F5D34F93}"/>
              </a:ext>
            </a:extLst>
          </p:cNvPr>
          <p:cNvSpPr/>
          <p:nvPr/>
        </p:nvSpPr>
        <p:spPr>
          <a:xfrm>
            <a:off x="3619475"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B</a:t>
            </a:r>
          </a:p>
        </p:txBody>
      </p:sp>
      <p:sp>
        <p:nvSpPr>
          <p:cNvPr id="21" name="Rectangle 20">
            <a:extLst>
              <a:ext uri="{FF2B5EF4-FFF2-40B4-BE49-F238E27FC236}">
                <a16:creationId xmlns:a16="http://schemas.microsoft.com/office/drawing/2014/main" id="{9913FEB1-3056-22CE-025F-EB56D171E8CE}"/>
              </a:ext>
            </a:extLst>
          </p:cNvPr>
          <p:cNvSpPr/>
          <p:nvPr/>
        </p:nvSpPr>
        <p:spPr>
          <a:xfrm>
            <a:off x="4374077" y="4349716"/>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tx1"/>
                </a:solidFill>
              </a:rPr>
              <a:t>A</a:t>
            </a:r>
          </a:p>
        </p:txBody>
      </p:sp>
      <p:sp>
        <p:nvSpPr>
          <p:cNvPr id="22" name="Rectangle 21">
            <a:extLst>
              <a:ext uri="{FF2B5EF4-FFF2-40B4-BE49-F238E27FC236}">
                <a16:creationId xmlns:a16="http://schemas.microsoft.com/office/drawing/2014/main" id="{6085F4D9-3DCA-DEFF-7BA0-B68754EB5E5E}"/>
              </a:ext>
            </a:extLst>
          </p:cNvPr>
          <p:cNvSpPr/>
          <p:nvPr/>
        </p:nvSpPr>
        <p:spPr>
          <a:xfrm>
            <a:off x="5128679" y="4349715"/>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23" name="Rectangle 22">
            <a:extLst>
              <a:ext uri="{FF2B5EF4-FFF2-40B4-BE49-F238E27FC236}">
                <a16:creationId xmlns:a16="http://schemas.microsoft.com/office/drawing/2014/main" id="{0CE1F386-7044-391D-7F88-EF2BFE595724}"/>
              </a:ext>
            </a:extLst>
          </p:cNvPr>
          <p:cNvSpPr/>
          <p:nvPr/>
        </p:nvSpPr>
        <p:spPr>
          <a:xfrm>
            <a:off x="1351334"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a:solidFill>
                  <a:schemeClr val="tx1"/>
                </a:solidFill>
              </a:rPr>
              <a:t>0</a:t>
            </a:r>
          </a:p>
        </p:txBody>
      </p:sp>
      <p:sp>
        <p:nvSpPr>
          <p:cNvPr id="24" name="Rectangle 23">
            <a:extLst>
              <a:ext uri="{FF2B5EF4-FFF2-40B4-BE49-F238E27FC236}">
                <a16:creationId xmlns:a16="http://schemas.microsoft.com/office/drawing/2014/main" id="{BF7E86CE-8ACA-61BC-CEF8-439BD28360E2}"/>
              </a:ext>
            </a:extLst>
          </p:cNvPr>
          <p:cNvSpPr/>
          <p:nvPr/>
        </p:nvSpPr>
        <p:spPr>
          <a:xfrm>
            <a:off x="2101601"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Rectangle 24">
            <a:extLst>
              <a:ext uri="{FF2B5EF4-FFF2-40B4-BE49-F238E27FC236}">
                <a16:creationId xmlns:a16="http://schemas.microsoft.com/office/drawing/2014/main" id="{760FBDA2-2698-8C31-FD7A-7E26D0F5E9E7}"/>
              </a:ext>
            </a:extLst>
          </p:cNvPr>
          <p:cNvSpPr/>
          <p:nvPr/>
        </p:nvSpPr>
        <p:spPr>
          <a:xfrm>
            <a:off x="2860538"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ectangle 25">
            <a:extLst>
              <a:ext uri="{FF2B5EF4-FFF2-40B4-BE49-F238E27FC236}">
                <a16:creationId xmlns:a16="http://schemas.microsoft.com/office/drawing/2014/main" id="{38FC3771-34E3-2D48-785C-95562CCAA0F6}"/>
              </a:ext>
            </a:extLst>
          </p:cNvPr>
          <p:cNvSpPr/>
          <p:nvPr/>
        </p:nvSpPr>
        <p:spPr>
          <a:xfrm>
            <a:off x="3615140"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ectangle 26">
            <a:extLst>
              <a:ext uri="{FF2B5EF4-FFF2-40B4-BE49-F238E27FC236}">
                <a16:creationId xmlns:a16="http://schemas.microsoft.com/office/drawing/2014/main" id="{A977DA9C-600D-97B8-DAE1-7C46B1EB102C}"/>
              </a:ext>
            </a:extLst>
          </p:cNvPr>
          <p:cNvSpPr/>
          <p:nvPr/>
        </p:nvSpPr>
        <p:spPr>
          <a:xfrm>
            <a:off x="4374077"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Rectangle 27">
            <a:extLst>
              <a:ext uri="{FF2B5EF4-FFF2-40B4-BE49-F238E27FC236}">
                <a16:creationId xmlns:a16="http://schemas.microsoft.com/office/drawing/2014/main" id="{002C7136-3744-61A1-555B-E4568B0DBDC3}"/>
              </a:ext>
            </a:extLst>
          </p:cNvPr>
          <p:cNvSpPr/>
          <p:nvPr/>
        </p:nvSpPr>
        <p:spPr>
          <a:xfrm>
            <a:off x="5128679" y="5038977"/>
            <a:ext cx="754602" cy="39949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C82289AA-5307-8E2D-4087-86EB4821302F}"/>
              </a:ext>
            </a:extLst>
          </p:cNvPr>
          <p:cNvSpPr txBox="1"/>
          <p:nvPr/>
        </p:nvSpPr>
        <p:spPr>
          <a:xfrm>
            <a:off x="2328712" y="5054058"/>
            <a:ext cx="301686" cy="369332"/>
          </a:xfrm>
          <a:prstGeom prst="rect">
            <a:avLst/>
          </a:prstGeom>
          <a:noFill/>
        </p:spPr>
        <p:txBody>
          <a:bodyPr wrap="none" rtlCol="0">
            <a:spAutoFit/>
          </a:bodyPr>
          <a:lstStyle/>
          <a:p>
            <a:r>
              <a:rPr lang="en-US"/>
              <a:t>0</a:t>
            </a:r>
          </a:p>
        </p:txBody>
      </p:sp>
      <p:sp>
        <p:nvSpPr>
          <p:cNvPr id="32" name="TextBox 31">
            <a:extLst>
              <a:ext uri="{FF2B5EF4-FFF2-40B4-BE49-F238E27FC236}">
                <a16:creationId xmlns:a16="http://schemas.microsoft.com/office/drawing/2014/main" id="{B54DECAD-373B-70F9-A446-F580DD823A21}"/>
              </a:ext>
            </a:extLst>
          </p:cNvPr>
          <p:cNvSpPr txBox="1"/>
          <p:nvPr/>
        </p:nvSpPr>
        <p:spPr>
          <a:xfrm>
            <a:off x="3090678" y="5066450"/>
            <a:ext cx="301686" cy="369332"/>
          </a:xfrm>
          <a:prstGeom prst="rect">
            <a:avLst/>
          </a:prstGeom>
          <a:noFill/>
        </p:spPr>
        <p:txBody>
          <a:bodyPr wrap="none" rtlCol="0">
            <a:spAutoFit/>
          </a:bodyPr>
          <a:lstStyle/>
          <a:p>
            <a:r>
              <a:rPr lang="en-US"/>
              <a:t>1</a:t>
            </a:r>
          </a:p>
        </p:txBody>
      </p:sp>
      <p:sp>
        <p:nvSpPr>
          <p:cNvPr id="33" name="TextBox 32">
            <a:extLst>
              <a:ext uri="{FF2B5EF4-FFF2-40B4-BE49-F238E27FC236}">
                <a16:creationId xmlns:a16="http://schemas.microsoft.com/office/drawing/2014/main" id="{BDFA5529-39AA-56EE-89F2-FE2806B27BE6}"/>
              </a:ext>
            </a:extLst>
          </p:cNvPr>
          <p:cNvSpPr txBox="1"/>
          <p:nvPr/>
        </p:nvSpPr>
        <p:spPr>
          <a:xfrm>
            <a:off x="3837916" y="5066450"/>
            <a:ext cx="301686" cy="369332"/>
          </a:xfrm>
          <a:prstGeom prst="rect">
            <a:avLst/>
          </a:prstGeom>
          <a:noFill/>
        </p:spPr>
        <p:txBody>
          <a:bodyPr wrap="none" rtlCol="0">
            <a:spAutoFit/>
          </a:bodyPr>
          <a:lstStyle/>
          <a:p>
            <a:r>
              <a:rPr lang="en-US"/>
              <a:t>2</a:t>
            </a:r>
          </a:p>
        </p:txBody>
      </p:sp>
      <p:sp>
        <p:nvSpPr>
          <p:cNvPr id="34" name="TextBox 33">
            <a:extLst>
              <a:ext uri="{FF2B5EF4-FFF2-40B4-BE49-F238E27FC236}">
                <a16:creationId xmlns:a16="http://schemas.microsoft.com/office/drawing/2014/main" id="{898CCBE4-3792-DC47-6BF5-7EBEA9B20C1A}"/>
              </a:ext>
            </a:extLst>
          </p:cNvPr>
          <p:cNvSpPr txBox="1"/>
          <p:nvPr/>
        </p:nvSpPr>
        <p:spPr>
          <a:xfrm>
            <a:off x="4600535" y="5054058"/>
            <a:ext cx="301686" cy="369332"/>
          </a:xfrm>
          <a:prstGeom prst="rect">
            <a:avLst/>
          </a:prstGeom>
          <a:noFill/>
        </p:spPr>
        <p:txBody>
          <a:bodyPr wrap="none" rtlCol="0">
            <a:spAutoFit/>
          </a:bodyPr>
          <a:lstStyle/>
          <a:p>
            <a:r>
              <a:rPr lang="en-US"/>
              <a:t>3</a:t>
            </a:r>
          </a:p>
        </p:txBody>
      </p:sp>
      <p:sp>
        <p:nvSpPr>
          <p:cNvPr id="35" name="TextBox 34">
            <a:extLst>
              <a:ext uri="{FF2B5EF4-FFF2-40B4-BE49-F238E27FC236}">
                <a16:creationId xmlns:a16="http://schemas.microsoft.com/office/drawing/2014/main" id="{5B60E2AD-7186-4534-7D8F-FFFD9257871D}"/>
              </a:ext>
            </a:extLst>
          </p:cNvPr>
          <p:cNvSpPr txBox="1"/>
          <p:nvPr/>
        </p:nvSpPr>
        <p:spPr>
          <a:xfrm>
            <a:off x="5355137" y="5069140"/>
            <a:ext cx="301686" cy="369332"/>
          </a:xfrm>
          <a:prstGeom prst="rect">
            <a:avLst/>
          </a:prstGeom>
          <a:noFill/>
        </p:spPr>
        <p:txBody>
          <a:bodyPr wrap="none" rtlCol="0">
            <a:spAutoFit/>
          </a:bodyPr>
          <a:lstStyle/>
          <a:p>
            <a:r>
              <a:rPr lang="en-US"/>
              <a:t>1</a:t>
            </a:r>
          </a:p>
        </p:txBody>
      </p:sp>
      <p:sp>
        <p:nvSpPr>
          <p:cNvPr id="36" name="TextBox 35">
            <a:extLst>
              <a:ext uri="{FF2B5EF4-FFF2-40B4-BE49-F238E27FC236}">
                <a16:creationId xmlns:a16="http://schemas.microsoft.com/office/drawing/2014/main" id="{758F758D-2C4A-D780-9CC1-07F92B3DEF14}"/>
              </a:ext>
            </a:extLst>
          </p:cNvPr>
          <p:cNvSpPr txBox="1"/>
          <p:nvPr/>
        </p:nvSpPr>
        <p:spPr>
          <a:xfrm>
            <a:off x="2328712" y="5066450"/>
            <a:ext cx="311304" cy="369332"/>
          </a:xfrm>
          <a:prstGeom prst="rect">
            <a:avLst/>
          </a:prstGeom>
          <a:noFill/>
        </p:spPr>
        <p:txBody>
          <a:bodyPr wrap="none" rtlCol="0">
            <a:spAutoFit/>
          </a:bodyPr>
          <a:lstStyle/>
          <a:p>
            <a:r>
              <a:rPr lang="en-US"/>
              <a:t>0</a:t>
            </a:r>
          </a:p>
        </p:txBody>
      </p:sp>
      <p:sp>
        <p:nvSpPr>
          <p:cNvPr id="37" name="TextBox 36">
            <a:extLst>
              <a:ext uri="{FF2B5EF4-FFF2-40B4-BE49-F238E27FC236}">
                <a16:creationId xmlns:a16="http://schemas.microsoft.com/office/drawing/2014/main" id="{29CF827E-69C9-6FBC-9C95-CDA31FD12DEE}"/>
              </a:ext>
            </a:extLst>
          </p:cNvPr>
          <p:cNvSpPr txBox="1"/>
          <p:nvPr/>
        </p:nvSpPr>
        <p:spPr>
          <a:xfrm>
            <a:off x="1770743" y="4078514"/>
            <a:ext cx="184731" cy="369332"/>
          </a:xfrm>
          <a:prstGeom prst="rect">
            <a:avLst/>
          </a:prstGeom>
          <a:noFill/>
        </p:spPr>
        <p:txBody>
          <a:bodyPr wrap="none" rtlCol="0">
            <a:spAutoFit/>
          </a:bodyPr>
          <a:lstStyle/>
          <a:p>
            <a:endParaRPr lang="en-VN"/>
          </a:p>
        </p:txBody>
      </p:sp>
      <p:sp>
        <p:nvSpPr>
          <p:cNvPr id="41" name="TextBox 40">
            <a:extLst>
              <a:ext uri="{FF2B5EF4-FFF2-40B4-BE49-F238E27FC236}">
                <a16:creationId xmlns:a16="http://schemas.microsoft.com/office/drawing/2014/main" id="{095665CA-A00E-8621-1C72-BF3FFF9C1D7C}"/>
              </a:ext>
            </a:extLst>
          </p:cNvPr>
          <p:cNvSpPr txBox="1"/>
          <p:nvPr/>
        </p:nvSpPr>
        <p:spPr>
          <a:xfrm>
            <a:off x="7031115" y="4996569"/>
            <a:ext cx="1895071" cy="369332"/>
          </a:xfrm>
          <a:prstGeom prst="rect">
            <a:avLst/>
          </a:prstGeom>
          <a:noFill/>
        </p:spPr>
        <p:txBody>
          <a:bodyPr wrap="square" rtlCol="0">
            <a:spAutoFit/>
          </a:bodyPr>
          <a:lstStyle/>
          <a:p>
            <a:r>
              <a:rPr lang="en-VN"/>
              <a:t>Time Complexity?</a:t>
            </a:r>
          </a:p>
        </p:txBody>
      </p:sp>
      <mc:AlternateContent xmlns:mc="http://schemas.openxmlformats.org/markup-compatibility/2006">
        <mc:Choice xmlns:a14="http://schemas.microsoft.com/office/drawing/2010/main" Requires="a14">
          <p:sp>
            <p:nvSpPr>
              <p:cNvPr id="42" name="Explosion 1 41">
                <a:extLst>
                  <a:ext uri="{FF2B5EF4-FFF2-40B4-BE49-F238E27FC236}">
                    <a16:creationId xmlns:a16="http://schemas.microsoft.com/office/drawing/2014/main" id="{7260348A-059A-92FA-F7C9-3844A4A1175C}"/>
                  </a:ext>
                </a:extLst>
              </p:cNvPr>
              <p:cNvSpPr/>
              <p:nvPr/>
            </p:nvSpPr>
            <p:spPr>
              <a:xfrm>
                <a:off x="9101470" y="4800601"/>
                <a:ext cx="2105247" cy="786809"/>
              </a:xfrm>
              <a:prstGeom prst="irregularSeal1">
                <a:avLst/>
              </a:prstGeom>
              <a:solidFill>
                <a:srgbClr val="FFFF00"/>
              </a:solidFill>
            </p:spPr>
            <p:style>
              <a:lnRef idx="2">
                <a:schemeClr val="accent6"/>
              </a:lnRef>
              <a:fillRef idx="1">
                <a:schemeClr val="lt1"/>
              </a:fillRef>
              <a:effectRef idx="0">
                <a:schemeClr val="accent6"/>
              </a:effectRef>
              <a:fontRef idx="minor">
                <a:schemeClr val="dk1"/>
              </a:fontRef>
            </p:style>
            <p:txBody>
              <a:bodyPr rtlCol="0" anchor="ctr"/>
              <a:lstStyle/>
              <a:p>
                <a:pPr algn="ctr"/>
                <a14:m>
                  <m:oMath xmlns:m="http://schemas.openxmlformats.org/officeDocument/2006/math">
                    <m:r>
                      <m:rPr>
                        <m:sty m:val="p"/>
                      </m:rPr>
                      <a:rPr lang="el-GR" i="1" smtClean="0">
                        <a:latin typeface="Cambria Math" panose="02040503050406030204" pitchFamily="18" charset="0"/>
                        <a:ea typeface="Cambria Math" panose="02040503050406030204" pitchFamily="18" charset="0"/>
                      </a:rPr>
                      <m:t>Ο</m:t>
                    </m:r>
                  </m:oMath>
                </a14:m>
                <a:r>
                  <a:rPr lang="en-VN" dirty="0"/>
                  <a:t>(</a:t>
                </a:r>
                <a14:m>
                  <m:oMath xmlns:m="http://schemas.openxmlformats.org/officeDocument/2006/math">
                    <m:r>
                      <m:rPr>
                        <m:sty m:val="p"/>
                      </m:rPr>
                      <a:rPr lang="en-US" b="0" i="0" smtClean="0">
                        <a:latin typeface="Cambria Math" panose="02040503050406030204" pitchFamily="18" charset="0"/>
                        <a:ea typeface="Cambria Math" panose="02040503050406030204" pitchFamily="18" charset="0"/>
                      </a:rPr>
                      <m:t>n</m:t>
                    </m:r>
                    <m:r>
                      <a:rPr lang="en-US" b="0" i="0"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𝑚</m:t>
                    </m:r>
                  </m:oMath>
                </a14:m>
                <a:r>
                  <a:rPr lang="en-VN" dirty="0"/>
                  <a:t>)</a:t>
                </a:r>
              </a:p>
            </p:txBody>
          </p:sp>
        </mc:Choice>
        <mc:Fallback>
          <p:sp>
            <p:nvSpPr>
              <p:cNvPr id="42" name="Explosion 1 41">
                <a:extLst>
                  <a:ext uri="{FF2B5EF4-FFF2-40B4-BE49-F238E27FC236}">
                    <a16:creationId xmlns:a16="http://schemas.microsoft.com/office/drawing/2014/main" id="{7260348A-059A-92FA-F7C9-3844A4A1175C}"/>
                  </a:ext>
                </a:extLst>
              </p:cNvPr>
              <p:cNvSpPr>
                <a:spLocks noRot="1" noChangeAspect="1" noMove="1" noResize="1" noEditPoints="1" noAdjustHandles="1" noChangeArrowheads="1" noChangeShapeType="1" noTextEdit="1"/>
              </p:cNvSpPr>
              <p:nvPr/>
            </p:nvSpPr>
            <p:spPr>
              <a:xfrm>
                <a:off x="9101470" y="4800601"/>
                <a:ext cx="2105247" cy="786809"/>
              </a:xfrm>
              <a:prstGeom prst="irregularSeal1">
                <a:avLst/>
              </a:prstGeom>
              <a:blipFill>
                <a:blip r:embed="rId2"/>
                <a:stretch>
                  <a:fillRect/>
                </a:stretch>
              </a:blipFill>
            </p:spPr>
            <p:txBody>
              <a:bodyPr/>
              <a:lstStyle/>
              <a:p>
                <a:r>
                  <a:rPr lang="en-VN">
                    <a:noFill/>
                  </a:rPr>
                  <a:t> </a:t>
                </a:r>
              </a:p>
            </p:txBody>
          </p:sp>
        </mc:Fallback>
      </mc:AlternateContent>
      <p:sp>
        <p:nvSpPr>
          <p:cNvPr id="43" name="TextBox 42">
            <a:extLst>
              <a:ext uri="{FF2B5EF4-FFF2-40B4-BE49-F238E27FC236}">
                <a16:creationId xmlns:a16="http://schemas.microsoft.com/office/drawing/2014/main" id="{966A5553-F217-4EE0-E925-D8A2953B95C8}"/>
              </a:ext>
            </a:extLst>
          </p:cNvPr>
          <p:cNvSpPr txBox="1"/>
          <p:nvPr/>
        </p:nvSpPr>
        <p:spPr>
          <a:xfrm>
            <a:off x="7031115" y="6060558"/>
            <a:ext cx="1946367" cy="369332"/>
          </a:xfrm>
          <a:prstGeom prst="rect">
            <a:avLst/>
          </a:prstGeom>
          <a:noFill/>
        </p:spPr>
        <p:txBody>
          <a:bodyPr wrap="none" rtlCol="0">
            <a:spAutoFit/>
          </a:bodyPr>
          <a:lstStyle/>
          <a:p>
            <a:r>
              <a:rPr lang="en-VN"/>
              <a:t>Space Complexity?</a:t>
            </a:r>
          </a:p>
        </p:txBody>
      </p:sp>
      <mc:AlternateContent xmlns:mc="http://schemas.openxmlformats.org/markup-compatibility/2006" xmlns:a14="http://schemas.microsoft.com/office/drawing/2010/main">
        <mc:Choice Requires="a14">
          <p:sp>
            <p:nvSpPr>
              <p:cNvPr id="44" name="Explosion 1 43">
                <a:extLst>
                  <a:ext uri="{FF2B5EF4-FFF2-40B4-BE49-F238E27FC236}">
                    <a16:creationId xmlns:a16="http://schemas.microsoft.com/office/drawing/2014/main" id="{067A4A1C-A8A5-90FC-D8DD-E69875B932DC}"/>
                  </a:ext>
                </a:extLst>
              </p:cNvPr>
              <p:cNvSpPr/>
              <p:nvPr/>
            </p:nvSpPr>
            <p:spPr>
              <a:xfrm>
                <a:off x="9101470" y="5906037"/>
                <a:ext cx="2020187" cy="893135"/>
              </a:xfrm>
              <a:prstGeom prst="irregularSeal1">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r>
                      <m:rPr>
                        <m:sty m:val="p"/>
                      </m:rPr>
                      <a:rPr lang="el-GR" i="1" smtClean="0">
                        <a:solidFill>
                          <a:sysClr val="windowText" lastClr="000000"/>
                        </a:solidFill>
                        <a:latin typeface="Cambria Math" panose="02040503050406030204" pitchFamily="18" charset="0"/>
                        <a:ea typeface="Cambria Math" panose="02040503050406030204" pitchFamily="18" charset="0"/>
                      </a:rPr>
                      <m:t>Θ</m:t>
                    </m:r>
                  </m:oMath>
                </a14:m>
                <a:r>
                  <a:rPr lang="en-VN" dirty="0">
                    <a:solidFill>
                      <a:sysClr val="windowText" lastClr="000000"/>
                    </a:solidFill>
                  </a:rPr>
                  <a:t>(</a:t>
                </a:r>
                <a14:m>
                  <m:oMath xmlns:m="http://schemas.openxmlformats.org/officeDocument/2006/math">
                    <m:r>
                      <a:rPr lang="en-US" b="0" i="1" smtClean="0">
                        <a:solidFill>
                          <a:sysClr val="windowText" lastClr="000000"/>
                        </a:solidFill>
                        <a:latin typeface="Cambria Math" panose="02040503050406030204" pitchFamily="18" charset="0"/>
                      </a:rPr>
                      <m:t>𝑚</m:t>
                    </m:r>
                  </m:oMath>
                </a14:m>
                <a:r>
                  <a:rPr lang="en-VN" dirty="0">
                    <a:solidFill>
                      <a:sysClr val="windowText" lastClr="000000"/>
                    </a:solidFill>
                  </a:rPr>
                  <a:t>)</a:t>
                </a:r>
              </a:p>
            </p:txBody>
          </p:sp>
        </mc:Choice>
        <mc:Fallback xmlns="">
          <p:sp>
            <p:nvSpPr>
              <p:cNvPr id="44" name="Explosion 1 43">
                <a:extLst>
                  <a:ext uri="{FF2B5EF4-FFF2-40B4-BE49-F238E27FC236}">
                    <a16:creationId xmlns:a16="http://schemas.microsoft.com/office/drawing/2014/main" id="{067A4A1C-A8A5-90FC-D8DD-E69875B932DC}"/>
                  </a:ext>
                </a:extLst>
              </p:cNvPr>
              <p:cNvSpPr>
                <a:spLocks noRot="1" noChangeAspect="1" noMove="1" noResize="1" noEditPoints="1" noAdjustHandles="1" noChangeArrowheads="1" noChangeShapeType="1" noTextEdit="1"/>
              </p:cNvSpPr>
              <p:nvPr/>
            </p:nvSpPr>
            <p:spPr>
              <a:xfrm>
                <a:off x="9101470" y="5906037"/>
                <a:ext cx="2020187" cy="893135"/>
              </a:xfrm>
              <a:prstGeom prst="irregularSeal1">
                <a:avLst/>
              </a:prstGeom>
              <a:blipFill>
                <a:blip r:embed="rId3"/>
                <a:stretch>
                  <a:fillRect/>
                </a:stretch>
              </a:blipFill>
            </p:spPr>
            <p:txBody>
              <a:bodyPr/>
              <a:lstStyle/>
              <a:p>
                <a:r>
                  <a:rPr lang="en-US">
                    <a:noFill/>
                  </a:rPr>
                  <a:t> </a:t>
                </a:r>
              </a:p>
            </p:txBody>
          </p:sp>
        </mc:Fallback>
      </mc:AlternateContent>
      <p:pic>
        <p:nvPicPr>
          <p:cNvPr id="45" name="Picture 44" descr="A blue and white logo&#10;&#10;Description automatically generated">
            <a:extLst>
              <a:ext uri="{FF2B5EF4-FFF2-40B4-BE49-F238E27FC236}">
                <a16:creationId xmlns:a16="http://schemas.microsoft.com/office/drawing/2014/main" id="{95B7E33E-9517-9F32-2782-35D4E71126AE}"/>
              </a:ext>
            </a:extLst>
          </p:cNvPr>
          <p:cNvPicPr>
            <a:picLocks noChangeAspect="1"/>
          </p:cNvPicPr>
          <p:nvPr/>
        </p:nvPicPr>
        <p:blipFill>
          <a:blip r:embed="rId4"/>
          <a:srcRect r="3" b="3"/>
          <a:stretch/>
        </p:blipFill>
        <p:spPr>
          <a:xfrm>
            <a:off x="0" y="0"/>
            <a:ext cx="915076" cy="915076"/>
          </a:xfrm>
          <a:prstGeom prst="rect">
            <a:avLst/>
          </a:prstGeom>
        </p:spPr>
      </p:pic>
    </p:spTree>
    <p:extLst>
      <p:ext uri="{BB962C8B-B14F-4D97-AF65-F5344CB8AC3E}">
        <p14:creationId xmlns:p14="http://schemas.microsoft.com/office/powerpoint/2010/main" val="336393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50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par>
                                <p:cTn id="17" presetID="10" presetClass="entr" presetSubtype="0" fill="hold" grpId="0" nodeType="withEffect">
                                  <p:stCondLst>
                                    <p:cond delay="50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00"/>
                                        <p:tgtEl>
                                          <p:spTgt spid="11"/>
                                        </p:tgtEl>
                                      </p:cBhvr>
                                    </p:animEffect>
                                  </p:childTnLst>
                                </p:cTn>
                              </p:par>
                              <p:par>
                                <p:cTn id="20" presetID="10" presetClass="entr" presetSubtype="0" fill="hold" grpId="0" nodeType="withEffect">
                                  <p:stCondLst>
                                    <p:cond delay="50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500"/>
                                        <p:tgtEl>
                                          <p:spTgt spid="12"/>
                                        </p:tgtEl>
                                      </p:cBhvr>
                                    </p:animEffect>
                                  </p:childTnLst>
                                </p:cTn>
                              </p:par>
                              <p:par>
                                <p:cTn id="23" presetID="10" presetClass="entr" presetSubtype="0" fill="hold" grpId="0" nodeType="withEffect">
                                  <p:stCondLst>
                                    <p:cond delay="50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50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500"/>
                                        <p:tgtEl>
                                          <p:spTgt spid="15"/>
                                        </p:tgtEl>
                                      </p:cBhvr>
                                    </p:animEffect>
                                  </p:childTnLst>
                                </p:cTn>
                              </p:par>
                              <p:par>
                                <p:cTn id="32" presetID="10" presetClass="entr" presetSubtype="0" fill="hold" grpId="0" nodeType="withEffect">
                                  <p:stCondLst>
                                    <p:cond delay="50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500"/>
                                        <p:tgtEl>
                                          <p:spTgt spid="16"/>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500"/>
                                        <p:tgtEl>
                                          <p:spTgt spid="17"/>
                                        </p:tgtEl>
                                      </p:cBhvr>
                                    </p:animEffect>
                                  </p:childTnLst>
                                </p:cTn>
                              </p:par>
                              <p:par>
                                <p:cTn id="38" presetID="10" presetClass="entr" presetSubtype="0" fill="hold" grpId="0" nodeType="withEffect">
                                  <p:stCondLst>
                                    <p:cond delay="50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50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50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50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50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childTnLst>
                                </p:cTn>
                              </p:par>
                              <p:par>
                                <p:cTn id="56" presetID="10" presetClass="entr" presetSubtype="0" fill="hold" grpId="0" nodeType="withEffect">
                                  <p:stCondLst>
                                    <p:cond delay="50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50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childTnLst>
                                </p:cTn>
                              </p:par>
                              <p:par>
                                <p:cTn id="62" presetID="10" presetClass="entr" presetSubtype="0" fill="hold" grpId="0" nodeType="withEffect">
                                  <p:stCondLst>
                                    <p:cond delay="500"/>
                                  </p:stCondLst>
                                  <p:childTnLst>
                                    <p:set>
                                      <p:cBhvr>
                                        <p:cTn id="63" dur="1" fill="hold">
                                          <p:stCondLst>
                                            <p:cond delay="0"/>
                                          </p:stCondLst>
                                        </p:cTn>
                                        <p:tgtEl>
                                          <p:spTgt spid="26"/>
                                        </p:tgtEl>
                                        <p:attrNameLst>
                                          <p:attrName>style.visibility</p:attrName>
                                        </p:attrNameLst>
                                      </p:cBhvr>
                                      <p:to>
                                        <p:strVal val="visible"/>
                                      </p:to>
                                    </p:set>
                                    <p:animEffect transition="in" filter="fade">
                                      <p:cBhvr>
                                        <p:cTn id="64" dur="500"/>
                                        <p:tgtEl>
                                          <p:spTgt spid="26"/>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par>
                                <p:cTn id="68" presetID="10" presetClass="entr" presetSubtype="0" fill="hold" grpId="0" nodeType="withEffect">
                                  <p:stCondLst>
                                    <p:cond delay="500"/>
                                  </p:stCondLst>
                                  <p:childTnLst>
                                    <p:set>
                                      <p:cBhvr>
                                        <p:cTn id="69" dur="1" fill="hold">
                                          <p:stCondLst>
                                            <p:cond delay="0"/>
                                          </p:stCondLst>
                                        </p:cTn>
                                        <p:tgtEl>
                                          <p:spTgt spid="28"/>
                                        </p:tgtEl>
                                        <p:attrNameLst>
                                          <p:attrName>style.visibility</p:attrName>
                                        </p:attrNameLst>
                                      </p:cBhvr>
                                      <p:to>
                                        <p:strVal val="visible"/>
                                      </p:to>
                                    </p:set>
                                    <p:animEffect transition="in" filter="fade">
                                      <p:cBhvr>
                                        <p:cTn id="70" dur="500"/>
                                        <p:tgtEl>
                                          <p:spTgt spid="28"/>
                                        </p:tgtEl>
                                      </p:cBhvr>
                                    </p:animEffect>
                                  </p:childTnLst>
                                </p:cTn>
                              </p:par>
                              <p:par>
                                <p:cTn id="71" presetID="10" presetClass="entr" presetSubtype="0" fill="hold" grpId="0" nodeType="withEffect">
                                  <p:stCondLst>
                                    <p:cond delay="50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par>
                                <p:cTn id="74" presetID="10" presetClass="entr" presetSubtype="0" fill="hold" grpId="0" nodeType="withEffect">
                                  <p:stCondLst>
                                    <p:cond delay="50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500"/>
                                        <p:tgtEl>
                                          <p:spTgt spid="32"/>
                                        </p:tgtEl>
                                      </p:cBhvr>
                                    </p:animEffect>
                                  </p:childTnLst>
                                </p:cTn>
                              </p:par>
                              <p:par>
                                <p:cTn id="77" presetID="10" presetClass="entr" presetSubtype="0" fill="hold" grpId="0" nodeType="withEffect">
                                  <p:stCondLst>
                                    <p:cond delay="50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500"/>
                                        <p:tgtEl>
                                          <p:spTgt spid="33"/>
                                        </p:tgtEl>
                                      </p:cBhvr>
                                    </p:animEffect>
                                  </p:childTnLst>
                                </p:cTn>
                              </p:par>
                              <p:par>
                                <p:cTn id="80" presetID="10" presetClass="entr" presetSubtype="0" fill="hold" grpId="0" nodeType="withEffect">
                                  <p:stCondLst>
                                    <p:cond delay="50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500"/>
                                        <p:tgtEl>
                                          <p:spTgt spid="34"/>
                                        </p:tgtEl>
                                      </p:cBhvr>
                                    </p:animEffect>
                                  </p:childTnLst>
                                </p:cTn>
                              </p:par>
                              <p:par>
                                <p:cTn id="83" presetID="10" presetClass="entr" presetSubtype="0" fill="hold" grpId="0" nodeType="withEffect">
                                  <p:stCondLst>
                                    <p:cond delay="50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500"/>
                                        <p:tgtEl>
                                          <p:spTgt spid="35"/>
                                        </p:tgtEl>
                                      </p:cBhvr>
                                    </p:animEffect>
                                  </p:childTnLst>
                                </p:cTn>
                              </p:par>
                              <p:par>
                                <p:cTn id="86" presetID="10" presetClass="entr" presetSubtype="0" fill="hold" grpId="0" nodeType="withEffect">
                                  <p:stCondLst>
                                    <p:cond delay="50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500"/>
                                        <p:tgtEl>
                                          <p:spTgt spid="36"/>
                                        </p:tgtEl>
                                      </p:cBhvr>
                                    </p:animEffect>
                                  </p:childTnLst>
                                </p:cTn>
                              </p:par>
                              <p:par>
                                <p:cTn id="89" presetID="10" presetClass="entr" presetSubtype="0" fill="hold" grpId="0" nodeType="withEffect">
                                  <p:stCondLst>
                                    <p:cond delay="500"/>
                                  </p:stCondLst>
                                  <p:childTnLst>
                                    <p:set>
                                      <p:cBhvr>
                                        <p:cTn id="90" dur="1" fill="hold">
                                          <p:stCondLst>
                                            <p:cond delay="0"/>
                                          </p:stCondLst>
                                        </p:cTn>
                                        <p:tgtEl>
                                          <p:spTgt spid="6"/>
                                        </p:tgtEl>
                                        <p:attrNameLst>
                                          <p:attrName>style.visibility</p:attrName>
                                        </p:attrNameLst>
                                      </p:cBhvr>
                                      <p:to>
                                        <p:strVal val="visible"/>
                                      </p:to>
                                    </p:set>
                                    <p:animEffect transition="in" filter="fade">
                                      <p:cBhvr>
                                        <p:cTn id="91" dur="500"/>
                                        <p:tgtEl>
                                          <p:spTgt spid="6"/>
                                        </p:tgtEl>
                                      </p:cBhvr>
                                    </p:animEffect>
                                  </p:childTnLst>
                                </p:cTn>
                              </p:par>
                            </p:childTnLst>
                          </p:cTn>
                        </p:par>
                      </p:childTnLst>
                    </p:cTn>
                  </p:par>
                  <p:par>
                    <p:cTn id="92" fill="hold">
                      <p:stCondLst>
                        <p:cond delay="indefinite"/>
                      </p:stCondLst>
                      <p:childTnLst>
                        <p:par>
                          <p:cTn id="93" fill="hold">
                            <p:stCondLst>
                              <p:cond delay="0"/>
                            </p:stCondLst>
                            <p:childTnLst>
                              <p:par>
                                <p:cTn id="94" presetID="1" presetClass="emph" presetSubtype="2" fill="hold" nodeType="clickEffect">
                                  <p:stCondLst>
                                    <p:cond delay="0"/>
                                  </p:stCondLst>
                                  <p:childTnLst>
                                    <p:animClr clrSpc="rgb" dir="cw">
                                      <p:cBhvr>
                                        <p:cTn id="95" dur="500" fill="hold"/>
                                        <p:tgtEl>
                                          <p:spTgt spid="6"/>
                                        </p:tgtEl>
                                        <p:attrNameLst>
                                          <p:attrName>fillcolor</p:attrName>
                                        </p:attrNameLst>
                                      </p:cBhvr>
                                      <p:to>
                                        <a:srgbClr val="00B050"/>
                                      </p:to>
                                    </p:animClr>
                                    <p:set>
                                      <p:cBhvr>
                                        <p:cTn id="96" dur="500" fill="hold"/>
                                        <p:tgtEl>
                                          <p:spTgt spid="6"/>
                                        </p:tgtEl>
                                        <p:attrNameLst>
                                          <p:attrName>fill.type</p:attrName>
                                        </p:attrNameLst>
                                      </p:cBhvr>
                                      <p:to>
                                        <p:strVal val="solid"/>
                                      </p:to>
                                    </p:set>
                                    <p:set>
                                      <p:cBhvr>
                                        <p:cTn id="97" dur="500" fill="hold"/>
                                        <p:tgtEl>
                                          <p:spTgt spid="6"/>
                                        </p:tgtEl>
                                        <p:attrNameLst>
                                          <p:attrName>fill.on</p:attrName>
                                        </p:attrNameLst>
                                      </p:cBhvr>
                                      <p:to>
                                        <p:strVal val="true"/>
                                      </p:to>
                                    </p:set>
                                  </p:childTnLst>
                                </p:cTn>
                              </p:par>
                              <p:par>
                                <p:cTn id="98" presetID="1" presetClass="emph" presetSubtype="2" fill="hold" nodeType="withEffect">
                                  <p:stCondLst>
                                    <p:cond delay="0"/>
                                  </p:stCondLst>
                                  <p:childTnLst>
                                    <p:animClr clrSpc="rgb" dir="cw">
                                      <p:cBhvr>
                                        <p:cTn id="99" dur="500" fill="hold"/>
                                        <p:tgtEl>
                                          <p:spTgt spid="17"/>
                                        </p:tgtEl>
                                        <p:attrNameLst>
                                          <p:attrName>fillcolor</p:attrName>
                                        </p:attrNameLst>
                                      </p:cBhvr>
                                      <p:to>
                                        <a:srgbClr val="00B050"/>
                                      </p:to>
                                    </p:animClr>
                                    <p:set>
                                      <p:cBhvr>
                                        <p:cTn id="100" dur="500" fill="hold"/>
                                        <p:tgtEl>
                                          <p:spTgt spid="17"/>
                                        </p:tgtEl>
                                        <p:attrNameLst>
                                          <p:attrName>fill.type</p:attrName>
                                        </p:attrNameLst>
                                      </p:cBhvr>
                                      <p:to>
                                        <p:strVal val="solid"/>
                                      </p:to>
                                    </p:set>
                                    <p:set>
                                      <p:cBhvr>
                                        <p:cTn id="101" dur="500" fill="hold"/>
                                        <p:tgtEl>
                                          <p:spTgt spid="17"/>
                                        </p:tgtEl>
                                        <p:attrNameLst>
                                          <p:attrName>fill.on</p:attrName>
                                        </p:attrNameLst>
                                      </p:cBhvr>
                                      <p:to>
                                        <p:strVal val="true"/>
                                      </p:to>
                                    </p:set>
                                  </p:childTnLst>
                                </p:cTn>
                              </p:par>
                            </p:childTnLst>
                          </p:cTn>
                        </p:par>
                      </p:childTnLst>
                    </p:cTn>
                  </p:par>
                  <p:par>
                    <p:cTn id="102" fill="hold">
                      <p:stCondLst>
                        <p:cond delay="indefinite"/>
                      </p:stCondLst>
                      <p:childTnLst>
                        <p:par>
                          <p:cTn id="103" fill="hold">
                            <p:stCondLst>
                              <p:cond delay="0"/>
                            </p:stCondLst>
                            <p:childTnLst>
                              <p:par>
                                <p:cTn id="104" presetID="1" presetClass="emph" presetSubtype="2" fill="hold" nodeType="clickEffect">
                                  <p:stCondLst>
                                    <p:cond delay="0"/>
                                  </p:stCondLst>
                                  <p:childTnLst>
                                    <p:animClr clrSpc="rgb" dir="cw">
                                      <p:cBhvr>
                                        <p:cTn id="105" dur="500" fill="hold"/>
                                        <p:tgtEl>
                                          <p:spTgt spid="6"/>
                                        </p:tgtEl>
                                        <p:attrNameLst>
                                          <p:attrName>fillcolor</p:attrName>
                                        </p:attrNameLst>
                                      </p:cBhvr>
                                      <p:to>
                                        <a:srgbClr val="FFFFFF"/>
                                      </p:to>
                                    </p:animClr>
                                    <p:set>
                                      <p:cBhvr>
                                        <p:cTn id="106" dur="500" fill="hold"/>
                                        <p:tgtEl>
                                          <p:spTgt spid="6"/>
                                        </p:tgtEl>
                                        <p:attrNameLst>
                                          <p:attrName>fill.type</p:attrName>
                                        </p:attrNameLst>
                                      </p:cBhvr>
                                      <p:to>
                                        <p:strVal val="solid"/>
                                      </p:to>
                                    </p:set>
                                    <p:set>
                                      <p:cBhvr>
                                        <p:cTn id="107" dur="500" fill="hold"/>
                                        <p:tgtEl>
                                          <p:spTgt spid="6"/>
                                        </p:tgtEl>
                                        <p:attrNameLst>
                                          <p:attrName>fill.on</p:attrName>
                                        </p:attrNameLst>
                                      </p:cBhvr>
                                      <p:to>
                                        <p:strVal val="true"/>
                                      </p:to>
                                    </p:set>
                                  </p:childTnLst>
                                </p:cTn>
                              </p:par>
                              <p:par>
                                <p:cTn id="108" presetID="1" presetClass="emph" presetSubtype="2" fill="hold" nodeType="withEffect">
                                  <p:stCondLst>
                                    <p:cond delay="0"/>
                                  </p:stCondLst>
                                  <p:childTnLst>
                                    <p:animClr clrSpc="rgb" dir="cw">
                                      <p:cBhvr>
                                        <p:cTn id="109" dur="500" fill="hold"/>
                                        <p:tgtEl>
                                          <p:spTgt spid="17"/>
                                        </p:tgtEl>
                                        <p:attrNameLst>
                                          <p:attrName>fillcolor</p:attrName>
                                        </p:attrNameLst>
                                      </p:cBhvr>
                                      <p:to>
                                        <a:srgbClr val="FFFFFF"/>
                                      </p:to>
                                    </p:animClr>
                                    <p:set>
                                      <p:cBhvr>
                                        <p:cTn id="110" dur="500" fill="hold"/>
                                        <p:tgtEl>
                                          <p:spTgt spid="17"/>
                                        </p:tgtEl>
                                        <p:attrNameLst>
                                          <p:attrName>fill.type</p:attrName>
                                        </p:attrNameLst>
                                      </p:cBhvr>
                                      <p:to>
                                        <p:strVal val="solid"/>
                                      </p:to>
                                    </p:set>
                                    <p:set>
                                      <p:cBhvr>
                                        <p:cTn id="111" dur="500" fill="hold"/>
                                        <p:tgtEl>
                                          <p:spTgt spid="17"/>
                                        </p:tgtEl>
                                        <p:attrNameLst>
                                          <p:attrName>fill.on</p:attrName>
                                        </p:attrNameLst>
                                      </p:cBhvr>
                                      <p:to>
                                        <p:strVal val="true"/>
                                      </p:to>
                                    </p:set>
                                  </p:childTnLst>
                                </p:cTn>
                              </p:par>
                            </p:childTnLst>
                          </p:cTn>
                        </p:par>
                        <p:par>
                          <p:cTn id="112" fill="hold">
                            <p:stCondLst>
                              <p:cond delay="500"/>
                            </p:stCondLst>
                            <p:childTnLst>
                              <p:par>
                                <p:cTn id="113" presetID="1" presetClass="emph" presetSubtype="2" fill="hold" nodeType="afterEffect">
                                  <p:stCondLst>
                                    <p:cond delay="0"/>
                                  </p:stCondLst>
                                  <p:childTnLst>
                                    <p:animClr clrSpc="rgb" dir="cw">
                                      <p:cBhvr>
                                        <p:cTn id="114" dur="500" fill="hold"/>
                                        <p:tgtEl>
                                          <p:spTgt spid="7"/>
                                        </p:tgtEl>
                                        <p:attrNameLst>
                                          <p:attrName>fillcolor</p:attrName>
                                        </p:attrNameLst>
                                      </p:cBhvr>
                                      <p:to>
                                        <a:srgbClr val="00B050"/>
                                      </p:to>
                                    </p:animClr>
                                    <p:set>
                                      <p:cBhvr>
                                        <p:cTn id="115" dur="500" fill="hold"/>
                                        <p:tgtEl>
                                          <p:spTgt spid="7"/>
                                        </p:tgtEl>
                                        <p:attrNameLst>
                                          <p:attrName>fill.type</p:attrName>
                                        </p:attrNameLst>
                                      </p:cBhvr>
                                      <p:to>
                                        <p:strVal val="solid"/>
                                      </p:to>
                                    </p:set>
                                    <p:set>
                                      <p:cBhvr>
                                        <p:cTn id="116" dur="500" fill="hold"/>
                                        <p:tgtEl>
                                          <p:spTgt spid="7"/>
                                        </p:tgtEl>
                                        <p:attrNameLst>
                                          <p:attrName>fill.on</p:attrName>
                                        </p:attrNameLst>
                                      </p:cBhvr>
                                      <p:to>
                                        <p:strVal val="true"/>
                                      </p:to>
                                    </p:set>
                                  </p:childTnLst>
                                </p:cTn>
                              </p:par>
                              <p:par>
                                <p:cTn id="117" presetID="1" presetClass="emph" presetSubtype="2" fill="hold" nodeType="withEffect">
                                  <p:stCondLst>
                                    <p:cond delay="0"/>
                                  </p:stCondLst>
                                  <p:childTnLst>
                                    <p:animClr clrSpc="rgb" dir="cw">
                                      <p:cBhvr>
                                        <p:cTn id="118" dur="500" fill="hold"/>
                                        <p:tgtEl>
                                          <p:spTgt spid="18"/>
                                        </p:tgtEl>
                                        <p:attrNameLst>
                                          <p:attrName>fillcolor</p:attrName>
                                        </p:attrNameLst>
                                      </p:cBhvr>
                                      <p:to>
                                        <a:srgbClr val="00B050"/>
                                      </p:to>
                                    </p:animClr>
                                    <p:set>
                                      <p:cBhvr>
                                        <p:cTn id="119" dur="500" fill="hold"/>
                                        <p:tgtEl>
                                          <p:spTgt spid="18"/>
                                        </p:tgtEl>
                                        <p:attrNameLst>
                                          <p:attrName>fill.type</p:attrName>
                                        </p:attrNameLst>
                                      </p:cBhvr>
                                      <p:to>
                                        <p:strVal val="solid"/>
                                      </p:to>
                                    </p:set>
                                    <p:set>
                                      <p:cBhvr>
                                        <p:cTn id="120" dur="500" fill="hold"/>
                                        <p:tgtEl>
                                          <p:spTgt spid="18"/>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1" presetClass="emph" presetSubtype="2" fill="hold" nodeType="clickEffect">
                                  <p:stCondLst>
                                    <p:cond delay="0"/>
                                  </p:stCondLst>
                                  <p:childTnLst>
                                    <p:animClr clrSpc="rgb" dir="cw">
                                      <p:cBhvr>
                                        <p:cTn id="124" dur="500" fill="hold"/>
                                        <p:tgtEl>
                                          <p:spTgt spid="7"/>
                                        </p:tgtEl>
                                        <p:attrNameLst>
                                          <p:attrName>fillcolor</p:attrName>
                                        </p:attrNameLst>
                                      </p:cBhvr>
                                      <p:to>
                                        <a:srgbClr val="FFFFFF"/>
                                      </p:to>
                                    </p:animClr>
                                    <p:set>
                                      <p:cBhvr>
                                        <p:cTn id="125" dur="500" fill="hold"/>
                                        <p:tgtEl>
                                          <p:spTgt spid="7"/>
                                        </p:tgtEl>
                                        <p:attrNameLst>
                                          <p:attrName>fill.type</p:attrName>
                                        </p:attrNameLst>
                                      </p:cBhvr>
                                      <p:to>
                                        <p:strVal val="solid"/>
                                      </p:to>
                                    </p:set>
                                    <p:set>
                                      <p:cBhvr>
                                        <p:cTn id="126" dur="500" fill="hold"/>
                                        <p:tgtEl>
                                          <p:spTgt spid="7"/>
                                        </p:tgtEl>
                                        <p:attrNameLst>
                                          <p:attrName>fill.on</p:attrName>
                                        </p:attrNameLst>
                                      </p:cBhvr>
                                      <p:to>
                                        <p:strVal val="true"/>
                                      </p:to>
                                    </p:set>
                                  </p:childTnLst>
                                </p:cTn>
                              </p:par>
                              <p:par>
                                <p:cTn id="127" presetID="1" presetClass="emph" presetSubtype="2" fill="hold" nodeType="withEffect">
                                  <p:stCondLst>
                                    <p:cond delay="0"/>
                                  </p:stCondLst>
                                  <p:childTnLst>
                                    <p:animClr clrSpc="rgb" dir="cw">
                                      <p:cBhvr>
                                        <p:cTn id="128" dur="500" fill="hold"/>
                                        <p:tgtEl>
                                          <p:spTgt spid="18"/>
                                        </p:tgtEl>
                                        <p:attrNameLst>
                                          <p:attrName>fillcolor</p:attrName>
                                        </p:attrNameLst>
                                      </p:cBhvr>
                                      <p:to>
                                        <a:srgbClr val="FFFFFF"/>
                                      </p:to>
                                    </p:animClr>
                                    <p:set>
                                      <p:cBhvr>
                                        <p:cTn id="129" dur="500" fill="hold"/>
                                        <p:tgtEl>
                                          <p:spTgt spid="18"/>
                                        </p:tgtEl>
                                        <p:attrNameLst>
                                          <p:attrName>fill.type</p:attrName>
                                        </p:attrNameLst>
                                      </p:cBhvr>
                                      <p:to>
                                        <p:strVal val="solid"/>
                                      </p:to>
                                    </p:set>
                                    <p:set>
                                      <p:cBhvr>
                                        <p:cTn id="130" dur="500" fill="hold"/>
                                        <p:tgtEl>
                                          <p:spTgt spid="18"/>
                                        </p:tgtEl>
                                        <p:attrNameLst>
                                          <p:attrName>fill.on</p:attrName>
                                        </p:attrNameLst>
                                      </p:cBhvr>
                                      <p:to>
                                        <p:strVal val="true"/>
                                      </p:to>
                                    </p:set>
                                  </p:childTnLst>
                                </p:cTn>
                              </p:par>
                            </p:childTnLst>
                          </p:cTn>
                        </p:par>
                        <p:par>
                          <p:cTn id="131" fill="hold">
                            <p:stCondLst>
                              <p:cond delay="500"/>
                            </p:stCondLst>
                            <p:childTnLst>
                              <p:par>
                                <p:cTn id="132" presetID="1" presetClass="emph" presetSubtype="2" fill="hold" nodeType="afterEffect">
                                  <p:stCondLst>
                                    <p:cond delay="0"/>
                                  </p:stCondLst>
                                  <p:childTnLst>
                                    <p:animClr clrSpc="rgb" dir="cw">
                                      <p:cBhvr>
                                        <p:cTn id="133" dur="500" fill="hold"/>
                                        <p:tgtEl>
                                          <p:spTgt spid="8"/>
                                        </p:tgtEl>
                                        <p:attrNameLst>
                                          <p:attrName>fillcolor</p:attrName>
                                        </p:attrNameLst>
                                      </p:cBhvr>
                                      <p:to>
                                        <a:srgbClr val="FF0000"/>
                                      </p:to>
                                    </p:animClr>
                                    <p:set>
                                      <p:cBhvr>
                                        <p:cTn id="134" dur="500" fill="hold"/>
                                        <p:tgtEl>
                                          <p:spTgt spid="8"/>
                                        </p:tgtEl>
                                        <p:attrNameLst>
                                          <p:attrName>fill.type</p:attrName>
                                        </p:attrNameLst>
                                      </p:cBhvr>
                                      <p:to>
                                        <p:strVal val="solid"/>
                                      </p:to>
                                    </p:set>
                                    <p:set>
                                      <p:cBhvr>
                                        <p:cTn id="135" dur="500" fill="hold"/>
                                        <p:tgtEl>
                                          <p:spTgt spid="8"/>
                                        </p:tgtEl>
                                        <p:attrNameLst>
                                          <p:attrName>fill.on</p:attrName>
                                        </p:attrNameLst>
                                      </p:cBhvr>
                                      <p:to>
                                        <p:strVal val="true"/>
                                      </p:to>
                                    </p:set>
                                  </p:childTnLst>
                                </p:cTn>
                              </p:par>
                              <p:par>
                                <p:cTn id="136" presetID="1" presetClass="emph" presetSubtype="2" fill="hold" nodeType="withEffect">
                                  <p:stCondLst>
                                    <p:cond delay="0"/>
                                  </p:stCondLst>
                                  <p:childTnLst>
                                    <p:animClr clrSpc="rgb" dir="cw">
                                      <p:cBhvr>
                                        <p:cTn id="137" dur="500" fill="hold"/>
                                        <p:tgtEl>
                                          <p:spTgt spid="19"/>
                                        </p:tgtEl>
                                        <p:attrNameLst>
                                          <p:attrName>fillcolor</p:attrName>
                                        </p:attrNameLst>
                                      </p:cBhvr>
                                      <p:to>
                                        <a:srgbClr val="FF0000"/>
                                      </p:to>
                                    </p:animClr>
                                    <p:set>
                                      <p:cBhvr>
                                        <p:cTn id="138" dur="500" fill="hold"/>
                                        <p:tgtEl>
                                          <p:spTgt spid="19"/>
                                        </p:tgtEl>
                                        <p:attrNameLst>
                                          <p:attrName>fill.type</p:attrName>
                                        </p:attrNameLst>
                                      </p:cBhvr>
                                      <p:to>
                                        <p:strVal val="solid"/>
                                      </p:to>
                                    </p:set>
                                    <p:set>
                                      <p:cBhvr>
                                        <p:cTn id="139" dur="500" fill="hold"/>
                                        <p:tgtEl>
                                          <p:spTgt spid="19"/>
                                        </p:tgtEl>
                                        <p:attrNameLst>
                                          <p:attrName>fill.on</p:attrName>
                                        </p:attrNameLst>
                                      </p:cBhvr>
                                      <p:to>
                                        <p:strVal val="true"/>
                                      </p:to>
                                    </p:set>
                                  </p:childTnLst>
                                </p:cTn>
                              </p:par>
                            </p:childTnLst>
                          </p:cTn>
                        </p:par>
                      </p:childTnLst>
                    </p:cTn>
                  </p:par>
                  <p:par>
                    <p:cTn id="140" fill="hold">
                      <p:stCondLst>
                        <p:cond delay="indefinite"/>
                      </p:stCondLst>
                      <p:childTnLst>
                        <p:par>
                          <p:cTn id="141" fill="hold">
                            <p:stCondLst>
                              <p:cond delay="0"/>
                            </p:stCondLst>
                            <p:childTnLst>
                              <p:par>
                                <p:cTn id="142" presetID="1" presetClass="emph" presetSubtype="2" fill="hold" nodeType="clickEffect">
                                  <p:stCondLst>
                                    <p:cond delay="0"/>
                                  </p:stCondLst>
                                  <p:childTnLst>
                                    <p:animClr clrSpc="rgb" dir="cw">
                                      <p:cBhvr>
                                        <p:cTn id="143" dur="500" fill="hold"/>
                                        <p:tgtEl>
                                          <p:spTgt spid="18"/>
                                        </p:tgtEl>
                                        <p:attrNameLst>
                                          <p:attrName>fillcolor</p:attrName>
                                        </p:attrNameLst>
                                      </p:cBhvr>
                                      <p:to>
                                        <a:srgbClr val="00B0F0"/>
                                      </p:to>
                                    </p:animClr>
                                    <p:set>
                                      <p:cBhvr>
                                        <p:cTn id="144" dur="500" fill="hold"/>
                                        <p:tgtEl>
                                          <p:spTgt spid="18"/>
                                        </p:tgtEl>
                                        <p:attrNameLst>
                                          <p:attrName>fill.type</p:attrName>
                                        </p:attrNameLst>
                                      </p:cBhvr>
                                      <p:to>
                                        <p:strVal val="solid"/>
                                      </p:to>
                                    </p:set>
                                    <p:set>
                                      <p:cBhvr>
                                        <p:cTn id="145" dur="500" fill="hold"/>
                                        <p:tgtEl>
                                          <p:spTgt spid="18"/>
                                        </p:tgtEl>
                                        <p:attrNameLst>
                                          <p:attrName>fill.on</p:attrName>
                                        </p:attrNameLst>
                                      </p:cBhvr>
                                      <p:to>
                                        <p:strVal val="true"/>
                                      </p:to>
                                    </p:set>
                                  </p:childTnLst>
                                </p:cTn>
                              </p:par>
                            </p:childTnLst>
                          </p:cTn>
                        </p:par>
                        <p:par>
                          <p:cTn id="146" fill="hold">
                            <p:stCondLst>
                              <p:cond delay="500"/>
                            </p:stCondLst>
                            <p:childTnLst>
                              <p:par>
                                <p:cTn id="147" presetID="1" presetClass="emph" presetSubtype="2" fill="hold" nodeType="afterEffect">
                                  <p:stCondLst>
                                    <p:cond delay="0"/>
                                  </p:stCondLst>
                                  <p:childTnLst>
                                    <p:animClr clrSpc="rgb" dir="cw">
                                      <p:cBhvr>
                                        <p:cTn id="148" dur="500" fill="hold"/>
                                        <p:tgtEl>
                                          <p:spTgt spid="24"/>
                                        </p:tgtEl>
                                        <p:attrNameLst>
                                          <p:attrName>fillcolor</p:attrName>
                                        </p:attrNameLst>
                                      </p:cBhvr>
                                      <p:to>
                                        <a:srgbClr val="00B0F0"/>
                                      </p:to>
                                    </p:animClr>
                                    <p:set>
                                      <p:cBhvr>
                                        <p:cTn id="149" dur="500" fill="hold"/>
                                        <p:tgtEl>
                                          <p:spTgt spid="24"/>
                                        </p:tgtEl>
                                        <p:attrNameLst>
                                          <p:attrName>fill.type</p:attrName>
                                        </p:attrNameLst>
                                      </p:cBhvr>
                                      <p:to>
                                        <p:strVal val="solid"/>
                                      </p:to>
                                    </p:set>
                                    <p:set>
                                      <p:cBhvr>
                                        <p:cTn id="150" dur="500" fill="hold"/>
                                        <p:tgtEl>
                                          <p:spTgt spid="24"/>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1" presetClass="emph" presetSubtype="2" fill="hold" nodeType="clickEffect">
                                  <p:stCondLst>
                                    <p:cond delay="0"/>
                                  </p:stCondLst>
                                  <p:childTnLst>
                                    <p:animClr clrSpc="rgb" dir="cw">
                                      <p:cBhvr>
                                        <p:cTn id="154" dur="500" fill="hold"/>
                                        <p:tgtEl>
                                          <p:spTgt spid="19"/>
                                        </p:tgtEl>
                                        <p:attrNameLst>
                                          <p:attrName>fillcolor</p:attrName>
                                        </p:attrNameLst>
                                      </p:cBhvr>
                                      <p:to>
                                        <a:srgbClr val="FFFFFF"/>
                                      </p:to>
                                    </p:animClr>
                                    <p:set>
                                      <p:cBhvr>
                                        <p:cTn id="155" dur="500" fill="hold"/>
                                        <p:tgtEl>
                                          <p:spTgt spid="19"/>
                                        </p:tgtEl>
                                        <p:attrNameLst>
                                          <p:attrName>fill.type</p:attrName>
                                        </p:attrNameLst>
                                      </p:cBhvr>
                                      <p:to>
                                        <p:strVal val="solid"/>
                                      </p:to>
                                    </p:set>
                                    <p:set>
                                      <p:cBhvr>
                                        <p:cTn id="156" dur="500" fill="hold"/>
                                        <p:tgtEl>
                                          <p:spTgt spid="19"/>
                                        </p:tgtEl>
                                        <p:attrNameLst>
                                          <p:attrName>fill.on</p:attrName>
                                        </p:attrNameLst>
                                      </p:cBhvr>
                                      <p:to>
                                        <p:strVal val="true"/>
                                      </p:to>
                                    </p:set>
                                  </p:childTnLst>
                                </p:cTn>
                              </p:par>
                            </p:childTnLst>
                          </p:cTn>
                        </p:par>
                        <p:par>
                          <p:cTn id="157" fill="hold">
                            <p:stCondLst>
                              <p:cond delay="500"/>
                            </p:stCondLst>
                            <p:childTnLst>
                              <p:par>
                                <p:cTn id="158" presetID="1" presetClass="emph" presetSubtype="2" fill="hold" nodeType="afterEffect">
                                  <p:stCondLst>
                                    <p:cond delay="0"/>
                                  </p:stCondLst>
                                  <p:childTnLst>
                                    <p:animClr clrSpc="rgb" dir="cw">
                                      <p:cBhvr>
                                        <p:cTn id="159" dur="500" fill="hold"/>
                                        <p:tgtEl>
                                          <p:spTgt spid="17"/>
                                        </p:tgtEl>
                                        <p:attrNameLst>
                                          <p:attrName>fillcolor</p:attrName>
                                        </p:attrNameLst>
                                      </p:cBhvr>
                                      <p:to>
                                        <a:srgbClr val="FFFF00"/>
                                      </p:to>
                                    </p:animClr>
                                    <p:set>
                                      <p:cBhvr>
                                        <p:cTn id="160" dur="500" fill="hold"/>
                                        <p:tgtEl>
                                          <p:spTgt spid="17"/>
                                        </p:tgtEl>
                                        <p:attrNameLst>
                                          <p:attrName>fill.type</p:attrName>
                                        </p:attrNameLst>
                                      </p:cBhvr>
                                      <p:to>
                                        <p:strVal val="solid"/>
                                      </p:to>
                                    </p:set>
                                    <p:set>
                                      <p:cBhvr>
                                        <p:cTn id="161" dur="500" fill="hold"/>
                                        <p:tgtEl>
                                          <p:spTgt spid="17"/>
                                        </p:tgtEl>
                                        <p:attrNameLst>
                                          <p:attrName>fill.on</p:attrName>
                                        </p:attrNameLst>
                                      </p:cBhvr>
                                      <p:to>
                                        <p:strVal val="true"/>
                                      </p:to>
                                    </p:set>
                                  </p:childTnLst>
                                </p:cTn>
                              </p:par>
                            </p:childTnLst>
                          </p:cTn>
                        </p:par>
                        <p:par>
                          <p:cTn id="162" fill="hold">
                            <p:stCondLst>
                              <p:cond delay="1000"/>
                            </p:stCondLst>
                            <p:childTnLst>
                              <p:par>
                                <p:cTn id="163" presetID="1" presetClass="emph" presetSubtype="2" fill="hold" nodeType="afterEffect">
                                  <p:stCondLst>
                                    <p:cond delay="0"/>
                                  </p:stCondLst>
                                  <p:childTnLst>
                                    <p:animClr clrSpc="rgb" dir="cw">
                                      <p:cBhvr>
                                        <p:cTn id="164" dur="500" fill="hold"/>
                                        <p:tgtEl>
                                          <p:spTgt spid="18"/>
                                        </p:tgtEl>
                                        <p:attrNameLst>
                                          <p:attrName>fillcolor</p:attrName>
                                        </p:attrNameLst>
                                      </p:cBhvr>
                                      <p:to>
                                        <a:srgbClr val="FFFFFF"/>
                                      </p:to>
                                    </p:animClr>
                                    <p:set>
                                      <p:cBhvr>
                                        <p:cTn id="165" dur="500" fill="hold"/>
                                        <p:tgtEl>
                                          <p:spTgt spid="18"/>
                                        </p:tgtEl>
                                        <p:attrNameLst>
                                          <p:attrName>fill.type</p:attrName>
                                        </p:attrNameLst>
                                      </p:cBhvr>
                                      <p:to>
                                        <p:strVal val="solid"/>
                                      </p:to>
                                    </p:set>
                                    <p:set>
                                      <p:cBhvr>
                                        <p:cTn id="166" dur="500" fill="hold"/>
                                        <p:tgtEl>
                                          <p:spTgt spid="18"/>
                                        </p:tgtEl>
                                        <p:attrNameLst>
                                          <p:attrName>fill.on</p:attrName>
                                        </p:attrNameLst>
                                      </p:cBhvr>
                                      <p:to>
                                        <p:strVal val="true"/>
                                      </p:to>
                                    </p:set>
                                  </p:childTnLst>
                                </p:cTn>
                              </p:par>
                              <p:par>
                                <p:cTn id="167" presetID="1" presetClass="emph" presetSubtype="2" fill="hold" nodeType="withEffect">
                                  <p:stCondLst>
                                    <p:cond delay="0"/>
                                  </p:stCondLst>
                                  <p:childTnLst>
                                    <p:animClr clrSpc="rgb" dir="cw">
                                      <p:cBhvr>
                                        <p:cTn id="168" dur="500" fill="hold"/>
                                        <p:tgtEl>
                                          <p:spTgt spid="24"/>
                                        </p:tgtEl>
                                        <p:attrNameLst>
                                          <p:attrName>fillcolor</p:attrName>
                                        </p:attrNameLst>
                                      </p:cBhvr>
                                      <p:to>
                                        <a:srgbClr val="FFFFFF"/>
                                      </p:to>
                                    </p:animClr>
                                    <p:set>
                                      <p:cBhvr>
                                        <p:cTn id="169" dur="500" fill="hold"/>
                                        <p:tgtEl>
                                          <p:spTgt spid="24"/>
                                        </p:tgtEl>
                                        <p:attrNameLst>
                                          <p:attrName>fill.type</p:attrName>
                                        </p:attrNameLst>
                                      </p:cBhvr>
                                      <p:to>
                                        <p:strVal val="solid"/>
                                      </p:to>
                                    </p:set>
                                    <p:set>
                                      <p:cBhvr>
                                        <p:cTn id="170" dur="500" fill="hold"/>
                                        <p:tgtEl>
                                          <p:spTgt spid="24"/>
                                        </p:tgtEl>
                                        <p:attrNameLst>
                                          <p:attrName>fill.on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1" presetClass="emph" presetSubtype="2" fill="hold" nodeType="clickEffect">
                                  <p:stCondLst>
                                    <p:cond delay="0"/>
                                  </p:stCondLst>
                                  <p:childTnLst>
                                    <p:animClr clrSpc="rgb" dir="cw">
                                      <p:cBhvr>
                                        <p:cTn id="174" dur="500" fill="hold"/>
                                        <p:tgtEl>
                                          <p:spTgt spid="8"/>
                                        </p:tgtEl>
                                        <p:attrNameLst>
                                          <p:attrName>fillcolor</p:attrName>
                                        </p:attrNameLst>
                                      </p:cBhvr>
                                      <p:to>
                                        <a:srgbClr val="FF0000"/>
                                      </p:to>
                                    </p:animClr>
                                    <p:set>
                                      <p:cBhvr>
                                        <p:cTn id="175" dur="500" fill="hold"/>
                                        <p:tgtEl>
                                          <p:spTgt spid="8"/>
                                        </p:tgtEl>
                                        <p:attrNameLst>
                                          <p:attrName>fill.type</p:attrName>
                                        </p:attrNameLst>
                                      </p:cBhvr>
                                      <p:to>
                                        <p:strVal val="solid"/>
                                      </p:to>
                                    </p:set>
                                    <p:set>
                                      <p:cBhvr>
                                        <p:cTn id="176" dur="500" fill="hold"/>
                                        <p:tgtEl>
                                          <p:spTgt spid="8"/>
                                        </p:tgtEl>
                                        <p:attrNameLst>
                                          <p:attrName>fill.on</p:attrName>
                                        </p:attrNameLst>
                                      </p:cBhvr>
                                      <p:to>
                                        <p:strVal val="true"/>
                                      </p:to>
                                    </p:set>
                                  </p:childTnLst>
                                </p:cTn>
                              </p:par>
                              <p:par>
                                <p:cTn id="177" presetID="1" presetClass="emph" presetSubtype="2" fill="hold" nodeType="withEffect">
                                  <p:stCondLst>
                                    <p:cond delay="0"/>
                                  </p:stCondLst>
                                  <p:childTnLst>
                                    <p:animClr clrSpc="rgb" dir="cw">
                                      <p:cBhvr>
                                        <p:cTn id="178" dur="500" fill="hold"/>
                                        <p:tgtEl>
                                          <p:spTgt spid="17"/>
                                        </p:tgtEl>
                                        <p:attrNameLst>
                                          <p:attrName>fillcolor</p:attrName>
                                        </p:attrNameLst>
                                      </p:cBhvr>
                                      <p:to>
                                        <a:srgbClr val="FF0000"/>
                                      </p:to>
                                    </p:animClr>
                                    <p:set>
                                      <p:cBhvr>
                                        <p:cTn id="179" dur="500" fill="hold"/>
                                        <p:tgtEl>
                                          <p:spTgt spid="17"/>
                                        </p:tgtEl>
                                        <p:attrNameLst>
                                          <p:attrName>fill.type</p:attrName>
                                        </p:attrNameLst>
                                      </p:cBhvr>
                                      <p:to>
                                        <p:strVal val="solid"/>
                                      </p:to>
                                    </p:set>
                                    <p:set>
                                      <p:cBhvr>
                                        <p:cTn id="180" dur="500" fill="hold"/>
                                        <p:tgtEl>
                                          <p:spTgt spid="17"/>
                                        </p:tgtEl>
                                        <p:attrNameLst>
                                          <p:attrName>fill.on</p:attrName>
                                        </p:attrNameLst>
                                      </p:cBhvr>
                                      <p:to>
                                        <p:strVal val="true"/>
                                      </p:to>
                                    </p:set>
                                  </p:childTnLst>
                                </p:cTn>
                              </p:par>
                            </p:childTnLst>
                          </p:cTn>
                        </p:par>
                      </p:childTnLst>
                    </p:cTn>
                  </p:par>
                  <p:par>
                    <p:cTn id="181" fill="hold">
                      <p:stCondLst>
                        <p:cond delay="indefinite"/>
                      </p:stCondLst>
                      <p:childTnLst>
                        <p:par>
                          <p:cTn id="182" fill="hold">
                            <p:stCondLst>
                              <p:cond delay="0"/>
                            </p:stCondLst>
                            <p:childTnLst>
                              <p:par>
                                <p:cTn id="183" presetID="1" presetClass="emph" presetSubtype="2" fill="hold" nodeType="clickEffect">
                                  <p:stCondLst>
                                    <p:cond delay="0"/>
                                  </p:stCondLst>
                                  <p:childTnLst>
                                    <p:animClr clrSpc="rgb" dir="cw">
                                      <p:cBhvr>
                                        <p:cTn id="184" dur="500" fill="hold"/>
                                        <p:tgtEl>
                                          <p:spTgt spid="8"/>
                                        </p:tgtEl>
                                        <p:attrNameLst>
                                          <p:attrName>fillcolor</p:attrName>
                                        </p:attrNameLst>
                                      </p:cBhvr>
                                      <p:to>
                                        <a:srgbClr val="FFFFFF"/>
                                      </p:to>
                                    </p:animClr>
                                    <p:set>
                                      <p:cBhvr>
                                        <p:cTn id="185" dur="500" fill="hold"/>
                                        <p:tgtEl>
                                          <p:spTgt spid="8"/>
                                        </p:tgtEl>
                                        <p:attrNameLst>
                                          <p:attrName>fill.type</p:attrName>
                                        </p:attrNameLst>
                                      </p:cBhvr>
                                      <p:to>
                                        <p:strVal val="solid"/>
                                      </p:to>
                                    </p:set>
                                    <p:set>
                                      <p:cBhvr>
                                        <p:cTn id="186" dur="500" fill="hold"/>
                                        <p:tgtEl>
                                          <p:spTgt spid="8"/>
                                        </p:tgtEl>
                                        <p:attrNameLst>
                                          <p:attrName>fill.on</p:attrName>
                                        </p:attrNameLst>
                                      </p:cBhvr>
                                      <p:to>
                                        <p:strVal val="true"/>
                                      </p:to>
                                    </p:set>
                                  </p:childTnLst>
                                </p:cTn>
                              </p:par>
                              <p:par>
                                <p:cTn id="187" presetID="1" presetClass="emph" presetSubtype="2" fill="hold" nodeType="withEffect">
                                  <p:stCondLst>
                                    <p:cond delay="0"/>
                                  </p:stCondLst>
                                  <p:childTnLst>
                                    <p:animClr clrSpc="rgb" dir="cw">
                                      <p:cBhvr>
                                        <p:cTn id="188" dur="500" fill="hold"/>
                                        <p:tgtEl>
                                          <p:spTgt spid="17"/>
                                        </p:tgtEl>
                                        <p:attrNameLst>
                                          <p:attrName>fillcolor</p:attrName>
                                        </p:attrNameLst>
                                      </p:cBhvr>
                                      <p:to>
                                        <a:srgbClr val="FFFFFF"/>
                                      </p:to>
                                    </p:animClr>
                                    <p:set>
                                      <p:cBhvr>
                                        <p:cTn id="189" dur="500" fill="hold"/>
                                        <p:tgtEl>
                                          <p:spTgt spid="17"/>
                                        </p:tgtEl>
                                        <p:attrNameLst>
                                          <p:attrName>fill.type</p:attrName>
                                        </p:attrNameLst>
                                      </p:cBhvr>
                                      <p:to>
                                        <p:strVal val="solid"/>
                                      </p:to>
                                    </p:set>
                                    <p:set>
                                      <p:cBhvr>
                                        <p:cTn id="190" dur="500" fill="hold"/>
                                        <p:tgtEl>
                                          <p:spTgt spid="17"/>
                                        </p:tgtEl>
                                        <p:attrNameLst>
                                          <p:attrName>fill.on</p:attrName>
                                        </p:attrNameLst>
                                      </p:cBhvr>
                                      <p:to>
                                        <p:strVal val="true"/>
                                      </p:to>
                                    </p:set>
                                  </p:childTnLst>
                                </p:cTn>
                              </p:par>
                            </p:childTnLst>
                          </p:cTn>
                        </p:par>
                      </p:childTnLst>
                    </p:cTn>
                  </p:par>
                  <p:par>
                    <p:cTn id="191" fill="hold">
                      <p:stCondLst>
                        <p:cond delay="indefinite"/>
                      </p:stCondLst>
                      <p:childTnLst>
                        <p:par>
                          <p:cTn id="192" fill="hold">
                            <p:stCondLst>
                              <p:cond delay="0"/>
                            </p:stCondLst>
                            <p:childTnLst>
                              <p:par>
                                <p:cTn id="193" presetID="1" presetClass="emph" presetSubtype="2" fill="hold" nodeType="clickEffect">
                                  <p:stCondLst>
                                    <p:cond delay="0"/>
                                  </p:stCondLst>
                                  <p:childTnLst>
                                    <p:animClr clrSpc="rgb" dir="cw">
                                      <p:cBhvr>
                                        <p:cTn id="194" dur="500" fill="hold"/>
                                        <p:tgtEl>
                                          <p:spTgt spid="17"/>
                                        </p:tgtEl>
                                        <p:attrNameLst>
                                          <p:attrName>fillcolor</p:attrName>
                                        </p:attrNameLst>
                                      </p:cBhvr>
                                      <p:to>
                                        <a:srgbClr val="00B050"/>
                                      </p:to>
                                    </p:animClr>
                                    <p:set>
                                      <p:cBhvr>
                                        <p:cTn id="195" dur="500" fill="hold"/>
                                        <p:tgtEl>
                                          <p:spTgt spid="17"/>
                                        </p:tgtEl>
                                        <p:attrNameLst>
                                          <p:attrName>fill.type</p:attrName>
                                        </p:attrNameLst>
                                      </p:cBhvr>
                                      <p:to>
                                        <p:strVal val="solid"/>
                                      </p:to>
                                    </p:set>
                                    <p:set>
                                      <p:cBhvr>
                                        <p:cTn id="196" dur="500" fill="hold"/>
                                        <p:tgtEl>
                                          <p:spTgt spid="17"/>
                                        </p:tgtEl>
                                        <p:attrNameLst>
                                          <p:attrName>fill.on</p:attrName>
                                        </p:attrNameLst>
                                      </p:cBhvr>
                                      <p:to>
                                        <p:strVal val="true"/>
                                      </p:to>
                                    </p:set>
                                  </p:childTnLst>
                                </p:cTn>
                              </p:par>
                              <p:par>
                                <p:cTn id="197" presetID="1" presetClass="emph" presetSubtype="2" fill="hold" nodeType="withEffect">
                                  <p:stCondLst>
                                    <p:cond delay="0"/>
                                  </p:stCondLst>
                                  <p:childTnLst>
                                    <p:animClr clrSpc="rgb" dir="cw">
                                      <p:cBhvr>
                                        <p:cTn id="198" dur="500" fill="hold"/>
                                        <p:tgtEl>
                                          <p:spTgt spid="9"/>
                                        </p:tgtEl>
                                        <p:attrNameLst>
                                          <p:attrName>fillcolor</p:attrName>
                                        </p:attrNameLst>
                                      </p:cBhvr>
                                      <p:to>
                                        <a:srgbClr val="00B050"/>
                                      </p:to>
                                    </p:animClr>
                                    <p:set>
                                      <p:cBhvr>
                                        <p:cTn id="199" dur="500" fill="hold"/>
                                        <p:tgtEl>
                                          <p:spTgt spid="9"/>
                                        </p:tgtEl>
                                        <p:attrNameLst>
                                          <p:attrName>fill.type</p:attrName>
                                        </p:attrNameLst>
                                      </p:cBhvr>
                                      <p:to>
                                        <p:strVal val="solid"/>
                                      </p:to>
                                    </p:set>
                                    <p:set>
                                      <p:cBhvr>
                                        <p:cTn id="200" dur="500" fill="hold"/>
                                        <p:tgtEl>
                                          <p:spTgt spid="9"/>
                                        </p:tgtEl>
                                        <p:attrNameLst>
                                          <p:attrName>fill.on</p:attrName>
                                        </p:attrNameLst>
                                      </p:cBhvr>
                                      <p:to>
                                        <p:strVal val="true"/>
                                      </p:to>
                                    </p:set>
                                  </p:childTnLst>
                                </p:cTn>
                              </p:par>
                            </p:childTnLst>
                          </p:cTn>
                        </p:par>
                      </p:childTnLst>
                    </p:cTn>
                  </p:par>
                  <p:par>
                    <p:cTn id="201" fill="hold">
                      <p:stCondLst>
                        <p:cond delay="indefinite"/>
                      </p:stCondLst>
                      <p:childTnLst>
                        <p:par>
                          <p:cTn id="202" fill="hold">
                            <p:stCondLst>
                              <p:cond delay="0"/>
                            </p:stCondLst>
                            <p:childTnLst>
                              <p:par>
                                <p:cTn id="203" presetID="1" presetClass="emph" presetSubtype="2" fill="hold" nodeType="clickEffect">
                                  <p:stCondLst>
                                    <p:cond delay="0"/>
                                  </p:stCondLst>
                                  <p:childTnLst>
                                    <p:animClr clrSpc="rgb" dir="cw">
                                      <p:cBhvr>
                                        <p:cTn id="204" dur="500" fill="hold"/>
                                        <p:tgtEl>
                                          <p:spTgt spid="9"/>
                                        </p:tgtEl>
                                        <p:attrNameLst>
                                          <p:attrName>fillcolor</p:attrName>
                                        </p:attrNameLst>
                                      </p:cBhvr>
                                      <p:to>
                                        <a:srgbClr val="FFFFFF"/>
                                      </p:to>
                                    </p:animClr>
                                    <p:set>
                                      <p:cBhvr>
                                        <p:cTn id="205" dur="500" fill="hold"/>
                                        <p:tgtEl>
                                          <p:spTgt spid="9"/>
                                        </p:tgtEl>
                                        <p:attrNameLst>
                                          <p:attrName>fill.type</p:attrName>
                                        </p:attrNameLst>
                                      </p:cBhvr>
                                      <p:to>
                                        <p:strVal val="solid"/>
                                      </p:to>
                                    </p:set>
                                    <p:set>
                                      <p:cBhvr>
                                        <p:cTn id="206" dur="500" fill="hold"/>
                                        <p:tgtEl>
                                          <p:spTgt spid="9"/>
                                        </p:tgtEl>
                                        <p:attrNameLst>
                                          <p:attrName>fill.on</p:attrName>
                                        </p:attrNameLst>
                                      </p:cBhvr>
                                      <p:to>
                                        <p:strVal val="true"/>
                                      </p:to>
                                    </p:set>
                                  </p:childTnLst>
                                </p:cTn>
                              </p:par>
                              <p:par>
                                <p:cTn id="207" presetID="1" presetClass="emph" presetSubtype="2" fill="hold" nodeType="withEffect">
                                  <p:stCondLst>
                                    <p:cond delay="0"/>
                                  </p:stCondLst>
                                  <p:childTnLst>
                                    <p:animClr clrSpc="rgb" dir="cw">
                                      <p:cBhvr>
                                        <p:cTn id="208" dur="500" fill="hold"/>
                                        <p:tgtEl>
                                          <p:spTgt spid="17"/>
                                        </p:tgtEl>
                                        <p:attrNameLst>
                                          <p:attrName>fillcolor</p:attrName>
                                        </p:attrNameLst>
                                      </p:cBhvr>
                                      <p:to>
                                        <a:srgbClr val="FFFFFF"/>
                                      </p:to>
                                    </p:animClr>
                                    <p:set>
                                      <p:cBhvr>
                                        <p:cTn id="209" dur="500" fill="hold"/>
                                        <p:tgtEl>
                                          <p:spTgt spid="17"/>
                                        </p:tgtEl>
                                        <p:attrNameLst>
                                          <p:attrName>fill.type</p:attrName>
                                        </p:attrNameLst>
                                      </p:cBhvr>
                                      <p:to>
                                        <p:strVal val="solid"/>
                                      </p:to>
                                    </p:set>
                                    <p:set>
                                      <p:cBhvr>
                                        <p:cTn id="210" dur="500" fill="hold"/>
                                        <p:tgtEl>
                                          <p:spTgt spid="17"/>
                                        </p:tgtEl>
                                        <p:attrNameLst>
                                          <p:attrName>fill.on</p:attrName>
                                        </p:attrNameLst>
                                      </p:cBhvr>
                                      <p:to>
                                        <p:strVal val="true"/>
                                      </p:to>
                                    </p:set>
                                  </p:childTnLst>
                                </p:cTn>
                              </p:par>
                            </p:childTnLst>
                          </p:cTn>
                        </p:par>
                        <p:par>
                          <p:cTn id="211" fill="hold">
                            <p:stCondLst>
                              <p:cond delay="500"/>
                            </p:stCondLst>
                            <p:childTnLst>
                              <p:par>
                                <p:cTn id="212" presetID="1" presetClass="emph" presetSubtype="2" fill="hold" nodeType="afterEffect">
                                  <p:stCondLst>
                                    <p:cond delay="0"/>
                                  </p:stCondLst>
                                  <p:childTnLst>
                                    <p:animClr clrSpc="rgb" dir="cw">
                                      <p:cBhvr>
                                        <p:cTn id="213" dur="500" fill="hold"/>
                                        <p:tgtEl>
                                          <p:spTgt spid="10"/>
                                        </p:tgtEl>
                                        <p:attrNameLst>
                                          <p:attrName>fillcolor</p:attrName>
                                        </p:attrNameLst>
                                      </p:cBhvr>
                                      <p:to>
                                        <a:srgbClr val="00B050"/>
                                      </p:to>
                                    </p:animClr>
                                    <p:set>
                                      <p:cBhvr>
                                        <p:cTn id="214" dur="500" fill="hold"/>
                                        <p:tgtEl>
                                          <p:spTgt spid="10"/>
                                        </p:tgtEl>
                                        <p:attrNameLst>
                                          <p:attrName>fill.type</p:attrName>
                                        </p:attrNameLst>
                                      </p:cBhvr>
                                      <p:to>
                                        <p:strVal val="solid"/>
                                      </p:to>
                                    </p:set>
                                    <p:set>
                                      <p:cBhvr>
                                        <p:cTn id="215" dur="500" fill="hold"/>
                                        <p:tgtEl>
                                          <p:spTgt spid="10"/>
                                        </p:tgtEl>
                                        <p:attrNameLst>
                                          <p:attrName>fill.on</p:attrName>
                                        </p:attrNameLst>
                                      </p:cBhvr>
                                      <p:to>
                                        <p:strVal val="true"/>
                                      </p:to>
                                    </p:set>
                                  </p:childTnLst>
                                </p:cTn>
                              </p:par>
                              <p:par>
                                <p:cTn id="216" presetID="1" presetClass="emph" presetSubtype="2" fill="hold" nodeType="withEffect">
                                  <p:stCondLst>
                                    <p:cond delay="0"/>
                                  </p:stCondLst>
                                  <p:childTnLst>
                                    <p:animClr clrSpc="rgb" dir="cw">
                                      <p:cBhvr>
                                        <p:cTn id="217" dur="500" fill="hold"/>
                                        <p:tgtEl>
                                          <p:spTgt spid="18"/>
                                        </p:tgtEl>
                                        <p:attrNameLst>
                                          <p:attrName>fillcolor</p:attrName>
                                        </p:attrNameLst>
                                      </p:cBhvr>
                                      <p:to>
                                        <a:srgbClr val="00B050"/>
                                      </p:to>
                                    </p:animClr>
                                    <p:set>
                                      <p:cBhvr>
                                        <p:cTn id="218" dur="500" fill="hold"/>
                                        <p:tgtEl>
                                          <p:spTgt spid="18"/>
                                        </p:tgtEl>
                                        <p:attrNameLst>
                                          <p:attrName>fill.type</p:attrName>
                                        </p:attrNameLst>
                                      </p:cBhvr>
                                      <p:to>
                                        <p:strVal val="solid"/>
                                      </p:to>
                                    </p:set>
                                    <p:set>
                                      <p:cBhvr>
                                        <p:cTn id="219" dur="500" fill="hold"/>
                                        <p:tgtEl>
                                          <p:spTgt spid="18"/>
                                        </p:tgtEl>
                                        <p:attrNameLst>
                                          <p:attrName>fill.on</p:attrName>
                                        </p:attrNameLst>
                                      </p:cBhvr>
                                      <p:to>
                                        <p:strVal val="true"/>
                                      </p:to>
                                    </p:set>
                                  </p:childTnLst>
                                </p:cTn>
                              </p:par>
                            </p:childTnLst>
                          </p:cTn>
                        </p:par>
                      </p:childTnLst>
                    </p:cTn>
                  </p:par>
                  <p:par>
                    <p:cTn id="220" fill="hold">
                      <p:stCondLst>
                        <p:cond delay="indefinite"/>
                      </p:stCondLst>
                      <p:childTnLst>
                        <p:par>
                          <p:cTn id="221" fill="hold">
                            <p:stCondLst>
                              <p:cond delay="0"/>
                            </p:stCondLst>
                            <p:childTnLst>
                              <p:par>
                                <p:cTn id="222" presetID="1" presetClass="emph" presetSubtype="2" fill="hold" nodeType="clickEffect">
                                  <p:stCondLst>
                                    <p:cond delay="0"/>
                                  </p:stCondLst>
                                  <p:childTnLst>
                                    <p:animClr clrSpc="rgb" dir="cw">
                                      <p:cBhvr>
                                        <p:cTn id="223" dur="500" fill="hold"/>
                                        <p:tgtEl>
                                          <p:spTgt spid="10"/>
                                        </p:tgtEl>
                                        <p:attrNameLst>
                                          <p:attrName>fillcolor</p:attrName>
                                        </p:attrNameLst>
                                      </p:cBhvr>
                                      <p:to>
                                        <a:srgbClr val="FFFFFF"/>
                                      </p:to>
                                    </p:animClr>
                                    <p:set>
                                      <p:cBhvr>
                                        <p:cTn id="224" dur="500" fill="hold"/>
                                        <p:tgtEl>
                                          <p:spTgt spid="10"/>
                                        </p:tgtEl>
                                        <p:attrNameLst>
                                          <p:attrName>fill.type</p:attrName>
                                        </p:attrNameLst>
                                      </p:cBhvr>
                                      <p:to>
                                        <p:strVal val="solid"/>
                                      </p:to>
                                    </p:set>
                                    <p:set>
                                      <p:cBhvr>
                                        <p:cTn id="225" dur="500" fill="hold"/>
                                        <p:tgtEl>
                                          <p:spTgt spid="10"/>
                                        </p:tgtEl>
                                        <p:attrNameLst>
                                          <p:attrName>fill.on</p:attrName>
                                        </p:attrNameLst>
                                      </p:cBhvr>
                                      <p:to>
                                        <p:strVal val="true"/>
                                      </p:to>
                                    </p:set>
                                  </p:childTnLst>
                                </p:cTn>
                              </p:par>
                              <p:par>
                                <p:cTn id="226" presetID="1" presetClass="emph" presetSubtype="2" fill="hold" nodeType="withEffect">
                                  <p:stCondLst>
                                    <p:cond delay="0"/>
                                  </p:stCondLst>
                                  <p:childTnLst>
                                    <p:animClr clrSpc="rgb" dir="cw">
                                      <p:cBhvr>
                                        <p:cTn id="227" dur="500" fill="hold"/>
                                        <p:tgtEl>
                                          <p:spTgt spid="18"/>
                                        </p:tgtEl>
                                        <p:attrNameLst>
                                          <p:attrName>fillcolor</p:attrName>
                                        </p:attrNameLst>
                                      </p:cBhvr>
                                      <p:to>
                                        <a:srgbClr val="FFFFFF"/>
                                      </p:to>
                                    </p:animClr>
                                    <p:set>
                                      <p:cBhvr>
                                        <p:cTn id="228" dur="500" fill="hold"/>
                                        <p:tgtEl>
                                          <p:spTgt spid="18"/>
                                        </p:tgtEl>
                                        <p:attrNameLst>
                                          <p:attrName>fill.type</p:attrName>
                                        </p:attrNameLst>
                                      </p:cBhvr>
                                      <p:to>
                                        <p:strVal val="solid"/>
                                      </p:to>
                                    </p:set>
                                    <p:set>
                                      <p:cBhvr>
                                        <p:cTn id="229" dur="500" fill="hold"/>
                                        <p:tgtEl>
                                          <p:spTgt spid="18"/>
                                        </p:tgtEl>
                                        <p:attrNameLst>
                                          <p:attrName>fill.on</p:attrName>
                                        </p:attrNameLst>
                                      </p:cBhvr>
                                      <p:to>
                                        <p:strVal val="true"/>
                                      </p:to>
                                    </p:set>
                                  </p:childTnLst>
                                </p:cTn>
                              </p:par>
                            </p:childTnLst>
                          </p:cTn>
                        </p:par>
                        <p:par>
                          <p:cTn id="230" fill="hold">
                            <p:stCondLst>
                              <p:cond delay="500"/>
                            </p:stCondLst>
                            <p:childTnLst>
                              <p:par>
                                <p:cTn id="231" presetID="1" presetClass="emph" presetSubtype="2" fill="hold" nodeType="afterEffect">
                                  <p:stCondLst>
                                    <p:cond delay="0"/>
                                  </p:stCondLst>
                                  <p:childTnLst>
                                    <p:animClr clrSpc="rgb" dir="cw">
                                      <p:cBhvr>
                                        <p:cTn id="232" dur="500" fill="hold"/>
                                        <p:tgtEl>
                                          <p:spTgt spid="11"/>
                                        </p:tgtEl>
                                        <p:attrNameLst>
                                          <p:attrName>fillcolor</p:attrName>
                                        </p:attrNameLst>
                                      </p:cBhvr>
                                      <p:to>
                                        <a:srgbClr val="00B050"/>
                                      </p:to>
                                    </p:animClr>
                                    <p:set>
                                      <p:cBhvr>
                                        <p:cTn id="233" dur="500" fill="hold"/>
                                        <p:tgtEl>
                                          <p:spTgt spid="11"/>
                                        </p:tgtEl>
                                        <p:attrNameLst>
                                          <p:attrName>fill.type</p:attrName>
                                        </p:attrNameLst>
                                      </p:cBhvr>
                                      <p:to>
                                        <p:strVal val="solid"/>
                                      </p:to>
                                    </p:set>
                                    <p:set>
                                      <p:cBhvr>
                                        <p:cTn id="234" dur="500" fill="hold"/>
                                        <p:tgtEl>
                                          <p:spTgt spid="11"/>
                                        </p:tgtEl>
                                        <p:attrNameLst>
                                          <p:attrName>fill.on</p:attrName>
                                        </p:attrNameLst>
                                      </p:cBhvr>
                                      <p:to>
                                        <p:strVal val="true"/>
                                      </p:to>
                                    </p:set>
                                  </p:childTnLst>
                                </p:cTn>
                              </p:par>
                              <p:par>
                                <p:cTn id="235" presetID="1" presetClass="emph" presetSubtype="2" fill="hold" nodeType="withEffect">
                                  <p:stCondLst>
                                    <p:cond delay="0"/>
                                  </p:stCondLst>
                                  <p:childTnLst>
                                    <p:animClr clrSpc="rgb" dir="cw">
                                      <p:cBhvr>
                                        <p:cTn id="236" dur="500" fill="hold"/>
                                        <p:tgtEl>
                                          <p:spTgt spid="19"/>
                                        </p:tgtEl>
                                        <p:attrNameLst>
                                          <p:attrName>fillcolor</p:attrName>
                                        </p:attrNameLst>
                                      </p:cBhvr>
                                      <p:to>
                                        <a:srgbClr val="00B050"/>
                                      </p:to>
                                    </p:animClr>
                                    <p:set>
                                      <p:cBhvr>
                                        <p:cTn id="237" dur="500" fill="hold"/>
                                        <p:tgtEl>
                                          <p:spTgt spid="19"/>
                                        </p:tgtEl>
                                        <p:attrNameLst>
                                          <p:attrName>fill.type</p:attrName>
                                        </p:attrNameLst>
                                      </p:cBhvr>
                                      <p:to>
                                        <p:strVal val="solid"/>
                                      </p:to>
                                    </p:set>
                                    <p:set>
                                      <p:cBhvr>
                                        <p:cTn id="238" dur="500" fill="hold"/>
                                        <p:tgtEl>
                                          <p:spTgt spid="19"/>
                                        </p:tgtEl>
                                        <p:attrNameLst>
                                          <p:attrName>fill.on</p:attrName>
                                        </p:attrNameLst>
                                      </p:cBhvr>
                                      <p:to>
                                        <p:strVal val="true"/>
                                      </p:to>
                                    </p:set>
                                  </p:childTnLst>
                                </p:cTn>
                              </p:par>
                            </p:childTnLst>
                          </p:cTn>
                        </p:par>
                      </p:childTnLst>
                    </p:cTn>
                  </p:par>
                  <p:par>
                    <p:cTn id="239" fill="hold">
                      <p:stCondLst>
                        <p:cond delay="indefinite"/>
                      </p:stCondLst>
                      <p:childTnLst>
                        <p:par>
                          <p:cTn id="240" fill="hold">
                            <p:stCondLst>
                              <p:cond delay="0"/>
                            </p:stCondLst>
                            <p:childTnLst>
                              <p:par>
                                <p:cTn id="241" presetID="1" presetClass="emph" presetSubtype="2" fill="hold" nodeType="clickEffect">
                                  <p:stCondLst>
                                    <p:cond delay="0"/>
                                  </p:stCondLst>
                                  <p:childTnLst>
                                    <p:animClr clrSpc="rgb" dir="cw">
                                      <p:cBhvr>
                                        <p:cTn id="242" dur="500" fill="hold"/>
                                        <p:tgtEl>
                                          <p:spTgt spid="11"/>
                                        </p:tgtEl>
                                        <p:attrNameLst>
                                          <p:attrName>fillcolor</p:attrName>
                                        </p:attrNameLst>
                                      </p:cBhvr>
                                      <p:to>
                                        <a:srgbClr val="FFFFFF"/>
                                      </p:to>
                                    </p:animClr>
                                    <p:set>
                                      <p:cBhvr>
                                        <p:cTn id="243" dur="500" fill="hold"/>
                                        <p:tgtEl>
                                          <p:spTgt spid="11"/>
                                        </p:tgtEl>
                                        <p:attrNameLst>
                                          <p:attrName>fill.type</p:attrName>
                                        </p:attrNameLst>
                                      </p:cBhvr>
                                      <p:to>
                                        <p:strVal val="solid"/>
                                      </p:to>
                                    </p:set>
                                    <p:set>
                                      <p:cBhvr>
                                        <p:cTn id="244" dur="500" fill="hold"/>
                                        <p:tgtEl>
                                          <p:spTgt spid="11"/>
                                        </p:tgtEl>
                                        <p:attrNameLst>
                                          <p:attrName>fill.on</p:attrName>
                                        </p:attrNameLst>
                                      </p:cBhvr>
                                      <p:to>
                                        <p:strVal val="true"/>
                                      </p:to>
                                    </p:set>
                                  </p:childTnLst>
                                </p:cTn>
                              </p:par>
                              <p:par>
                                <p:cTn id="245" presetID="1" presetClass="emph" presetSubtype="2" fill="hold" nodeType="withEffect">
                                  <p:stCondLst>
                                    <p:cond delay="0"/>
                                  </p:stCondLst>
                                  <p:childTnLst>
                                    <p:animClr clrSpc="rgb" dir="cw">
                                      <p:cBhvr>
                                        <p:cTn id="246" dur="500" fill="hold"/>
                                        <p:tgtEl>
                                          <p:spTgt spid="19"/>
                                        </p:tgtEl>
                                        <p:attrNameLst>
                                          <p:attrName>fillcolor</p:attrName>
                                        </p:attrNameLst>
                                      </p:cBhvr>
                                      <p:to>
                                        <a:srgbClr val="FFFFFF"/>
                                      </p:to>
                                    </p:animClr>
                                    <p:set>
                                      <p:cBhvr>
                                        <p:cTn id="247" dur="500" fill="hold"/>
                                        <p:tgtEl>
                                          <p:spTgt spid="19"/>
                                        </p:tgtEl>
                                        <p:attrNameLst>
                                          <p:attrName>fill.type</p:attrName>
                                        </p:attrNameLst>
                                      </p:cBhvr>
                                      <p:to>
                                        <p:strVal val="solid"/>
                                      </p:to>
                                    </p:set>
                                    <p:set>
                                      <p:cBhvr>
                                        <p:cTn id="248" dur="500" fill="hold"/>
                                        <p:tgtEl>
                                          <p:spTgt spid="19"/>
                                        </p:tgtEl>
                                        <p:attrNameLst>
                                          <p:attrName>fill.on</p:attrName>
                                        </p:attrNameLst>
                                      </p:cBhvr>
                                      <p:to>
                                        <p:strVal val="true"/>
                                      </p:to>
                                    </p:set>
                                  </p:childTnLst>
                                </p:cTn>
                              </p:par>
                            </p:childTnLst>
                          </p:cTn>
                        </p:par>
                        <p:par>
                          <p:cTn id="249" fill="hold">
                            <p:stCondLst>
                              <p:cond delay="500"/>
                            </p:stCondLst>
                            <p:childTnLst>
                              <p:par>
                                <p:cTn id="250" presetID="1" presetClass="emph" presetSubtype="2" fill="hold" nodeType="afterEffect">
                                  <p:stCondLst>
                                    <p:cond delay="0"/>
                                  </p:stCondLst>
                                  <p:childTnLst>
                                    <p:animClr clrSpc="rgb" dir="cw">
                                      <p:cBhvr>
                                        <p:cTn id="251" dur="500" fill="hold"/>
                                        <p:tgtEl>
                                          <p:spTgt spid="12"/>
                                        </p:tgtEl>
                                        <p:attrNameLst>
                                          <p:attrName>fillcolor</p:attrName>
                                        </p:attrNameLst>
                                      </p:cBhvr>
                                      <p:to>
                                        <a:srgbClr val="00B050"/>
                                      </p:to>
                                    </p:animClr>
                                    <p:set>
                                      <p:cBhvr>
                                        <p:cTn id="252" dur="500" fill="hold"/>
                                        <p:tgtEl>
                                          <p:spTgt spid="12"/>
                                        </p:tgtEl>
                                        <p:attrNameLst>
                                          <p:attrName>fill.type</p:attrName>
                                        </p:attrNameLst>
                                      </p:cBhvr>
                                      <p:to>
                                        <p:strVal val="solid"/>
                                      </p:to>
                                    </p:set>
                                    <p:set>
                                      <p:cBhvr>
                                        <p:cTn id="253" dur="500" fill="hold"/>
                                        <p:tgtEl>
                                          <p:spTgt spid="12"/>
                                        </p:tgtEl>
                                        <p:attrNameLst>
                                          <p:attrName>fill.on</p:attrName>
                                        </p:attrNameLst>
                                      </p:cBhvr>
                                      <p:to>
                                        <p:strVal val="true"/>
                                      </p:to>
                                    </p:set>
                                  </p:childTnLst>
                                </p:cTn>
                              </p:par>
                              <p:par>
                                <p:cTn id="254" presetID="1" presetClass="emph" presetSubtype="2" fill="hold" nodeType="withEffect">
                                  <p:stCondLst>
                                    <p:cond delay="0"/>
                                  </p:stCondLst>
                                  <p:childTnLst>
                                    <p:animClr clrSpc="rgb" dir="cw">
                                      <p:cBhvr>
                                        <p:cTn id="255" dur="500" fill="hold"/>
                                        <p:tgtEl>
                                          <p:spTgt spid="20"/>
                                        </p:tgtEl>
                                        <p:attrNameLst>
                                          <p:attrName>fillcolor</p:attrName>
                                        </p:attrNameLst>
                                      </p:cBhvr>
                                      <p:to>
                                        <a:srgbClr val="00B050"/>
                                      </p:to>
                                    </p:animClr>
                                    <p:set>
                                      <p:cBhvr>
                                        <p:cTn id="256" dur="500" fill="hold"/>
                                        <p:tgtEl>
                                          <p:spTgt spid="20"/>
                                        </p:tgtEl>
                                        <p:attrNameLst>
                                          <p:attrName>fill.type</p:attrName>
                                        </p:attrNameLst>
                                      </p:cBhvr>
                                      <p:to>
                                        <p:strVal val="solid"/>
                                      </p:to>
                                    </p:set>
                                    <p:set>
                                      <p:cBhvr>
                                        <p:cTn id="257" dur="500" fill="hold"/>
                                        <p:tgtEl>
                                          <p:spTgt spid="20"/>
                                        </p:tgtEl>
                                        <p:attrNameLst>
                                          <p:attrName>fill.on</p:attrName>
                                        </p:attrNameLst>
                                      </p:cBhvr>
                                      <p:to>
                                        <p:strVal val="true"/>
                                      </p:to>
                                    </p:set>
                                  </p:childTnLst>
                                </p:cTn>
                              </p:par>
                            </p:childTnLst>
                          </p:cTn>
                        </p:par>
                      </p:childTnLst>
                    </p:cTn>
                  </p:par>
                  <p:par>
                    <p:cTn id="258" fill="hold">
                      <p:stCondLst>
                        <p:cond delay="indefinite"/>
                      </p:stCondLst>
                      <p:childTnLst>
                        <p:par>
                          <p:cTn id="259" fill="hold">
                            <p:stCondLst>
                              <p:cond delay="0"/>
                            </p:stCondLst>
                            <p:childTnLst>
                              <p:par>
                                <p:cTn id="260" presetID="1" presetClass="emph" presetSubtype="2" fill="hold" nodeType="clickEffect">
                                  <p:stCondLst>
                                    <p:cond delay="0"/>
                                  </p:stCondLst>
                                  <p:childTnLst>
                                    <p:animClr clrSpc="rgb" dir="cw">
                                      <p:cBhvr>
                                        <p:cTn id="261" dur="500" fill="hold"/>
                                        <p:tgtEl>
                                          <p:spTgt spid="12"/>
                                        </p:tgtEl>
                                        <p:attrNameLst>
                                          <p:attrName>fillcolor</p:attrName>
                                        </p:attrNameLst>
                                      </p:cBhvr>
                                      <p:to>
                                        <a:srgbClr val="FFFFFF"/>
                                      </p:to>
                                    </p:animClr>
                                    <p:set>
                                      <p:cBhvr>
                                        <p:cTn id="262" dur="500" fill="hold"/>
                                        <p:tgtEl>
                                          <p:spTgt spid="12"/>
                                        </p:tgtEl>
                                        <p:attrNameLst>
                                          <p:attrName>fill.type</p:attrName>
                                        </p:attrNameLst>
                                      </p:cBhvr>
                                      <p:to>
                                        <p:strVal val="solid"/>
                                      </p:to>
                                    </p:set>
                                    <p:set>
                                      <p:cBhvr>
                                        <p:cTn id="263" dur="500" fill="hold"/>
                                        <p:tgtEl>
                                          <p:spTgt spid="12"/>
                                        </p:tgtEl>
                                        <p:attrNameLst>
                                          <p:attrName>fill.on</p:attrName>
                                        </p:attrNameLst>
                                      </p:cBhvr>
                                      <p:to>
                                        <p:strVal val="true"/>
                                      </p:to>
                                    </p:set>
                                  </p:childTnLst>
                                </p:cTn>
                              </p:par>
                              <p:par>
                                <p:cTn id="264" presetID="1" presetClass="emph" presetSubtype="2" fill="hold" nodeType="withEffect">
                                  <p:stCondLst>
                                    <p:cond delay="0"/>
                                  </p:stCondLst>
                                  <p:childTnLst>
                                    <p:animClr clrSpc="rgb" dir="cw">
                                      <p:cBhvr>
                                        <p:cTn id="265" dur="500" fill="hold"/>
                                        <p:tgtEl>
                                          <p:spTgt spid="20"/>
                                        </p:tgtEl>
                                        <p:attrNameLst>
                                          <p:attrName>fillcolor</p:attrName>
                                        </p:attrNameLst>
                                      </p:cBhvr>
                                      <p:to>
                                        <a:srgbClr val="FFFFFF"/>
                                      </p:to>
                                    </p:animClr>
                                    <p:set>
                                      <p:cBhvr>
                                        <p:cTn id="266" dur="500" fill="hold"/>
                                        <p:tgtEl>
                                          <p:spTgt spid="20"/>
                                        </p:tgtEl>
                                        <p:attrNameLst>
                                          <p:attrName>fill.type</p:attrName>
                                        </p:attrNameLst>
                                      </p:cBhvr>
                                      <p:to>
                                        <p:strVal val="solid"/>
                                      </p:to>
                                    </p:set>
                                    <p:set>
                                      <p:cBhvr>
                                        <p:cTn id="267" dur="500" fill="hold"/>
                                        <p:tgtEl>
                                          <p:spTgt spid="20"/>
                                        </p:tgtEl>
                                        <p:attrNameLst>
                                          <p:attrName>fill.on</p:attrName>
                                        </p:attrNameLst>
                                      </p:cBhvr>
                                      <p:to>
                                        <p:strVal val="true"/>
                                      </p:to>
                                    </p:set>
                                  </p:childTnLst>
                                </p:cTn>
                              </p:par>
                            </p:childTnLst>
                          </p:cTn>
                        </p:par>
                        <p:par>
                          <p:cTn id="268" fill="hold">
                            <p:stCondLst>
                              <p:cond delay="500"/>
                            </p:stCondLst>
                            <p:childTnLst>
                              <p:par>
                                <p:cTn id="269" presetID="1" presetClass="emph" presetSubtype="2" fill="hold" nodeType="afterEffect">
                                  <p:stCondLst>
                                    <p:cond delay="0"/>
                                  </p:stCondLst>
                                  <p:childTnLst>
                                    <p:animClr clrSpc="rgb" dir="cw">
                                      <p:cBhvr>
                                        <p:cTn id="270" dur="500" fill="hold"/>
                                        <p:tgtEl>
                                          <p:spTgt spid="13"/>
                                        </p:tgtEl>
                                        <p:attrNameLst>
                                          <p:attrName>fillcolor</p:attrName>
                                        </p:attrNameLst>
                                      </p:cBhvr>
                                      <p:to>
                                        <a:srgbClr val="00B050"/>
                                      </p:to>
                                    </p:animClr>
                                    <p:set>
                                      <p:cBhvr>
                                        <p:cTn id="271" dur="500" fill="hold"/>
                                        <p:tgtEl>
                                          <p:spTgt spid="13"/>
                                        </p:tgtEl>
                                        <p:attrNameLst>
                                          <p:attrName>fill.type</p:attrName>
                                        </p:attrNameLst>
                                      </p:cBhvr>
                                      <p:to>
                                        <p:strVal val="solid"/>
                                      </p:to>
                                    </p:set>
                                    <p:set>
                                      <p:cBhvr>
                                        <p:cTn id="272" dur="500" fill="hold"/>
                                        <p:tgtEl>
                                          <p:spTgt spid="13"/>
                                        </p:tgtEl>
                                        <p:attrNameLst>
                                          <p:attrName>fill.on</p:attrName>
                                        </p:attrNameLst>
                                      </p:cBhvr>
                                      <p:to>
                                        <p:strVal val="true"/>
                                      </p:to>
                                    </p:set>
                                  </p:childTnLst>
                                </p:cTn>
                              </p:par>
                              <p:par>
                                <p:cTn id="273" presetID="1" presetClass="emph" presetSubtype="2" fill="hold" nodeType="withEffect">
                                  <p:stCondLst>
                                    <p:cond delay="0"/>
                                  </p:stCondLst>
                                  <p:childTnLst>
                                    <p:animClr clrSpc="rgb" dir="cw">
                                      <p:cBhvr>
                                        <p:cTn id="274" dur="500" fill="hold"/>
                                        <p:tgtEl>
                                          <p:spTgt spid="21"/>
                                        </p:tgtEl>
                                        <p:attrNameLst>
                                          <p:attrName>fillcolor</p:attrName>
                                        </p:attrNameLst>
                                      </p:cBhvr>
                                      <p:to>
                                        <a:srgbClr val="00B050"/>
                                      </p:to>
                                    </p:animClr>
                                    <p:set>
                                      <p:cBhvr>
                                        <p:cTn id="275" dur="500" fill="hold"/>
                                        <p:tgtEl>
                                          <p:spTgt spid="21"/>
                                        </p:tgtEl>
                                        <p:attrNameLst>
                                          <p:attrName>fill.type</p:attrName>
                                        </p:attrNameLst>
                                      </p:cBhvr>
                                      <p:to>
                                        <p:strVal val="solid"/>
                                      </p:to>
                                    </p:set>
                                    <p:set>
                                      <p:cBhvr>
                                        <p:cTn id="276" dur="500" fill="hold"/>
                                        <p:tgtEl>
                                          <p:spTgt spid="21"/>
                                        </p:tgtEl>
                                        <p:attrNameLst>
                                          <p:attrName>fill.on</p:attrName>
                                        </p:attrNameLst>
                                      </p:cBhvr>
                                      <p:to>
                                        <p:strVal val="true"/>
                                      </p:to>
                                    </p:set>
                                  </p:childTnLst>
                                </p:cTn>
                              </p:par>
                            </p:childTnLst>
                          </p:cTn>
                        </p:par>
                      </p:childTnLst>
                    </p:cTn>
                  </p:par>
                  <p:par>
                    <p:cTn id="277" fill="hold">
                      <p:stCondLst>
                        <p:cond delay="indefinite"/>
                      </p:stCondLst>
                      <p:childTnLst>
                        <p:par>
                          <p:cTn id="278" fill="hold">
                            <p:stCondLst>
                              <p:cond delay="0"/>
                            </p:stCondLst>
                            <p:childTnLst>
                              <p:par>
                                <p:cTn id="279" presetID="1" presetClass="emph" presetSubtype="2" fill="hold" nodeType="clickEffect">
                                  <p:stCondLst>
                                    <p:cond delay="0"/>
                                  </p:stCondLst>
                                  <p:childTnLst>
                                    <p:animClr clrSpc="rgb" dir="cw">
                                      <p:cBhvr>
                                        <p:cTn id="280" dur="500" fill="hold"/>
                                        <p:tgtEl>
                                          <p:spTgt spid="13"/>
                                        </p:tgtEl>
                                        <p:attrNameLst>
                                          <p:attrName>fillcolor</p:attrName>
                                        </p:attrNameLst>
                                      </p:cBhvr>
                                      <p:to>
                                        <a:srgbClr val="FFFFFF"/>
                                      </p:to>
                                    </p:animClr>
                                    <p:set>
                                      <p:cBhvr>
                                        <p:cTn id="281" dur="500" fill="hold"/>
                                        <p:tgtEl>
                                          <p:spTgt spid="13"/>
                                        </p:tgtEl>
                                        <p:attrNameLst>
                                          <p:attrName>fill.type</p:attrName>
                                        </p:attrNameLst>
                                      </p:cBhvr>
                                      <p:to>
                                        <p:strVal val="solid"/>
                                      </p:to>
                                    </p:set>
                                    <p:set>
                                      <p:cBhvr>
                                        <p:cTn id="282" dur="500" fill="hold"/>
                                        <p:tgtEl>
                                          <p:spTgt spid="13"/>
                                        </p:tgtEl>
                                        <p:attrNameLst>
                                          <p:attrName>fill.on</p:attrName>
                                        </p:attrNameLst>
                                      </p:cBhvr>
                                      <p:to>
                                        <p:strVal val="true"/>
                                      </p:to>
                                    </p:set>
                                  </p:childTnLst>
                                </p:cTn>
                              </p:par>
                              <p:par>
                                <p:cTn id="283" presetID="1" presetClass="emph" presetSubtype="2" fill="hold" nodeType="withEffect">
                                  <p:stCondLst>
                                    <p:cond delay="0"/>
                                  </p:stCondLst>
                                  <p:childTnLst>
                                    <p:animClr clrSpc="rgb" dir="cw">
                                      <p:cBhvr>
                                        <p:cTn id="284" dur="500" fill="hold"/>
                                        <p:tgtEl>
                                          <p:spTgt spid="21"/>
                                        </p:tgtEl>
                                        <p:attrNameLst>
                                          <p:attrName>fillcolor</p:attrName>
                                        </p:attrNameLst>
                                      </p:cBhvr>
                                      <p:to>
                                        <a:srgbClr val="FFFFFF"/>
                                      </p:to>
                                    </p:animClr>
                                    <p:set>
                                      <p:cBhvr>
                                        <p:cTn id="285" dur="500" fill="hold"/>
                                        <p:tgtEl>
                                          <p:spTgt spid="21"/>
                                        </p:tgtEl>
                                        <p:attrNameLst>
                                          <p:attrName>fill.type</p:attrName>
                                        </p:attrNameLst>
                                      </p:cBhvr>
                                      <p:to>
                                        <p:strVal val="solid"/>
                                      </p:to>
                                    </p:set>
                                    <p:set>
                                      <p:cBhvr>
                                        <p:cTn id="286" dur="500" fill="hold"/>
                                        <p:tgtEl>
                                          <p:spTgt spid="21"/>
                                        </p:tgtEl>
                                        <p:attrNameLst>
                                          <p:attrName>fill.on</p:attrName>
                                        </p:attrNameLst>
                                      </p:cBhvr>
                                      <p:to>
                                        <p:strVal val="true"/>
                                      </p:to>
                                    </p:set>
                                  </p:childTnLst>
                                </p:cTn>
                              </p:par>
                            </p:childTnLst>
                          </p:cTn>
                        </p:par>
                        <p:par>
                          <p:cTn id="287" fill="hold">
                            <p:stCondLst>
                              <p:cond delay="500"/>
                            </p:stCondLst>
                            <p:childTnLst>
                              <p:par>
                                <p:cTn id="288" presetID="1" presetClass="emph" presetSubtype="2" fill="hold" nodeType="afterEffect">
                                  <p:stCondLst>
                                    <p:cond delay="0"/>
                                  </p:stCondLst>
                                  <p:childTnLst>
                                    <p:animClr clrSpc="rgb" dir="cw">
                                      <p:cBhvr>
                                        <p:cTn id="289" dur="500" fill="hold"/>
                                        <p:tgtEl>
                                          <p:spTgt spid="14"/>
                                        </p:tgtEl>
                                        <p:attrNameLst>
                                          <p:attrName>fillcolor</p:attrName>
                                        </p:attrNameLst>
                                      </p:cBhvr>
                                      <p:to>
                                        <a:srgbClr val="FF0000"/>
                                      </p:to>
                                    </p:animClr>
                                    <p:set>
                                      <p:cBhvr>
                                        <p:cTn id="290" dur="500" fill="hold"/>
                                        <p:tgtEl>
                                          <p:spTgt spid="14"/>
                                        </p:tgtEl>
                                        <p:attrNameLst>
                                          <p:attrName>fill.type</p:attrName>
                                        </p:attrNameLst>
                                      </p:cBhvr>
                                      <p:to>
                                        <p:strVal val="solid"/>
                                      </p:to>
                                    </p:set>
                                    <p:set>
                                      <p:cBhvr>
                                        <p:cTn id="291" dur="500" fill="hold"/>
                                        <p:tgtEl>
                                          <p:spTgt spid="14"/>
                                        </p:tgtEl>
                                        <p:attrNameLst>
                                          <p:attrName>fill.on</p:attrName>
                                        </p:attrNameLst>
                                      </p:cBhvr>
                                      <p:to>
                                        <p:strVal val="true"/>
                                      </p:to>
                                    </p:set>
                                  </p:childTnLst>
                                </p:cTn>
                              </p:par>
                              <p:par>
                                <p:cTn id="292" presetID="1" presetClass="emph" presetSubtype="2" fill="hold" nodeType="withEffect">
                                  <p:stCondLst>
                                    <p:cond delay="0"/>
                                  </p:stCondLst>
                                  <p:childTnLst>
                                    <p:animClr clrSpc="rgb" dir="cw">
                                      <p:cBhvr>
                                        <p:cTn id="293" dur="500" fill="hold"/>
                                        <p:tgtEl>
                                          <p:spTgt spid="22"/>
                                        </p:tgtEl>
                                        <p:attrNameLst>
                                          <p:attrName>fillcolor</p:attrName>
                                        </p:attrNameLst>
                                      </p:cBhvr>
                                      <p:to>
                                        <a:srgbClr val="FF0000"/>
                                      </p:to>
                                    </p:animClr>
                                    <p:set>
                                      <p:cBhvr>
                                        <p:cTn id="294" dur="500" fill="hold"/>
                                        <p:tgtEl>
                                          <p:spTgt spid="22"/>
                                        </p:tgtEl>
                                        <p:attrNameLst>
                                          <p:attrName>fill.type</p:attrName>
                                        </p:attrNameLst>
                                      </p:cBhvr>
                                      <p:to>
                                        <p:strVal val="solid"/>
                                      </p:to>
                                    </p:set>
                                    <p:set>
                                      <p:cBhvr>
                                        <p:cTn id="295" dur="500" fill="hold"/>
                                        <p:tgtEl>
                                          <p:spTgt spid="22"/>
                                        </p:tgtEl>
                                        <p:attrNameLst>
                                          <p:attrName>fill.on</p:attrName>
                                        </p:attrNameLst>
                                      </p:cBhvr>
                                      <p:to>
                                        <p:strVal val="true"/>
                                      </p:to>
                                    </p:set>
                                  </p:childTnLst>
                                </p:cTn>
                              </p:par>
                            </p:childTnLst>
                          </p:cTn>
                        </p:par>
                      </p:childTnLst>
                    </p:cTn>
                  </p:par>
                  <p:par>
                    <p:cTn id="296" fill="hold">
                      <p:stCondLst>
                        <p:cond delay="indefinite"/>
                      </p:stCondLst>
                      <p:childTnLst>
                        <p:par>
                          <p:cTn id="297" fill="hold">
                            <p:stCondLst>
                              <p:cond delay="0"/>
                            </p:stCondLst>
                            <p:childTnLst>
                              <p:par>
                                <p:cTn id="298" presetID="1" presetClass="emph" presetSubtype="2" fill="hold" nodeType="clickEffect">
                                  <p:stCondLst>
                                    <p:cond delay="0"/>
                                  </p:stCondLst>
                                  <p:childTnLst>
                                    <p:animClr clrSpc="rgb" dir="cw">
                                      <p:cBhvr>
                                        <p:cTn id="299" dur="500" fill="hold"/>
                                        <p:tgtEl>
                                          <p:spTgt spid="21"/>
                                        </p:tgtEl>
                                        <p:attrNameLst>
                                          <p:attrName>fillcolor</p:attrName>
                                        </p:attrNameLst>
                                      </p:cBhvr>
                                      <p:to>
                                        <a:srgbClr val="00B0F0"/>
                                      </p:to>
                                    </p:animClr>
                                    <p:set>
                                      <p:cBhvr>
                                        <p:cTn id="300" dur="500" fill="hold"/>
                                        <p:tgtEl>
                                          <p:spTgt spid="21"/>
                                        </p:tgtEl>
                                        <p:attrNameLst>
                                          <p:attrName>fill.type</p:attrName>
                                        </p:attrNameLst>
                                      </p:cBhvr>
                                      <p:to>
                                        <p:strVal val="solid"/>
                                      </p:to>
                                    </p:set>
                                    <p:set>
                                      <p:cBhvr>
                                        <p:cTn id="301" dur="500" fill="hold"/>
                                        <p:tgtEl>
                                          <p:spTgt spid="21"/>
                                        </p:tgtEl>
                                        <p:attrNameLst>
                                          <p:attrName>fill.on</p:attrName>
                                        </p:attrNameLst>
                                      </p:cBhvr>
                                      <p:to>
                                        <p:strVal val="true"/>
                                      </p:to>
                                    </p:set>
                                  </p:childTnLst>
                                </p:cTn>
                              </p:par>
                            </p:childTnLst>
                          </p:cTn>
                        </p:par>
                        <p:par>
                          <p:cTn id="302" fill="hold">
                            <p:stCondLst>
                              <p:cond delay="500"/>
                            </p:stCondLst>
                            <p:childTnLst>
                              <p:par>
                                <p:cTn id="303" presetID="1" presetClass="emph" presetSubtype="2" fill="hold" nodeType="afterEffect">
                                  <p:stCondLst>
                                    <p:cond delay="0"/>
                                  </p:stCondLst>
                                  <p:childTnLst>
                                    <p:animClr clrSpc="rgb" dir="cw">
                                      <p:cBhvr>
                                        <p:cTn id="304" dur="500" fill="hold"/>
                                        <p:tgtEl>
                                          <p:spTgt spid="27"/>
                                        </p:tgtEl>
                                        <p:attrNameLst>
                                          <p:attrName>fillcolor</p:attrName>
                                        </p:attrNameLst>
                                      </p:cBhvr>
                                      <p:to>
                                        <a:srgbClr val="00B0F0"/>
                                      </p:to>
                                    </p:animClr>
                                    <p:set>
                                      <p:cBhvr>
                                        <p:cTn id="305" dur="500" fill="hold"/>
                                        <p:tgtEl>
                                          <p:spTgt spid="27"/>
                                        </p:tgtEl>
                                        <p:attrNameLst>
                                          <p:attrName>fill.type</p:attrName>
                                        </p:attrNameLst>
                                      </p:cBhvr>
                                      <p:to>
                                        <p:strVal val="solid"/>
                                      </p:to>
                                    </p:set>
                                    <p:set>
                                      <p:cBhvr>
                                        <p:cTn id="306" dur="500" fill="hold"/>
                                        <p:tgtEl>
                                          <p:spTgt spid="27"/>
                                        </p:tgtEl>
                                        <p:attrNameLst>
                                          <p:attrName>fill.on</p:attrName>
                                        </p:attrNameLst>
                                      </p:cBhvr>
                                      <p:to>
                                        <p:strVal val="true"/>
                                      </p:to>
                                    </p:set>
                                  </p:childTnLst>
                                </p:cTn>
                              </p:par>
                            </p:childTnLst>
                          </p:cTn>
                        </p:par>
                      </p:childTnLst>
                    </p:cTn>
                  </p:par>
                  <p:par>
                    <p:cTn id="307" fill="hold">
                      <p:stCondLst>
                        <p:cond delay="indefinite"/>
                      </p:stCondLst>
                      <p:childTnLst>
                        <p:par>
                          <p:cTn id="308" fill="hold">
                            <p:stCondLst>
                              <p:cond delay="0"/>
                            </p:stCondLst>
                            <p:childTnLst>
                              <p:par>
                                <p:cTn id="309" presetID="1" presetClass="emph" presetSubtype="2" fill="hold" nodeType="clickEffect">
                                  <p:stCondLst>
                                    <p:cond delay="0"/>
                                  </p:stCondLst>
                                  <p:childTnLst>
                                    <p:animClr clrSpc="rgb" dir="cw">
                                      <p:cBhvr>
                                        <p:cTn id="310" dur="500" fill="hold"/>
                                        <p:tgtEl>
                                          <p:spTgt spid="22"/>
                                        </p:tgtEl>
                                        <p:attrNameLst>
                                          <p:attrName>fillcolor</p:attrName>
                                        </p:attrNameLst>
                                      </p:cBhvr>
                                      <p:to>
                                        <a:srgbClr val="FFFFFF"/>
                                      </p:to>
                                    </p:animClr>
                                    <p:set>
                                      <p:cBhvr>
                                        <p:cTn id="311" dur="500" fill="hold"/>
                                        <p:tgtEl>
                                          <p:spTgt spid="22"/>
                                        </p:tgtEl>
                                        <p:attrNameLst>
                                          <p:attrName>fill.type</p:attrName>
                                        </p:attrNameLst>
                                      </p:cBhvr>
                                      <p:to>
                                        <p:strVal val="solid"/>
                                      </p:to>
                                    </p:set>
                                    <p:set>
                                      <p:cBhvr>
                                        <p:cTn id="312" dur="500" fill="hold"/>
                                        <p:tgtEl>
                                          <p:spTgt spid="22"/>
                                        </p:tgtEl>
                                        <p:attrNameLst>
                                          <p:attrName>fill.on</p:attrName>
                                        </p:attrNameLst>
                                      </p:cBhvr>
                                      <p:to>
                                        <p:strVal val="true"/>
                                      </p:to>
                                    </p:set>
                                  </p:childTnLst>
                                </p:cTn>
                              </p:par>
                            </p:childTnLst>
                          </p:cTn>
                        </p:par>
                        <p:par>
                          <p:cTn id="313" fill="hold">
                            <p:stCondLst>
                              <p:cond delay="500"/>
                            </p:stCondLst>
                            <p:childTnLst>
                              <p:par>
                                <p:cTn id="314" presetID="1" presetClass="emph" presetSubtype="2" fill="hold" nodeType="afterEffect">
                                  <p:stCondLst>
                                    <p:cond delay="0"/>
                                  </p:stCondLst>
                                  <p:childTnLst>
                                    <p:animClr clrSpc="rgb" dir="cw">
                                      <p:cBhvr>
                                        <p:cTn id="315" dur="500" fill="hold"/>
                                        <p:tgtEl>
                                          <p:spTgt spid="20"/>
                                        </p:tgtEl>
                                        <p:attrNameLst>
                                          <p:attrName>fillcolor</p:attrName>
                                        </p:attrNameLst>
                                      </p:cBhvr>
                                      <p:to>
                                        <a:srgbClr val="FFFF00"/>
                                      </p:to>
                                    </p:animClr>
                                    <p:set>
                                      <p:cBhvr>
                                        <p:cTn id="316" dur="500" fill="hold"/>
                                        <p:tgtEl>
                                          <p:spTgt spid="20"/>
                                        </p:tgtEl>
                                        <p:attrNameLst>
                                          <p:attrName>fill.type</p:attrName>
                                        </p:attrNameLst>
                                      </p:cBhvr>
                                      <p:to>
                                        <p:strVal val="solid"/>
                                      </p:to>
                                    </p:set>
                                    <p:set>
                                      <p:cBhvr>
                                        <p:cTn id="317" dur="500" fill="hold"/>
                                        <p:tgtEl>
                                          <p:spTgt spid="20"/>
                                        </p:tgtEl>
                                        <p:attrNameLst>
                                          <p:attrName>fill.on</p:attrName>
                                        </p:attrNameLst>
                                      </p:cBhvr>
                                      <p:to>
                                        <p:strVal val="true"/>
                                      </p:to>
                                    </p:set>
                                  </p:childTnLst>
                                </p:cTn>
                              </p:par>
                            </p:childTnLst>
                          </p:cTn>
                        </p:par>
                        <p:par>
                          <p:cTn id="318" fill="hold">
                            <p:stCondLst>
                              <p:cond delay="1000"/>
                            </p:stCondLst>
                            <p:childTnLst>
                              <p:par>
                                <p:cTn id="319" presetID="1" presetClass="emph" presetSubtype="2" fill="hold" nodeType="afterEffect">
                                  <p:stCondLst>
                                    <p:cond delay="0"/>
                                  </p:stCondLst>
                                  <p:childTnLst>
                                    <p:animClr clrSpc="rgb" dir="cw">
                                      <p:cBhvr>
                                        <p:cTn id="320" dur="500" fill="hold"/>
                                        <p:tgtEl>
                                          <p:spTgt spid="21"/>
                                        </p:tgtEl>
                                        <p:attrNameLst>
                                          <p:attrName>fillcolor</p:attrName>
                                        </p:attrNameLst>
                                      </p:cBhvr>
                                      <p:to>
                                        <a:srgbClr val="FFFFFF"/>
                                      </p:to>
                                    </p:animClr>
                                    <p:set>
                                      <p:cBhvr>
                                        <p:cTn id="321" dur="500" fill="hold"/>
                                        <p:tgtEl>
                                          <p:spTgt spid="21"/>
                                        </p:tgtEl>
                                        <p:attrNameLst>
                                          <p:attrName>fill.type</p:attrName>
                                        </p:attrNameLst>
                                      </p:cBhvr>
                                      <p:to>
                                        <p:strVal val="solid"/>
                                      </p:to>
                                    </p:set>
                                    <p:set>
                                      <p:cBhvr>
                                        <p:cTn id="322" dur="500" fill="hold"/>
                                        <p:tgtEl>
                                          <p:spTgt spid="21"/>
                                        </p:tgtEl>
                                        <p:attrNameLst>
                                          <p:attrName>fill.on</p:attrName>
                                        </p:attrNameLst>
                                      </p:cBhvr>
                                      <p:to>
                                        <p:strVal val="true"/>
                                      </p:to>
                                    </p:set>
                                  </p:childTnLst>
                                </p:cTn>
                              </p:par>
                              <p:par>
                                <p:cTn id="323" presetID="1" presetClass="emph" presetSubtype="2" fill="hold" nodeType="withEffect">
                                  <p:stCondLst>
                                    <p:cond delay="0"/>
                                  </p:stCondLst>
                                  <p:childTnLst>
                                    <p:animClr clrSpc="rgb" dir="cw">
                                      <p:cBhvr>
                                        <p:cTn id="324" dur="500" fill="hold"/>
                                        <p:tgtEl>
                                          <p:spTgt spid="27"/>
                                        </p:tgtEl>
                                        <p:attrNameLst>
                                          <p:attrName>fillcolor</p:attrName>
                                        </p:attrNameLst>
                                      </p:cBhvr>
                                      <p:to>
                                        <a:srgbClr val="FFFFFF"/>
                                      </p:to>
                                    </p:animClr>
                                    <p:set>
                                      <p:cBhvr>
                                        <p:cTn id="325" dur="500" fill="hold"/>
                                        <p:tgtEl>
                                          <p:spTgt spid="27"/>
                                        </p:tgtEl>
                                        <p:attrNameLst>
                                          <p:attrName>fill.type</p:attrName>
                                        </p:attrNameLst>
                                      </p:cBhvr>
                                      <p:to>
                                        <p:strVal val="solid"/>
                                      </p:to>
                                    </p:set>
                                    <p:set>
                                      <p:cBhvr>
                                        <p:cTn id="326" dur="500" fill="hold"/>
                                        <p:tgtEl>
                                          <p:spTgt spid="27"/>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1" presetClass="emph" presetSubtype="2" fill="hold" nodeType="clickEffect">
                                  <p:stCondLst>
                                    <p:cond delay="0"/>
                                  </p:stCondLst>
                                  <p:childTnLst>
                                    <p:animClr clrSpc="rgb" dir="cw">
                                      <p:cBhvr>
                                        <p:cTn id="330" dur="500" fill="hold"/>
                                        <p:tgtEl>
                                          <p:spTgt spid="20"/>
                                        </p:tgtEl>
                                        <p:attrNameLst>
                                          <p:attrName>fillcolor</p:attrName>
                                        </p:attrNameLst>
                                      </p:cBhvr>
                                      <p:to>
                                        <a:srgbClr val="00B050"/>
                                      </p:to>
                                    </p:animClr>
                                    <p:set>
                                      <p:cBhvr>
                                        <p:cTn id="331" dur="500" fill="hold"/>
                                        <p:tgtEl>
                                          <p:spTgt spid="20"/>
                                        </p:tgtEl>
                                        <p:attrNameLst>
                                          <p:attrName>fill.type</p:attrName>
                                        </p:attrNameLst>
                                      </p:cBhvr>
                                      <p:to>
                                        <p:strVal val="solid"/>
                                      </p:to>
                                    </p:set>
                                    <p:set>
                                      <p:cBhvr>
                                        <p:cTn id="332" dur="500" fill="hold"/>
                                        <p:tgtEl>
                                          <p:spTgt spid="20"/>
                                        </p:tgtEl>
                                        <p:attrNameLst>
                                          <p:attrName>fill.on</p:attrName>
                                        </p:attrNameLst>
                                      </p:cBhvr>
                                      <p:to>
                                        <p:strVal val="true"/>
                                      </p:to>
                                    </p:set>
                                  </p:childTnLst>
                                </p:cTn>
                              </p:par>
                              <p:par>
                                <p:cTn id="333" presetID="1" presetClass="emph" presetSubtype="2" fill="hold" nodeType="withEffect">
                                  <p:stCondLst>
                                    <p:cond delay="0"/>
                                  </p:stCondLst>
                                  <p:childTnLst>
                                    <p:animClr clrSpc="rgb" dir="cw">
                                      <p:cBhvr>
                                        <p:cTn id="334" dur="500" fill="hold"/>
                                        <p:tgtEl>
                                          <p:spTgt spid="14"/>
                                        </p:tgtEl>
                                        <p:attrNameLst>
                                          <p:attrName>fillcolor</p:attrName>
                                        </p:attrNameLst>
                                      </p:cBhvr>
                                      <p:to>
                                        <a:srgbClr val="00B050"/>
                                      </p:to>
                                    </p:animClr>
                                    <p:set>
                                      <p:cBhvr>
                                        <p:cTn id="335" dur="500" fill="hold"/>
                                        <p:tgtEl>
                                          <p:spTgt spid="14"/>
                                        </p:tgtEl>
                                        <p:attrNameLst>
                                          <p:attrName>fill.type</p:attrName>
                                        </p:attrNameLst>
                                      </p:cBhvr>
                                      <p:to>
                                        <p:strVal val="solid"/>
                                      </p:to>
                                    </p:set>
                                    <p:set>
                                      <p:cBhvr>
                                        <p:cTn id="336" dur="500" fill="hold"/>
                                        <p:tgtEl>
                                          <p:spTgt spid="14"/>
                                        </p:tgtEl>
                                        <p:attrNameLst>
                                          <p:attrName>fill.on</p:attrName>
                                        </p:attrNameLst>
                                      </p:cBhvr>
                                      <p:to>
                                        <p:strVal val="true"/>
                                      </p:to>
                                    </p:set>
                                  </p:childTnLst>
                                </p:cTn>
                              </p:par>
                            </p:childTnLst>
                          </p:cTn>
                        </p:par>
                      </p:childTnLst>
                    </p:cTn>
                  </p:par>
                  <p:par>
                    <p:cTn id="337" fill="hold">
                      <p:stCondLst>
                        <p:cond delay="indefinite"/>
                      </p:stCondLst>
                      <p:childTnLst>
                        <p:par>
                          <p:cTn id="338" fill="hold">
                            <p:stCondLst>
                              <p:cond delay="0"/>
                            </p:stCondLst>
                            <p:childTnLst>
                              <p:par>
                                <p:cTn id="339" presetID="1" presetClass="emph" presetSubtype="2" fill="hold" nodeType="clickEffect">
                                  <p:stCondLst>
                                    <p:cond delay="0"/>
                                  </p:stCondLst>
                                  <p:childTnLst>
                                    <p:animClr clrSpc="rgb" dir="cw">
                                      <p:cBhvr>
                                        <p:cTn id="340" dur="500" fill="hold"/>
                                        <p:tgtEl>
                                          <p:spTgt spid="14"/>
                                        </p:tgtEl>
                                        <p:attrNameLst>
                                          <p:attrName>fillcolor</p:attrName>
                                        </p:attrNameLst>
                                      </p:cBhvr>
                                      <p:to>
                                        <a:srgbClr val="FFFFFF"/>
                                      </p:to>
                                    </p:animClr>
                                    <p:set>
                                      <p:cBhvr>
                                        <p:cTn id="341" dur="500" fill="hold"/>
                                        <p:tgtEl>
                                          <p:spTgt spid="14"/>
                                        </p:tgtEl>
                                        <p:attrNameLst>
                                          <p:attrName>fill.type</p:attrName>
                                        </p:attrNameLst>
                                      </p:cBhvr>
                                      <p:to>
                                        <p:strVal val="solid"/>
                                      </p:to>
                                    </p:set>
                                    <p:set>
                                      <p:cBhvr>
                                        <p:cTn id="342" dur="500" fill="hold"/>
                                        <p:tgtEl>
                                          <p:spTgt spid="14"/>
                                        </p:tgtEl>
                                        <p:attrNameLst>
                                          <p:attrName>fill.on</p:attrName>
                                        </p:attrNameLst>
                                      </p:cBhvr>
                                      <p:to>
                                        <p:strVal val="true"/>
                                      </p:to>
                                    </p:set>
                                  </p:childTnLst>
                                </p:cTn>
                              </p:par>
                              <p:par>
                                <p:cTn id="343" presetID="1" presetClass="emph" presetSubtype="2" fill="hold" nodeType="withEffect">
                                  <p:stCondLst>
                                    <p:cond delay="0"/>
                                  </p:stCondLst>
                                  <p:childTnLst>
                                    <p:animClr clrSpc="rgb" dir="cw">
                                      <p:cBhvr>
                                        <p:cTn id="344" dur="500" fill="hold"/>
                                        <p:tgtEl>
                                          <p:spTgt spid="20"/>
                                        </p:tgtEl>
                                        <p:attrNameLst>
                                          <p:attrName>fillcolor</p:attrName>
                                        </p:attrNameLst>
                                      </p:cBhvr>
                                      <p:to>
                                        <a:srgbClr val="FFFFFF"/>
                                      </p:to>
                                    </p:animClr>
                                    <p:set>
                                      <p:cBhvr>
                                        <p:cTn id="345" dur="500" fill="hold"/>
                                        <p:tgtEl>
                                          <p:spTgt spid="20"/>
                                        </p:tgtEl>
                                        <p:attrNameLst>
                                          <p:attrName>fill.type</p:attrName>
                                        </p:attrNameLst>
                                      </p:cBhvr>
                                      <p:to>
                                        <p:strVal val="solid"/>
                                      </p:to>
                                    </p:set>
                                    <p:set>
                                      <p:cBhvr>
                                        <p:cTn id="346" dur="500" fill="hold"/>
                                        <p:tgtEl>
                                          <p:spTgt spid="20"/>
                                        </p:tgtEl>
                                        <p:attrNameLst>
                                          <p:attrName>fill.on</p:attrName>
                                        </p:attrNameLst>
                                      </p:cBhvr>
                                      <p:to>
                                        <p:strVal val="true"/>
                                      </p:to>
                                    </p:set>
                                  </p:childTnLst>
                                </p:cTn>
                              </p:par>
                            </p:childTnLst>
                          </p:cTn>
                        </p:par>
                        <p:par>
                          <p:cTn id="347" fill="hold">
                            <p:stCondLst>
                              <p:cond delay="500"/>
                            </p:stCondLst>
                            <p:childTnLst>
                              <p:par>
                                <p:cTn id="348" presetID="1" presetClass="emph" presetSubtype="2" fill="hold" nodeType="afterEffect">
                                  <p:stCondLst>
                                    <p:cond delay="0"/>
                                  </p:stCondLst>
                                  <p:childTnLst>
                                    <p:animClr clrSpc="rgb" dir="cw">
                                      <p:cBhvr>
                                        <p:cTn id="349" dur="500" fill="hold"/>
                                        <p:tgtEl>
                                          <p:spTgt spid="15"/>
                                        </p:tgtEl>
                                        <p:attrNameLst>
                                          <p:attrName>fillcolor</p:attrName>
                                        </p:attrNameLst>
                                      </p:cBhvr>
                                      <p:to>
                                        <a:srgbClr val="00B050"/>
                                      </p:to>
                                    </p:animClr>
                                    <p:set>
                                      <p:cBhvr>
                                        <p:cTn id="350" dur="500" fill="hold"/>
                                        <p:tgtEl>
                                          <p:spTgt spid="15"/>
                                        </p:tgtEl>
                                        <p:attrNameLst>
                                          <p:attrName>fill.type</p:attrName>
                                        </p:attrNameLst>
                                      </p:cBhvr>
                                      <p:to>
                                        <p:strVal val="solid"/>
                                      </p:to>
                                    </p:set>
                                    <p:set>
                                      <p:cBhvr>
                                        <p:cTn id="351" dur="500" fill="hold"/>
                                        <p:tgtEl>
                                          <p:spTgt spid="15"/>
                                        </p:tgtEl>
                                        <p:attrNameLst>
                                          <p:attrName>fill.on</p:attrName>
                                        </p:attrNameLst>
                                      </p:cBhvr>
                                      <p:to>
                                        <p:strVal val="true"/>
                                      </p:to>
                                    </p:set>
                                  </p:childTnLst>
                                </p:cTn>
                              </p:par>
                              <p:par>
                                <p:cTn id="352" presetID="1" presetClass="emph" presetSubtype="2" fill="hold" nodeType="withEffect">
                                  <p:stCondLst>
                                    <p:cond delay="0"/>
                                  </p:stCondLst>
                                  <p:childTnLst>
                                    <p:animClr clrSpc="rgb" dir="cw">
                                      <p:cBhvr>
                                        <p:cTn id="353" dur="500" fill="hold"/>
                                        <p:tgtEl>
                                          <p:spTgt spid="21"/>
                                        </p:tgtEl>
                                        <p:attrNameLst>
                                          <p:attrName>fillcolor</p:attrName>
                                        </p:attrNameLst>
                                      </p:cBhvr>
                                      <p:to>
                                        <a:srgbClr val="00B050"/>
                                      </p:to>
                                    </p:animClr>
                                    <p:set>
                                      <p:cBhvr>
                                        <p:cTn id="354" dur="500" fill="hold"/>
                                        <p:tgtEl>
                                          <p:spTgt spid="21"/>
                                        </p:tgtEl>
                                        <p:attrNameLst>
                                          <p:attrName>fill.type</p:attrName>
                                        </p:attrNameLst>
                                      </p:cBhvr>
                                      <p:to>
                                        <p:strVal val="solid"/>
                                      </p:to>
                                    </p:set>
                                    <p:set>
                                      <p:cBhvr>
                                        <p:cTn id="355" dur="500" fill="hold"/>
                                        <p:tgtEl>
                                          <p:spTgt spid="21"/>
                                        </p:tgtEl>
                                        <p:attrNameLst>
                                          <p:attrName>fill.on</p:attrName>
                                        </p:attrNameLst>
                                      </p:cBhvr>
                                      <p:to>
                                        <p:strVal val="true"/>
                                      </p:to>
                                    </p:set>
                                  </p:childTnLst>
                                </p:cTn>
                              </p:par>
                            </p:childTnLst>
                          </p:cTn>
                        </p:par>
                      </p:childTnLst>
                    </p:cTn>
                  </p:par>
                  <p:par>
                    <p:cTn id="356" fill="hold">
                      <p:stCondLst>
                        <p:cond delay="indefinite"/>
                      </p:stCondLst>
                      <p:childTnLst>
                        <p:par>
                          <p:cTn id="357" fill="hold">
                            <p:stCondLst>
                              <p:cond delay="0"/>
                            </p:stCondLst>
                            <p:childTnLst>
                              <p:par>
                                <p:cTn id="358" presetID="1" presetClass="emph" presetSubtype="2" fill="hold" nodeType="clickEffect">
                                  <p:stCondLst>
                                    <p:cond delay="0"/>
                                  </p:stCondLst>
                                  <p:childTnLst>
                                    <p:animClr clrSpc="rgb" dir="cw">
                                      <p:cBhvr>
                                        <p:cTn id="359" dur="500" fill="hold"/>
                                        <p:tgtEl>
                                          <p:spTgt spid="15"/>
                                        </p:tgtEl>
                                        <p:attrNameLst>
                                          <p:attrName>fillcolor</p:attrName>
                                        </p:attrNameLst>
                                      </p:cBhvr>
                                      <p:to>
                                        <a:srgbClr val="FFFFFF"/>
                                      </p:to>
                                    </p:animClr>
                                    <p:set>
                                      <p:cBhvr>
                                        <p:cTn id="360" dur="500" fill="hold"/>
                                        <p:tgtEl>
                                          <p:spTgt spid="15"/>
                                        </p:tgtEl>
                                        <p:attrNameLst>
                                          <p:attrName>fill.type</p:attrName>
                                        </p:attrNameLst>
                                      </p:cBhvr>
                                      <p:to>
                                        <p:strVal val="solid"/>
                                      </p:to>
                                    </p:set>
                                    <p:set>
                                      <p:cBhvr>
                                        <p:cTn id="361" dur="500" fill="hold"/>
                                        <p:tgtEl>
                                          <p:spTgt spid="15"/>
                                        </p:tgtEl>
                                        <p:attrNameLst>
                                          <p:attrName>fill.on</p:attrName>
                                        </p:attrNameLst>
                                      </p:cBhvr>
                                      <p:to>
                                        <p:strVal val="true"/>
                                      </p:to>
                                    </p:set>
                                  </p:childTnLst>
                                </p:cTn>
                              </p:par>
                              <p:par>
                                <p:cTn id="362" presetID="1" presetClass="emph" presetSubtype="2" fill="hold" nodeType="withEffect">
                                  <p:stCondLst>
                                    <p:cond delay="0"/>
                                  </p:stCondLst>
                                  <p:childTnLst>
                                    <p:animClr clrSpc="rgb" dir="cw">
                                      <p:cBhvr>
                                        <p:cTn id="363" dur="500" fill="hold"/>
                                        <p:tgtEl>
                                          <p:spTgt spid="21"/>
                                        </p:tgtEl>
                                        <p:attrNameLst>
                                          <p:attrName>fillcolor</p:attrName>
                                        </p:attrNameLst>
                                      </p:cBhvr>
                                      <p:to>
                                        <a:srgbClr val="FFFFFF"/>
                                      </p:to>
                                    </p:animClr>
                                    <p:set>
                                      <p:cBhvr>
                                        <p:cTn id="364" dur="500" fill="hold"/>
                                        <p:tgtEl>
                                          <p:spTgt spid="21"/>
                                        </p:tgtEl>
                                        <p:attrNameLst>
                                          <p:attrName>fill.type</p:attrName>
                                        </p:attrNameLst>
                                      </p:cBhvr>
                                      <p:to>
                                        <p:strVal val="solid"/>
                                      </p:to>
                                    </p:set>
                                    <p:set>
                                      <p:cBhvr>
                                        <p:cTn id="365" dur="500" fill="hold"/>
                                        <p:tgtEl>
                                          <p:spTgt spid="21"/>
                                        </p:tgtEl>
                                        <p:attrNameLst>
                                          <p:attrName>fill.on</p:attrName>
                                        </p:attrNameLst>
                                      </p:cBhvr>
                                      <p:to>
                                        <p:strVal val="true"/>
                                      </p:to>
                                    </p:set>
                                  </p:childTnLst>
                                </p:cTn>
                              </p:par>
                            </p:childTnLst>
                          </p:cTn>
                        </p:par>
                        <p:par>
                          <p:cTn id="366" fill="hold">
                            <p:stCondLst>
                              <p:cond delay="500"/>
                            </p:stCondLst>
                            <p:childTnLst>
                              <p:par>
                                <p:cTn id="367" presetID="1" presetClass="emph" presetSubtype="2" fill="hold" nodeType="afterEffect">
                                  <p:stCondLst>
                                    <p:cond delay="0"/>
                                  </p:stCondLst>
                                  <p:childTnLst>
                                    <p:animClr clrSpc="rgb" dir="cw">
                                      <p:cBhvr>
                                        <p:cTn id="368" dur="500" fill="hold"/>
                                        <p:tgtEl>
                                          <p:spTgt spid="16"/>
                                        </p:tgtEl>
                                        <p:attrNameLst>
                                          <p:attrName>fillcolor</p:attrName>
                                        </p:attrNameLst>
                                      </p:cBhvr>
                                      <p:to>
                                        <a:srgbClr val="00B050"/>
                                      </p:to>
                                    </p:animClr>
                                    <p:set>
                                      <p:cBhvr>
                                        <p:cTn id="369" dur="500" fill="hold"/>
                                        <p:tgtEl>
                                          <p:spTgt spid="16"/>
                                        </p:tgtEl>
                                        <p:attrNameLst>
                                          <p:attrName>fill.type</p:attrName>
                                        </p:attrNameLst>
                                      </p:cBhvr>
                                      <p:to>
                                        <p:strVal val="solid"/>
                                      </p:to>
                                    </p:set>
                                    <p:set>
                                      <p:cBhvr>
                                        <p:cTn id="370" dur="500" fill="hold"/>
                                        <p:tgtEl>
                                          <p:spTgt spid="16"/>
                                        </p:tgtEl>
                                        <p:attrNameLst>
                                          <p:attrName>fill.on</p:attrName>
                                        </p:attrNameLst>
                                      </p:cBhvr>
                                      <p:to>
                                        <p:strVal val="true"/>
                                      </p:to>
                                    </p:set>
                                  </p:childTnLst>
                                </p:cTn>
                              </p:par>
                              <p:par>
                                <p:cTn id="371" presetID="1" presetClass="emph" presetSubtype="2" fill="hold" nodeType="withEffect">
                                  <p:stCondLst>
                                    <p:cond delay="0"/>
                                  </p:stCondLst>
                                  <p:childTnLst>
                                    <p:animClr clrSpc="rgb" dir="cw">
                                      <p:cBhvr>
                                        <p:cTn id="372" dur="500" fill="hold"/>
                                        <p:tgtEl>
                                          <p:spTgt spid="22"/>
                                        </p:tgtEl>
                                        <p:attrNameLst>
                                          <p:attrName>fillcolor</p:attrName>
                                        </p:attrNameLst>
                                      </p:cBhvr>
                                      <p:to>
                                        <a:srgbClr val="00B050"/>
                                      </p:to>
                                    </p:animClr>
                                    <p:set>
                                      <p:cBhvr>
                                        <p:cTn id="373" dur="500" fill="hold"/>
                                        <p:tgtEl>
                                          <p:spTgt spid="22"/>
                                        </p:tgtEl>
                                        <p:attrNameLst>
                                          <p:attrName>fill.type</p:attrName>
                                        </p:attrNameLst>
                                      </p:cBhvr>
                                      <p:to>
                                        <p:strVal val="solid"/>
                                      </p:to>
                                    </p:set>
                                    <p:set>
                                      <p:cBhvr>
                                        <p:cTn id="374" dur="500" fill="hold"/>
                                        <p:tgtEl>
                                          <p:spTgt spid="22"/>
                                        </p:tgtEl>
                                        <p:attrNameLst>
                                          <p:attrName>fill.on</p:attrName>
                                        </p:attrNameLst>
                                      </p:cBhvr>
                                      <p:to>
                                        <p:strVal val="true"/>
                                      </p:to>
                                    </p:set>
                                  </p:childTnLst>
                                </p:cTn>
                              </p:par>
                            </p:childTnLst>
                          </p:cTn>
                        </p:par>
                      </p:childTnLst>
                    </p:cTn>
                  </p:par>
                  <p:par>
                    <p:cTn id="375" fill="hold">
                      <p:stCondLst>
                        <p:cond delay="indefinite"/>
                      </p:stCondLst>
                      <p:childTnLst>
                        <p:par>
                          <p:cTn id="376" fill="hold">
                            <p:stCondLst>
                              <p:cond delay="0"/>
                            </p:stCondLst>
                            <p:childTnLst>
                              <p:par>
                                <p:cTn id="377" presetID="1" presetClass="emph" presetSubtype="2" fill="hold" nodeType="clickEffect">
                                  <p:stCondLst>
                                    <p:cond delay="0"/>
                                  </p:stCondLst>
                                  <p:childTnLst>
                                    <p:animClr clrSpc="rgb" dir="cw">
                                      <p:cBhvr>
                                        <p:cTn id="378" dur="500" fill="hold"/>
                                        <p:tgtEl>
                                          <p:spTgt spid="16"/>
                                        </p:tgtEl>
                                        <p:attrNameLst>
                                          <p:attrName>fillcolor</p:attrName>
                                        </p:attrNameLst>
                                      </p:cBhvr>
                                      <p:to>
                                        <a:srgbClr val="FFFFFF"/>
                                      </p:to>
                                    </p:animClr>
                                    <p:set>
                                      <p:cBhvr>
                                        <p:cTn id="379" dur="500" fill="hold"/>
                                        <p:tgtEl>
                                          <p:spTgt spid="16"/>
                                        </p:tgtEl>
                                        <p:attrNameLst>
                                          <p:attrName>fill.type</p:attrName>
                                        </p:attrNameLst>
                                      </p:cBhvr>
                                      <p:to>
                                        <p:strVal val="solid"/>
                                      </p:to>
                                    </p:set>
                                    <p:set>
                                      <p:cBhvr>
                                        <p:cTn id="380" dur="500" fill="hold"/>
                                        <p:tgtEl>
                                          <p:spTgt spid="16"/>
                                        </p:tgtEl>
                                        <p:attrNameLst>
                                          <p:attrName>fill.on</p:attrName>
                                        </p:attrNameLst>
                                      </p:cBhvr>
                                      <p:to>
                                        <p:strVal val="true"/>
                                      </p:to>
                                    </p:set>
                                  </p:childTnLst>
                                </p:cTn>
                              </p:par>
                              <p:par>
                                <p:cTn id="381" presetID="1" presetClass="emph" presetSubtype="2" fill="hold" nodeType="withEffect">
                                  <p:stCondLst>
                                    <p:cond delay="0"/>
                                  </p:stCondLst>
                                  <p:childTnLst>
                                    <p:animClr clrSpc="rgb" dir="cw">
                                      <p:cBhvr>
                                        <p:cTn id="382" dur="500" fill="hold"/>
                                        <p:tgtEl>
                                          <p:spTgt spid="22"/>
                                        </p:tgtEl>
                                        <p:attrNameLst>
                                          <p:attrName>fillcolor</p:attrName>
                                        </p:attrNameLst>
                                      </p:cBhvr>
                                      <p:to>
                                        <a:srgbClr val="FFFFFF"/>
                                      </p:to>
                                    </p:animClr>
                                    <p:set>
                                      <p:cBhvr>
                                        <p:cTn id="383" dur="500" fill="hold"/>
                                        <p:tgtEl>
                                          <p:spTgt spid="22"/>
                                        </p:tgtEl>
                                        <p:attrNameLst>
                                          <p:attrName>fill.type</p:attrName>
                                        </p:attrNameLst>
                                      </p:cBhvr>
                                      <p:to>
                                        <p:strVal val="solid"/>
                                      </p:to>
                                    </p:set>
                                    <p:set>
                                      <p:cBhvr>
                                        <p:cTn id="384" dur="500" fill="hold"/>
                                        <p:tgtEl>
                                          <p:spTgt spid="22"/>
                                        </p:tgtEl>
                                        <p:attrNameLst>
                                          <p:attrName>fill.on</p:attrName>
                                        </p:attrNameLst>
                                      </p:cBhvr>
                                      <p:to>
                                        <p:strVal val="true"/>
                                      </p:to>
                                    </p:set>
                                  </p:childTnLst>
                                </p:cTn>
                              </p:par>
                            </p:childTnLst>
                          </p:cTn>
                        </p:par>
                      </p:childTnLst>
                    </p:cTn>
                  </p:par>
                  <p:par>
                    <p:cTn id="385" fill="hold">
                      <p:stCondLst>
                        <p:cond delay="indefinite"/>
                      </p:stCondLst>
                      <p:childTnLst>
                        <p:par>
                          <p:cTn id="386" fill="hold">
                            <p:stCondLst>
                              <p:cond delay="0"/>
                            </p:stCondLst>
                            <p:childTnLst>
                              <p:par>
                                <p:cTn id="387" presetID="1" presetClass="emph" presetSubtype="2" fill="hold" grpId="1" nodeType="clickEffect">
                                  <p:stCondLst>
                                    <p:cond delay="0"/>
                                  </p:stCondLst>
                                  <p:childTnLst>
                                    <p:animClr clrSpc="rgb" dir="cw">
                                      <p:cBhvr>
                                        <p:cTn id="388" dur="500" fill="hold"/>
                                        <p:tgtEl>
                                          <p:spTgt spid="11"/>
                                        </p:tgtEl>
                                        <p:attrNameLst>
                                          <p:attrName>fillcolor</p:attrName>
                                        </p:attrNameLst>
                                      </p:cBhvr>
                                      <p:to>
                                        <a:srgbClr val="00B050"/>
                                      </p:to>
                                    </p:animClr>
                                    <p:set>
                                      <p:cBhvr>
                                        <p:cTn id="389" dur="500" fill="hold"/>
                                        <p:tgtEl>
                                          <p:spTgt spid="11"/>
                                        </p:tgtEl>
                                        <p:attrNameLst>
                                          <p:attrName>fill.type</p:attrName>
                                        </p:attrNameLst>
                                      </p:cBhvr>
                                      <p:to>
                                        <p:strVal val="solid"/>
                                      </p:to>
                                    </p:set>
                                    <p:set>
                                      <p:cBhvr>
                                        <p:cTn id="390" dur="500" fill="hold"/>
                                        <p:tgtEl>
                                          <p:spTgt spid="11"/>
                                        </p:tgtEl>
                                        <p:attrNameLst>
                                          <p:attrName>fill.on</p:attrName>
                                        </p:attrNameLst>
                                      </p:cBhvr>
                                      <p:to>
                                        <p:strVal val="true"/>
                                      </p:to>
                                    </p:set>
                                  </p:childTnLst>
                                </p:cTn>
                              </p:par>
                              <p:par>
                                <p:cTn id="391" presetID="1" presetClass="emph" presetSubtype="2" fill="hold" grpId="1" nodeType="withEffect">
                                  <p:stCondLst>
                                    <p:cond delay="0"/>
                                  </p:stCondLst>
                                  <p:childTnLst>
                                    <p:animClr clrSpc="rgb" dir="cw">
                                      <p:cBhvr>
                                        <p:cTn id="392" dur="500" fill="hold"/>
                                        <p:tgtEl>
                                          <p:spTgt spid="17"/>
                                        </p:tgtEl>
                                        <p:attrNameLst>
                                          <p:attrName>fillcolor</p:attrName>
                                        </p:attrNameLst>
                                      </p:cBhvr>
                                      <p:to>
                                        <a:srgbClr val="00B050"/>
                                      </p:to>
                                    </p:animClr>
                                    <p:set>
                                      <p:cBhvr>
                                        <p:cTn id="393" dur="500" fill="hold"/>
                                        <p:tgtEl>
                                          <p:spTgt spid="17"/>
                                        </p:tgtEl>
                                        <p:attrNameLst>
                                          <p:attrName>fill.type</p:attrName>
                                        </p:attrNameLst>
                                      </p:cBhvr>
                                      <p:to>
                                        <p:strVal val="solid"/>
                                      </p:to>
                                    </p:set>
                                    <p:set>
                                      <p:cBhvr>
                                        <p:cTn id="394" dur="500" fill="hold"/>
                                        <p:tgtEl>
                                          <p:spTgt spid="17"/>
                                        </p:tgtEl>
                                        <p:attrNameLst>
                                          <p:attrName>fill.on</p:attrName>
                                        </p:attrNameLst>
                                      </p:cBhvr>
                                      <p:to>
                                        <p:strVal val="true"/>
                                      </p:to>
                                    </p:set>
                                  </p:childTnLst>
                                </p:cTn>
                              </p:par>
                            </p:childTnLst>
                          </p:cTn>
                        </p:par>
                        <p:par>
                          <p:cTn id="395" fill="hold">
                            <p:stCondLst>
                              <p:cond delay="500"/>
                            </p:stCondLst>
                            <p:childTnLst>
                              <p:par>
                                <p:cTn id="396" presetID="1" presetClass="emph" presetSubtype="2" fill="hold" nodeType="afterEffect">
                                  <p:stCondLst>
                                    <p:cond delay="0"/>
                                  </p:stCondLst>
                                  <p:childTnLst>
                                    <p:animClr clrSpc="rgb" dir="cw">
                                      <p:cBhvr>
                                        <p:cTn id="397" dur="500" fill="hold"/>
                                        <p:tgtEl>
                                          <p:spTgt spid="18"/>
                                        </p:tgtEl>
                                        <p:attrNameLst>
                                          <p:attrName>fillcolor</p:attrName>
                                        </p:attrNameLst>
                                      </p:cBhvr>
                                      <p:to>
                                        <a:srgbClr val="00B050"/>
                                      </p:to>
                                    </p:animClr>
                                    <p:set>
                                      <p:cBhvr>
                                        <p:cTn id="398" dur="500" fill="hold"/>
                                        <p:tgtEl>
                                          <p:spTgt spid="18"/>
                                        </p:tgtEl>
                                        <p:attrNameLst>
                                          <p:attrName>fill.type</p:attrName>
                                        </p:attrNameLst>
                                      </p:cBhvr>
                                      <p:to>
                                        <p:strVal val="solid"/>
                                      </p:to>
                                    </p:set>
                                    <p:set>
                                      <p:cBhvr>
                                        <p:cTn id="399" dur="500" fill="hold"/>
                                        <p:tgtEl>
                                          <p:spTgt spid="18"/>
                                        </p:tgtEl>
                                        <p:attrNameLst>
                                          <p:attrName>fill.on</p:attrName>
                                        </p:attrNameLst>
                                      </p:cBhvr>
                                      <p:to>
                                        <p:strVal val="true"/>
                                      </p:to>
                                    </p:set>
                                  </p:childTnLst>
                                </p:cTn>
                              </p:par>
                              <p:par>
                                <p:cTn id="400" presetID="1" presetClass="emph" presetSubtype="2" fill="hold" nodeType="withEffect">
                                  <p:stCondLst>
                                    <p:cond delay="0"/>
                                  </p:stCondLst>
                                  <p:childTnLst>
                                    <p:animClr clrSpc="rgb" dir="cw">
                                      <p:cBhvr>
                                        <p:cTn id="401" dur="500" fill="hold"/>
                                        <p:tgtEl>
                                          <p:spTgt spid="12"/>
                                        </p:tgtEl>
                                        <p:attrNameLst>
                                          <p:attrName>fillcolor</p:attrName>
                                        </p:attrNameLst>
                                      </p:cBhvr>
                                      <p:to>
                                        <a:srgbClr val="00B050"/>
                                      </p:to>
                                    </p:animClr>
                                    <p:set>
                                      <p:cBhvr>
                                        <p:cTn id="402" dur="500" fill="hold"/>
                                        <p:tgtEl>
                                          <p:spTgt spid="12"/>
                                        </p:tgtEl>
                                        <p:attrNameLst>
                                          <p:attrName>fill.type</p:attrName>
                                        </p:attrNameLst>
                                      </p:cBhvr>
                                      <p:to>
                                        <p:strVal val="solid"/>
                                      </p:to>
                                    </p:set>
                                    <p:set>
                                      <p:cBhvr>
                                        <p:cTn id="403" dur="500" fill="hold"/>
                                        <p:tgtEl>
                                          <p:spTgt spid="12"/>
                                        </p:tgtEl>
                                        <p:attrNameLst>
                                          <p:attrName>fill.on</p:attrName>
                                        </p:attrNameLst>
                                      </p:cBhvr>
                                      <p:to>
                                        <p:strVal val="true"/>
                                      </p:to>
                                    </p:set>
                                  </p:childTnLst>
                                </p:cTn>
                              </p:par>
                            </p:childTnLst>
                          </p:cTn>
                        </p:par>
                        <p:par>
                          <p:cTn id="404" fill="hold">
                            <p:stCondLst>
                              <p:cond delay="1000"/>
                            </p:stCondLst>
                            <p:childTnLst>
                              <p:par>
                                <p:cTn id="405" presetID="1" presetClass="emph" presetSubtype="2" fill="hold" nodeType="afterEffect">
                                  <p:stCondLst>
                                    <p:cond delay="0"/>
                                  </p:stCondLst>
                                  <p:childTnLst>
                                    <p:animClr clrSpc="rgb" dir="cw">
                                      <p:cBhvr>
                                        <p:cTn id="406" dur="500" fill="hold"/>
                                        <p:tgtEl>
                                          <p:spTgt spid="19"/>
                                        </p:tgtEl>
                                        <p:attrNameLst>
                                          <p:attrName>fillcolor</p:attrName>
                                        </p:attrNameLst>
                                      </p:cBhvr>
                                      <p:to>
                                        <a:srgbClr val="00B050"/>
                                      </p:to>
                                    </p:animClr>
                                    <p:set>
                                      <p:cBhvr>
                                        <p:cTn id="407" dur="500" fill="hold"/>
                                        <p:tgtEl>
                                          <p:spTgt spid="19"/>
                                        </p:tgtEl>
                                        <p:attrNameLst>
                                          <p:attrName>fill.type</p:attrName>
                                        </p:attrNameLst>
                                      </p:cBhvr>
                                      <p:to>
                                        <p:strVal val="solid"/>
                                      </p:to>
                                    </p:set>
                                    <p:set>
                                      <p:cBhvr>
                                        <p:cTn id="408" dur="500" fill="hold"/>
                                        <p:tgtEl>
                                          <p:spTgt spid="19"/>
                                        </p:tgtEl>
                                        <p:attrNameLst>
                                          <p:attrName>fill.on</p:attrName>
                                        </p:attrNameLst>
                                      </p:cBhvr>
                                      <p:to>
                                        <p:strVal val="true"/>
                                      </p:to>
                                    </p:set>
                                  </p:childTnLst>
                                </p:cTn>
                              </p:par>
                              <p:par>
                                <p:cTn id="409" presetID="1" presetClass="emph" presetSubtype="2" fill="hold" nodeType="withEffect">
                                  <p:stCondLst>
                                    <p:cond delay="0"/>
                                  </p:stCondLst>
                                  <p:childTnLst>
                                    <p:animClr clrSpc="rgb" dir="cw">
                                      <p:cBhvr>
                                        <p:cTn id="410" dur="500" fill="hold"/>
                                        <p:tgtEl>
                                          <p:spTgt spid="13"/>
                                        </p:tgtEl>
                                        <p:attrNameLst>
                                          <p:attrName>fillcolor</p:attrName>
                                        </p:attrNameLst>
                                      </p:cBhvr>
                                      <p:to>
                                        <a:srgbClr val="00B050"/>
                                      </p:to>
                                    </p:animClr>
                                    <p:set>
                                      <p:cBhvr>
                                        <p:cTn id="411" dur="500" fill="hold"/>
                                        <p:tgtEl>
                                          <p:spTgt spid="13"/>
                                        </p:tgtEl>
                                        <p:attrNameLst>
                                          <p:attrName>fill.type</p:attrName>
                                        </p:attrNameLst>
                                      </p:cBhvr>
                                      <p:to>
                                        <p:strVal val="solid"/>
                                      </p:to>
                                    </p:set>
                                    <p:set>
                                      <p:cBhvr>
                                        <p:cTn id="412" dur="500" fill="hold"/>
                                        <p:tgtEl>
                                          <p:spTgt spid="13"/>
                                        </p:tgtEl>
                                        <p:attrNameLst>
                                          <p:attrName>fill.on</p:attrName>
                                        </p:attrNameLst>
                                      </p:cBhvr>
                                      <p:to>
                                        <p:strVal val="true"/>
                                      </p:to>
                                    </p:set>
                                  </p:childTnLst>
                                </p:cTn>
                              </p:par>
                            </p:childTnLst>
                          </p:cTn>
                        </p:par>
                        <p:par>
                          <p:cTn id="413" fill="hold">
                            <p:stCondLst>
                              <p:cond delay="1500"/>
                            </p:stCondLst>
                            <p:childTnLst>
                              <p:par>
                                <p:cTn id="414" presetID="1" presetClass="emph" presetSubtype="2" fill="hold" nodeType="afterEffect">
                                  <p:stCondLst>
                                    <p:cond delay="0"/>
                                  </p:stCondLst>
                                  <p:childTnLst>
                                    <p:animClr clrSpc="rgb" dir="cw">
                                      <p:cBhvr>
                                        <p:cTn id="415" dur="500" fill="hold"/>
                                        <p:tgtEl>
                                          <p:spTgt spid="20"/>
                                        </p:tgtEl>
                                        <p:attrNameLst>
                                          <p:attrName>fillcolor</p:attrName>
                                        </p:attrNameLst>
                                      </p:cBhvr>
                                      <p:to>
                                        <a:srgbClr val="00B050"/>
                                      </p:to>
                                    </p:animClr>
                                    <p:set>
                                      <p:cBhvr>
                                        <p:cTn id="416" dur="500" fill="hold"/>
                                        <p:tgtEl>
                                          <p:spTgt spid="20"/>
                                        </p:tgtEl>
                                        <p:attrNameLst>
                                          <p:attrName>fill.type</p:attrName>
                                        </p:attrNameLst>
                                      </p:cBhvr>
                                      <p:to>
                                        <p:strVal val="solid"/>
                                      </p:to>
                                    </p:set>
                                    <p:set>
                                      <p:cBhvr>
                                        <p:cTn id="417" dur="500" fill="hold"/>
                                        <p:tgtEl>
                                          <p:spTgt spid="20"/>
                                        </p:tgtEl>
                                        <p:attrNameLst>
                                          <p:attrName>fill.on</p:attrName>
                                        </p:attrNameLst>
                                      </p:cBhvr>
                                      <p:to>
                                        <p:strVal val="true"/>
                                      </p:to>
                                    </p:set>
                                  </p:childTnLst>
                                </p:cTn>
                              </p:par>
                              <p:par>
                                <p:cTn id="418" presetID="1" presetClass="emph" presetSubtype="2" fill="hold" nodeType="withEffect">
                                  <p:stCondLst>
                                    <p:cond delay="0"/>
                                  </p:stCondLst>
                                  <p:childTnLst>
                                    <p:animClr clrSpc="rgb" dir="cw">
                                      <p:cBhvr>
                                        <p:cTn id="419" dur="500" fill="hold"/>
                                        <p:tgtEl>
                                          <p:spTgt spid="14"/>
                                        </p:tgtEl>
                                        <p:attrNameLst>
                                          <p:attrName>fillcolor</p:attrName>
                                        </p:attrNameLst>
                                      </p:cBhvr>
                                      <p:to>
                                        <a:srgbClr val="00B050"/>
                                      </p:to>
                                    </p:animClr>
                                    <p:set>
                                      <p:cBhvr>
                                        <p:cTn id="420" dur="500" fill="hold"/>
                                        <p:tgtEl>
                                          <p:spTgt spid="14"/>
                                        </p:tgtEl>
                                        <p:attrNameLst>
                                          <p:attrName>fill.type</p:attrName>
                                        </p:attrNameLst>
                                      </p:cBhvr>
                                      <p:to>
                                        <p:strVal val="solid"/>
                                      </p:to>
                                    </p:set>
                                    <p:set>
                                      <p:cBhvr>
                                        <p:cTn id="421" dur="500" fill="hold"/>
                                        <p:tgtEl>
                                          <p:spTgt spid="14"/>
                                        </p:tgtEl>
                                        <p:attrNameLst>
                                          <p:attrName>fill.on</p:attrName>
                                        </p:attrNameLst>
                                      </p:cBhvr>
                                      <p:to>
                                        <p:strVal val="true"/>
                                      </p:to>
                                    </p:set>
                                  </p:childTnLst>
                                </p:cTn>
                              </p:par>
                            </p:childTnLst>
                          </p:cTn>
                        </p:par>
                        <p:par>
                          <p:cTn id="422" fill="hold">
                            <p:stCondLst>
                              <p:cond delay="2000"/>
                            </p:stCondLst>
                            <p:childTnLst>
                              <p:par>
                                <p:cTn id="423" presetID="1" presetClass="emph" presetSubtype="2" fill="hold" nodeType="afterEffect">
                                  <p:stCondLst>
                                    <p:cond delay="0"/>
                                  </p:stCondLst>
                                  <p:childTnLst>
                                    <p:animClr clrSpc="rgb" dir="cw">
                                      <p:cBhvr>
                                        <p:cTn id="424" dur="500" fill="hold"/>
                                        <p:tgtEl>
                                          <p:spTgt spid="21"/>
                                        </p:tgtEl>
                                        <p:attrNameLst>
                                          <p:attrName>fillcolor</p:attrName>
                                        </p:attrNameLst>
                                      </p:cBhvr>
                                      <p:to>
                                        <a:srgbClr val="00B050"/>
                                      </p:to>
                                    </p:animClr>
                                    <p:set>
                                      <p:cBhvr>
                                        <p:cTn id="425" dur="500" fill="hold"/>
                                        <p:tgtEl>
                                          <p:spTgt spid="21"/>
                                        </p:tgtEl>
                                        <p:attrNameLst>
                                          <p:attrName>fill.type</p:attrName>
                                        </p:attrNameLst>
                                      </p:cBhvr>
                                      <p:to>
                                        <p:strVal val="solid"/>
                                      </p:to>
                                    </p:set>
                                    <p:set>
                                      <p:cBhvr>
                                        <p:cTn id="426" dur="500" fill="hold"/>
                                        <p:tgtEl>
                                          <p:spTgt spid="21"/>
                                        </p:tgtEl>
                                        <p:attrNameLst>
                                          <p:attrName>fill.on</p:attrName>
                                        </p:attrNameLst>
                                      </p:cBhvr>
                                      <p:to>
                                        <p:strVal val="true"/>
                                      </p:to>
                                    </p:set>
                                  </p:childTnLst>
                                </p:cTn>
                              </p:par>
                              <p:par>
                                <p:cTn id="427" presetID="1" presetClass="emph" presetSubtype="2" fill="hold" nodeType="withEffect">
                                  <p:stCondLst>
                                    <p:cond delay="0"/>
                                  </p:stCondLst>
                                  <p:childTnLst>
                                    <p:animClr clrSpc="rgb" dir="cw">
                                      <p:cBhvr>
                                        <p:cTn id="428" dur="500" fill="hold"/>
                                        <p:tgtEl>
                                          <p:spTgt spid="15"/>
                                        </p:tgtEl>
                                        <p:attrNameLst>
                                          <p:attrName>fillcolor</p:attrName>
                                        </p:attrNameLst>
                                      </p:cBhvr>
                                      <p:to>
                                        <a:srgbClr val="00B050"/>
                                      </p:to>
                                    </p:animClr>
                                    <p:set>
                                      <p:cBhvr>
                                        <p:cTn id="429" dur="500" fill="hold"/>
                                        <p:tgtEl>
                                          <p:spTgt spid="15"/>
                                        </p:tgtEl>
                                        <p:attrNameLst>
                                          <p:attrName>fill.type</p:attrName>
                                        </p:attrNameLst>
                                      </p:cBhvr>
                                      <p:to>
                                        <p:strVal val="solid"/>
                                      </p:to>
                                    </p:set>
                                    <p:set>
                                      <p:cBhvr>
                                        <p:cTn id="430" dur="500" fill="hold"/>
                                        <p:tgtEl>
                                          <p:spTgt spid="15"/>
                                        </p:tgtEl>
                                        <p:attrNameLst>
                                          <p:attrName>fill.on</p:attrName>
                                        </p:attrNameLst>
                                      </p:cBhvr>
                                      <p:to>
                                        <p:strVal val="true"/>
                                      </p:to>
                                    </p:set>
                                  </p:childTnLst>
                                </p:cTn>
                              </p:par>
                            </p:childTnLst>
                          </p:cTn>
                        </p:par>
                        <p:par>
                          <p:cTn id="431" fill="hold">
                            <p:stCondLst>
                              <p:cond delay="2500"/>
                            </p:stCondLst>
                            <p:childTnLst>
                              <p:par>
                                <p:cTn id="432" presetID="1" presetClass="emph" presetSubtype="2" fill="hold" nodeType="afterEffect">
                                  <p:stCondLst>
                                    <p:cond delay="0"/>
                                  </p:stCondLst>
                                  <p:childTnLst>
                                    <p:animClr clrSpc="rgb" dir="cw">
                                      <p:cBhvr>
                                        <p:cTn id="433" dur="500" fill="hold"/>
                                        <p:tgtEl>
                                          <p:spTgt spid="22"/>
                                        </p:tgtEl>
                                        <p:attrNameLst>
                                          <p:attrName>fillcolor</p:attrName>
                                        </p:attrNameLst>
                                      </p:cBhvr>
                                      <p:to>
                                        <a:srgbClr val="00B050"/>
                                      </p:to>
                                    </p:animClr>
                                    <p:set>
                                      <p:cBhvr>
                                        <p:cTn id="434" dur="500" fill="hold"/>
                                        <p:tgtEl>
                                          <p:spTgt spid="22"/>
                                        </p:tgtEl>
                                        <p:attrNameLst>
                                          <p:attrName>fill.type</p:attrName>
                                        </p:attrNameLst>
                                      </p:cBhvr>
                                      <p:to>
                                        <p:strVal val="solid"/>
                                      </p:to>
                                    </p:set>
                                    <p:set>
                                      <p:cBhvr>
                                        <p:cTn id="435" dur="500" fill="hold"/>
                                        <p:tgtEl>
                                          <p:spTgt spid="22"/>
                                        </p:tgtEl>
                                        <p:attrNameLst>
                                          <p:attrName>fill.on</p:attrName>
                                        </p:attrNameLst>
                                      </p:cBhvr>
                                      <p:to>
                                        <p:strVal val="true"/>
                                      </p:to>
                                    </p:set>
                                  </p:childTnLst>
                                </p:cTn>
                              </p:par>
                              <p:par>
                                <p:cTn id="436" presetID="1" presetClass="emph" presetSubtype="2" fill="hold" nodeType="withEffect">
                                  <p:stCondLst>
                                    <p:cond delay="0"/>
                                  </p:stCondLst>
                                  <p:childTnLst>
                                    <p:animClr clrSpc="rgb" dir="cw">
                                      <p:cBhvr>
                                        <p:cTn id="437" dur="500" fill="hold"/>
                                        <p:tgtEl>
                                          <p:spTgt spid="16"/>
                                        </p:tgtEl>
                                        <p:attrNameLst>
                                          <p:attrName>fillcolor</p:attrName>
                                        </p:attrNameLst>
                                      </p:cBhvr>
                                      <p:to>
                                        <a:srgbClr val="00B050"/>
                                      </p:to>
                                    </p:animClr>
                                    <p:set>
                                      <p:cBhvr>
                                        <p:cTn id="438" dur="500" fill="hold"/>
                                        <p:tgtEl>
                                          <p:spTgt spid="16"/>
                                        </p:tgtEl>
                                        <p:attrNameLst>
                                          <p:attrName>fill.type</p:attrName>
                                        </p:attrNameLst>
                                      </p:cBhvr>
                                      <p:to>
                                        <p:strVal val="solid"/>
                                      </p:to>
                                    </p:set>
                                    <p:set>
                                      <p:cBhvr>
                                        <p:cTn id="439" dur="500" fill="hold"/>
                                        <p:tgtEl>
                                          <p:spTgt spid="16"/>
                                        </p:tgtEl>
                                        <p:attrNameLst>
                                          <p:attrName>fill.on</p:attrName>
                                        </p:attrNameLst>
                                      </p:cBhvr>
                                      <p:to>
                                        <p:strVal val="true"/>
                                      </p:to>
                                    </p:set>
                                  </p:childTnLst>
                                </p:cTn>
                              </p:par>
                            </p:childTnLst>
                          </p:cTn>
                        </p:par>
                      </p:childTnLst>
                    </p:cTn>
                  </p:par>
                  <p:par>
                    <p:cTn id="440" fill="hold">
                      <p:stCondLst>
                        <p:cond delay="indefinite"/>
                      </p:stCondLst>
                      <p:childTnLst>
                        <p:par>
                          <p:cTn id="441" fill="hold">
                            <p:stCondLst>
                              <p:cond delay="0"/>
                            </p:stCondLst>
                            <p:childTnLst>
                              <p:par>
                                <p:cTn id="442" presetID="2" presetClass="entr" presetSubtype="4" fill="hold" grpId="0" nodeType="clickEffect">
                                  <p:stCondLst>
                                    <p:cond delay="0"/>
                                  </p:stCondLst>
                                  <p:childTnLst>
                                    <p:set>
                                      <p:cBhvr>
                                        <p:cTn id="443" dur="1" fill="hold">
                                          <p:stCondLst>
                                            <p:cond delay="0"/>
                                          </p:stCondLst>
                                        </p:cTn>
                                        <p:tgtEl>
                                          <p:spTgt spid="41"/>
                                        </p:tgtEl>
                                        <p:attrNameLst>
                                          <p:attrName>style.visibility</p:attrName>
                                        </p:attrNameLst>
                                      </p:cBhvr>
                                      <p:to>
                                        <p:strVal val="visible"/>
                                      </p:to>
                                    </p:set>
                                    <p:anim calcmode="lin" valueType="num">
                                      <p:cBhvr additive="base">
                                        <p:cTn id="444" dur="500" fill="hold"/>
                                        <p:tgtEl>
                                          <p:spTgt spid="41"/>
                                        </p:tgtEl>
                                        <p:attrNameLst>
                                          <p:attrName>ppt_x</p:attrName>
                                        </p:attrNameLst>
                                      </p:cBhvr>
                                      <p:tavLst>
                                        <p:tav tm="0">
                                          <p:val>
                                            <p:strVal val="#ppt_x"/>
                                          </p:val>
                                        </p:tav>
                                        <p:tav tm="100000">
                                          <p:val>
                                            <p:strVal val="#ppt_x"/>
                                          </p:val>
                                        </p:tav>
                                      </p:tavLst>
                                    </p:anim>
                                    <p:anim calcmode="lin" valueType="num">
                                      <p:cBhvr additive="base">
                                        <p:cTn id="445"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446" fill="hold">
                      <p:stCondLst>
                        <p:cond delay="indefinite"/>
                      </p:stCondLst>
                      <p:childTnLst>
                        <p:par>
                          <p:cTn id="447" fill="hold">
                            <p:stCondLst>
                              <p:cond delay="0"/>
                            </p:stCondLst>
                            <p:childTnLst>
                              <p:par>
                                <p:cTn id="448" presetID="2" presetClass="entr" presetSubtype="2" fill="hold" grpId="0" nodeType="clickEffect">
                                  <p:stCondLst>
                                    <p:cond delay="0"/>
                                  </p:stCondLst>
                                  <p:childTnLst>
                                    <p:set>
                                      <p:cBhvr>
                                        <p:cTn id="449" dur="1" fill="hold">
                                          <p:stCondLst>
                                            <p:cond delay="0"/>
                                          </p:stCondLst>
                                        </p:cTn>
                                        <p:tgtEl>
                                          <p:spTgt spid="42"/>
                                        </p:tgtEl>
                                        <p:attrNameLst>
                                          <p:attrName>style.visibility</p:attrName>
                                        </p:attrNameLst>
                                      </p:cBhvr>
                                      <p:to>
                                        <p:strVal val="visible"/>
                                      </p:to>
                                    </p:set>
                                    <p:anim calcmode="lin" valueType="num">
                                      <p:cBhvr additive="base">
                                        <p:cTn id="450" dur="500" fill="hold"/>
                                        <p:tgtEl>
                                          <p:spTgt spid="42"/>
                                        </p:tgtEl>
                                        <p:attrNameLst>
                                          <p:attrName>ppt_x</p:attrName>
                                        </p:attrNameLst>
                                      </p:cBhvr>
                                      <p:tavLst>
                                        <p:tav tm="0">
                                          <p:val>
                                            <p:strVal val="1+#ppt_w/2"/>
                                          </p:val>
                                        </p:tav>
                                        <p:tav tm="100000">
                                          <p:val>
                                            <p:strVal val="#ppt_x"/>
                                          </p:val>
                                        </p:tav>
                                      </p:tavLst>
                                    </p:anim>
                                    <p:anim calcmode="lin" valueType="num">
                                      <p:cBhvr additive="base">
                                        <p:cTn id="451"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452" fill="hold">
                      <p:stCondLst>
                        <p:cond delay="indefinite"/>
                      </p:stCondLst>
                      <p:childTnLst>
                        <p:par>
                          <p:cTn id="453" fill="hold">
                            <p:stCondLst>
                              <p:cond delay="0"/>
                            </p:stCondLst>
                            <p:childTnLst>
                              <p:par>
                                <p:cTn id="454" presetID="2" presetClass="entr" presetSubtype="4" fill="hold" grpId="0" nodeType="clickEffect">
                                  <p:stCondLst>
                                    <p:cond delay="0"/>
                                  </p:stCondLst>
                                  <p:childTnLst>
                                    <p:set>
                                      <p:cBhvr>
                                        <p:cTn id="455" dur="1" fill="hold">
                                          <p:stCondLst>
                                            <p:cond delay="0"/>
                                          </p:stCondLst>
                                        </p:cTn>
                                        <p:tgtEl>
                                          <p:spTgt spid="43"/>
                                        </p:tgtEl>
                                        <p:attrNameLst>
                                          <p:attrName>style.visibility</p:attrName>
                                        </p:attrNameLst>
                                      </p:cBhvr>
                                      <p:to>
                                        <p:strVal val="visible"/>
                                      </p:to>
                                    </p:set>
                                    <p:anim calcmode="lin" valueType="num">
                                      <p:cBhvr additive="base">
                                        <p:cTn id="456" dur="500" fill="hold"/>
                                        <p:tgtEl>
                                          <p:spTgt spid="43"/>
                                        </p:tgtEl>
                                        <p:attrNameLst>
                                          <p:attrName>ppt_x</p:attrName>
                                        </p:attrNameLst>
                                      </p:cBhvr>
                                      <p:tavLst>
                                        <p:tav tm="0">
                                          <p:val>
                                            <p:strVal val="#ppt_x"/>
                                          </p:val>
                                        </p:tav>
                                        <p:tav tm="100000">
                                          <p:val>
                                            <p:strVal val="#ppt_x"/>
                                          </p:val>
                                        </p:tav>
                                      </p:tavLst>
                                    </p:anim>
                                    <p:anim calcmode="lin" valueType="num">
                                      <p:cBhvr additive="base">
                                        <p:cTn id="457"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458" fill="hold">
                      <p:stCondLst>
                        <p:cond delay="indefinite"/>
                      </p:stCondLst>
                      <p:childTnLst>
                        <p:par>
                          <p:cTn id="459" fill="hold">
                            <p:stCondLst>
                              <p:cond delay="0"/>
                            </p:stCondLst>
                            <p:childTnLst>
                              <p:par>
                                <p:cTn id="460" presetID="2" presetClass="entr" presetSubtype="2" fill="hold" grpId="0" nodeType="clickEffect">
                                  <p:stCondLst>
                                    <p:cond delay="0"/>
                                  </p:stCondLst>
                                  <p:childTnLst>
                                    <p:set>
                                      <p:cBhvr>
                                        <p:cTn id="461" dur="1" fill="hold">
                                          <p:stCondLst>
                                            <p:cond delay="0"/>
                                          </p:stCondLst>
                                        </p:cTn>
                                        <p:tgtEl>
                                          <p:spTgt spid="44"/>
                                        </p:tgtEl>
                                        <p:attrNameLst>
                                          <p:attrName>style.visibility</p:attrName>
                                        </p:attrNameLst>
                                      </p:cBhvr>
                                      <p:to>
                                        <p:strVal val="visible"/>
                                      </p:to>
                                    </p:set>
                                    <p:anim calcmode="lin" valueType="num">
                                      <p:cBhvr additive="base">
                                        <p:cTn id="462" dur="500" fill="hold"/>
                                        <p:tgtEl>
                                          <p:spTgt spid="44"/>
                                        </p:tgtEl>
                                        <p:attrNameLst>
                                          <p:attrName>ppt_x</p:attrName>
                                        </p:attrNameLst>
                                      </p:cBhvr>
                                      <p:tavLst>
                                        <p:tav tm="0">
                                          <p:val>
                                            <p:strVal val="1+#ppt_w/2"/>
                                          </p:val>
                                        </p:tav>
                                        <p:tav tm="100000">
                                          <p:val>
                                            <p:strVal val="#ppt_x"/>
                                          </p:val>
                                        </p:tav>
                                      </p:tavLst>
                                    </p:anim>
                                    <p:anim calcmode="lin" valueType="num">
                                      <p:cBhvr additive="base">
                                        <p:cTn id="463" dur="500" fill="hold"/>
                                        <p:tgtEl>
                                          <p:spTgt spid="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1" grpId="1" animBg="1"/>
      <p:bldP spid="12" grpId="0" animBg="1"/>
      <p:bldP spid="13" grpId="0" animBg="1"/>
      <p:bldP spid="14" grpId="0" animBg="1"/>
      <p:bldP spid="15" grpId="0" animBg="1"/>
      <p:bldP spid="16" grpId="0" animBg="1"/>
      <p:bldP spid="17" grpId="0" animBg="1"/>
      <p:bldP spid="17" grpId="1"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31" grpId="0"/>
      <p:bldP spid="32" grpId="0"/>
      <p:bldP spid="33" grpId="0"/>
      <p:bldP spid="34" grpId="0"/>
      <p:bldP spid="35" grpId="0"/>
      <p:bldP spid="36" grpId="0"/>
      <p:bldP spid="41" grpId="0"/>
      <p:bldP spid="42" grpId="0" animBg="1"/>
      <p:bldP spid="43" grpId="0"/>
      <p:bldP spid="4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C6DB943-79CD-46F9-83E1-9610EB176F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2" name="Rectangle 11">
            <a:extLst>
              <a:ext uri="{FF2B5EF4-FFF2-40B4-BE49-F238E27FC236}">
                <a16:creationId xmlns:a16="http://schemas.microsoft.com/office/drawing/2014/main" id="{8337CC61-9E93-4D80-9F1C-12CE9A0C0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10200" y="0"/>
            <a:ext cx="67818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89154389-3407-711C-0C25-832F9BB1A8A1}"/>
              </a:ext>
            </a:extLst>
          </p:cNvPr>
          <p:cNvSpPr>
            <a:spLocks noGrp="1"/>
          </p:cNvSpPr>
          <p:nvPr>
            <p:ph type="title"/>
          </p:nvPr>
        </p:nvSpPr>
        <p:spPr>
          <a:xfrm>
            <a:off x="6651653" y="685801"/>
            <a:ext cx="4366617" cy="3046228"/>
          </a:xfrm>
        </p:spPr>
        <p:txBody>
          <a:bodyPr vert="horz" lIns="91440" tIns="45720" rIns="91440" bIns="45720" rtlCol="0" anchor="b">
            <a:normAutofit/>
          </a:bodyPr>
          <a:lstStyle/>
          <a:p>
            <a:pPr algn="ctr"/>
            <a:r>
              <a:rPr lang="en-US" sz="3600" kern="1200" cap="all" spc="300" baseline="0">
                <a:solidFill>
                  <a:schemeClr val="bg2"/>
                </a:solidFill>
                <a:latin typeface="+mj-lt"/>
                <a:ea typeface="+mj-ea"/>
                <a:cs typeface="+mj-cs"/>
              </a:rPr>
              <a:t>AHO-CORASICK</a:t>
            </a:r>
          </a:p>
        </p:txBody>
      </p:sp>
      <p:pic>
        <p:nvPicPr>
          <p:cNvPr id="3" name="Picture 2" descr="A blue and white logo&#10;&#10;Description automatically generated">
            <a:extLst>
              <a:ext uri="{FF2B5EF4-FFF2-40B4-BE49-F238E27FC236}">
                <a16:creationId xmlns:a16="http://schemas.microsoft.com/office/drawing/2014/main" id="{4FD5984B-BC47-42A9-C332-E18A7DA26FA4}"/>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33236865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BC959F-CAB6-4E23-81DE-E0BBF2B7E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7A94DEED-5E0F-4E41-A445-58C14864C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0896D998-7C46-5B44-12F0-A23645E14F25}"/>
              </a:ext>
            </a:extLst>
          </p:cNvPr>
          <p:cNvSpPr>
            <a:spLocks noGrp="1"/>
          </p:cNvSpPr>
          <p:nvPr>
            <p:ph type="title"/>
          </p:nvPr>
        </p:nvSpPr>
        <p:spPr>
          <a:xfrm>
            <a:off x="685800" y="1371600"/>
            <a:ext cx="2742028" cy="4114800"/>
          </a:xfrm>
        </p:spPr>
        <p:txBody>
          <a:bodyPr anchor="ctr">
            <a:normAutofit/>
          </a:bodyPr>
          <a:lstStyle/>
          <a:p>
            <a:pPr algn="ctr"/>
            <a:r>
              <a:rPr lang="en-US" sz="3000">
                <a:solidFill>
                  <a:schemeClr val="bg2"/>
                </a:solidFill>
              </a:rPr>
              <a:t>Definition</a:t>
            </a:r>
            <a:endParaRPr lang="vi-VN" sz="3000">
              <a:solidFill>
                <a:schemeClr val="bg2"/>
              </a:solidFill>
            </a:endParaRPr>
          </a:p>
        </p:txBody>
      </p:sp>
      <p:sp>
        <p:nvSpPr>
          <p:cNvPr id="12" name="Rectangle 11">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3" name="Content Placeholder 2">
            <a:extLst>
              <a:ext uri="{FF2B5EF4-FFF2-40B4-BE49-F238E27FC236}">
                <a16:creationId xmlns:a16="http://schemas.microsoft.com/office/drawing/2014/main" id="{6FD8EFF3-B0FB-BC1D-83A0-3FFAC9E72E69}"/>
              </a:ext>
            </a:extLst>
          </p:cNvPr>
          <p:cNvSpPr>
            <a:spLocks noGrp="1"/>
          </p:cNvSpPr>
          <p:nvPr>
            <p:ph idx="1"/>
          </p:nvPr>
        </p:nvSpPr>
        <p:spPr>
          <a:xfrm>
            <a:off x="5310963" y="1270591"/>
            <a:ext cx="5631357" cy="4364666"/>
          </a:xfrm>
        </p:spPr>
        <p:txBody>
          <a:bodyPr anchor="ctr">
            <a:normAutofit/>
          </a:bodyPr>
          <a:lstStyle/>
          <a:p>
            <a:r>
              <a:rPr lang="en-US" sz="2000"/>
              <a:t>The Aho-</a:t>
            </a:r>
            <a:r>
              <a:rPr lang="en-US" sz="2000" err="1"/>
              <a:t>Corasick</a:t>
            </a:r>
            <a:r>
              <a:rPr lang="en-US" sz="2000"/>
              <a:t> algorithm is a dictionary-matching algorithm that can find all the occurrences of all sets of patterns within a given text in linear time.</a:t>
            </a:r>
          </a:p>
          <a:p>
            <a:r>
              <a:rPr lang="en-US" sz="2000"/>
              <a:t>Aho – </a:t>
            </a:r>
            <a:r>
              <a:rPr lang="en-US" sz="2000" err="1"/>
              <a:t>Corasick</a:t>
            </a:r>
            <a:r>
              <a:rPr lang="en-US" sz="2000"/>
              <a:t> consists of two following steps:</a:t>
            </a:r>
          </a:p>
          <a:p>
            <a:pPr marL="0" indent="0">
              <a:buNone/>
            </a:pPr>
            <a:r>
              <a:rPr lang="en-US" sz="2000"/>
              <a:t>	- Preprocessing</a:t>
            </a:r>
          </a:p>
          <a:p>
            <a:pPr marL="0" indent="0">
              <a:buNone/>
            </a:pPr>
            <a:r>
              <a:rPr lang="en-US" sz="2000"/>
              <a:t>	- Searching/Matching</a:t>
            </a:r>
          </a:p>
        </p:txBody>
      </p:sp>
      <p:pic>
        <p:nvPicPr>
          <p:cNvPr id="4" name="Picture 3" descr="A blue and white logo&#10;&#10;Description automatically generated">
            <a:extLst>
              <a:ext uri="{FF2B5EF4-FFF2-40B4-BE49-F238E27FC236}">
                <a16:creationId xmlns:a16="http://schemas.microsoft.com/office/drawing/2014/main" id="{906D849E-0E7D-0AA3-F081-0A3D26674234}"/>
              </a:ext>
            </a:extLst>
          </p:cNvPr>
          <p:cNvPicPr>
            <a:picLocks noChangeAspect="1"/>
          </p:cNvPicPr>
          <p:nvPr/>
        </p:nvPicPr>
        <p:blipFill>
          <a:blip r:embed="rId2"/>
          <a:srcRect r="3" b="3"/>
          <a:stretch/>
        </p:blipFill>
        <p:spPr>
          <a:xfrm>
            <a:off x="4076700" y="0"/>
            <a:ext cx="685800" cy="685800"/>
          </a:xfrm>
          <a:prstGeom prst="rect">
            <a:avLst/>
          </a:prstGeom>
        </p:spPr>
      </p:pic>
    </p:spTree>
    <p:extLst>
      <p:ext uri="{BB962C8B-B14F-4D97-AF65-F5344CB8AC3E}">
        <p14:creationId xmlns:p14="http://schemas.microsoft.com/office/powerpoint/2010/main" val="25102012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F1C25C-005F-78D6-882B-9A382DEB72F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23F1900-D09B-E6BB-809D-1713D4D514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7344B65C-0BF6-1CF7-90A4-B4E5F77BA2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06248288-3F81-F8D3-4575-0321073BEED9}"/>
              </a:ext>
            </a:extLst>
          </p:cNvPr>
          <p:cNvSpPr>
            <a:spLocks noGrp="1"/>
          </p:cNvSpPr>
          <p:nvPr>
            <p:ph type="title"/>
          </p:nvPr>
        </p:nvSpPr>
        <p:spPr>
          <a:xfrm>
            <a:off x="685800" y="1371600"/>
            <a:ext cx="2742028" cy="4114800"/>
          </a:xfrm>
        </p:spPr>
        <p:txBody>
          <a:bodyPr anchor="ctr">
            <a:normAutofit/>
          </a:bodyPr>
          <a:lstStyle/>
          <a:p>
            <a:pPr algn="ctr"/>
            <a:r>
              <a:rPr lang="en-US">
                <a:solidFill>
                  <a:schemeClr val="bg2"/>
                </a:solidFill>
              </a:rPr>
              <a:t>PROBLEM</a:t>
            </a:r>
            <a:endParaRPr lang="vi-VN">
              <a:solidFill>
                <a:schemeClr val="bg2"/>
              </a:solidFill>
            </a:endParaRPr>
          </a:p>
        </p:txBody>
      </p:sp>
      <p:sp>
        <p:nvSpPr>
          <p:cNvPr id="14" name="Rectangle 13">
            <a:extLst>
              <a:ext uri="{FF2B5EF4-FFF2-40B4-BE49-F238E27FC236}">
                <a16:creationId xmlns:a16="http://schemas.microsoft.com/office/drawing/2014/main" id="{B3FA95CA-7411-D80A-8346-CD13F50553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5" name="Content Placeholder 2">
            <a:extLst>
              <a:ext uri="{FF2B5EF4-FFF2-40B4-BE49-F238E27FC236}">
                <a16:creationId xmlns:a16="http://schemas.microsoft.com/office/drawing/2014/main" id="{9223EE0D-3617-8D84-E564-02F884297182}"/>
              </a:ext>
            </a:extLst>
          </p:cNvPr>
          <p:cNvSpPr>
            <a:spLocks noGrp="1"/>
          </p:cNvSpPr>
          <p:nvPr>
            <p:ph idx="1"/>
          </p:nvPr>
        </p:nvSpPr>
        <p:spPr>
          <a:xfrm>
            <a:off x="5310963" y="1270591"/>
            <a:ext cx="5631357" cy="4364666"/>
          </a:xfrm>
        </p:spPr>
        <p:txBody>
          <a:bodyPr anchor="ctr">
            <a:normAutofit/>
          </a:bodyPr>
          <a:lstStyle/>
          <a:p>
            <a:r>
              <a:rPr lang="en-US" sz="2000"/>
              <a:t>Give a text and a set of multiple pattern strings, check how many pattern strings occur in the text?</a:t>
            </a:r>
          </a:p>
          <a:p>
            <a:endParaRPr lang="en-US" sz="2000"/>
          </a:p>
          <a:p>
            <a:r>
              <a:rPr lang="en-US" sz="2000"/>
              <a:t>For example:</a:t>
            </a:r>
          </a:p>
          <a:p>
            <a:pPr lvl="1"/>
            <a:r>
              <a:rPr lang="en-US" sz="1600"/>
              <a:t>The Text: “DIDIDUADI”</a:t>
            </a:r>
          </a:p>
          <a:p>
            <a:pPr lvl="1"/>
            <a:r>
              <a:rPr lang="en-US" sz="1600"/>
              <a:t>The Pattern strings: “DI”, “DIDU”, “DIDI”, “DU”, “DUDUA”, “DUADI”</a:t>
            </a:r>
          </a:p>
          <a:p>
            <a:pPr lvl="1"/>
            <a:r>
              <a:rPr lang="en-US" sz="1600"/>
              <a:t>There are 5 pattern occur in the text: “DI”, “DIDU”, “DUDUA”, “DUADI”, “DU”.</a:t>
            </a:r>
          </a:p>
        </p:txBody>
      </p:sp>
      <p:pic>
        <p:nvPicPr>
          <p:cNvPr id="3" name="Picture 2" descr="A blue and white logo&#10;&#10;Description automatically generated">
            <a:extLst>
              <a:ext uri="{FF2B5EF4-FFF2-40B4-BE49-F238E27FC236}">
                <a16:creationId xmlns:a16="http://schemas.microsoft.com/office/drawing/2014/main" id="{AFB62571-01B5-29E4-87E2-857987DF821B}"/>
              </a:ext>
            </a:extLst>
          </p:cNvPr>
          <p:cNvPicPr>
            <a:picLocks noChangeAspect="1"/>
          </p:cNvPicPr>
          <p:nvPr/>
        </p:nvPicPr>
        <p:blipFill>
          <a:blip r:embed="rId2"/>
          <a:srcRect r="3" b="3"/>
          <a:stretch/>
        </p:blipFill>
        <p:spPr>
          <a:xfrm>
            <a:off x="4076700" y="0"/>
            <a:ext cx="685800" cy="685800"/>
          </a:xfrm>
          <a:prstGeom prst="rect">
            <a:avLst/>
          </a:prstGeom>
        </p:spPr>
      </p:pic>
    </p:spTree>
    <p:extLst>
      <p:ext uri="{BB962C8B-B14F-4D97-AF65-F5344CB8AC3E}">
        <p14:creationId xmlns:p14="http://schemas.microsoft.com/office/powerpoint/2010/main" val="32953764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BC959F-CAB6-4E23-81DE-E0BBF2B7E0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0" name="Rectangle 9">
            <a:extLst>
              <a:ext uri="{FF2B5EF4-FFF2-40B4-BE49-F238E27FC236}">
                <a16:creationId xmlns:a16="http://schemas.microsoft.com/office/drawing/2014/main" id="{7A94DEED-5E0F-4E41-A445-58C14864C3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0767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2" name="Title 1">
            <a:extLst>
              <a:ext uri="{FF2B5EF4-FFF2-40B4-BE49-F238E27FC236}">
                <a16:creationId xmlns:a16="http://schemas.microsoft.com/office/drawing/2014/main" id="{44F259B5-D349-8396-B684-4336071671D1}"/>
              </a:ext>
            </a:extLst>
          </p:cNvPr>
          <p:cNvSpPr>
            <a:spLocks noGrp="1"/>
          </p:cNvSpPr>
          <p:nvPr>
            <p:ph type="title"/>
          </p:nvPr>
        </p:nvSpPr>
        <p:spPr>
          <a:xfrm>
            <a:off x="685800" y="1371600"/>
            <a:ext cx="2742028" cy="4114800"/>
          </a:xfrm>
        </p:spPr>
        <p:txBody>
          <a:bodyPr anchor="ctr">
            <a:normAutofit/>
          </a:bodyPr>
          <a:lstStyle/>
          <a:p>
            <a:pPr algn="ctr"/>
            <a:r>
              <a:rPr lang="en-US">
                <a:solidFill>
                  <a:schemeClr val="bg2"/>
                </a:solidFill>
              </a:rPr>
              <a:t>MAIN IDEA OF AHO-CORASICK</a:t>
            </a:r>
            <a:endParaRPr lang="vi-VN">
              <a:solidFill>
                <a:schemeClr val="bg2"/>
              </a:solidFill>
            </a:endParaRPr>
          </a:p>
        </p:txBody>
      </p:sp>
      <p:sp>
        <p:nvSpPr>
          <p:cNvPr id="14" name="Rectangle 13">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62500" y="685800"/>
            <a:ext cx="6743700" cy="54864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a:ea typeface="+mn-ea"/>
              <a:cs typeface="+mn-cs"/>
            </a:endParaRPr>
          </a:p>
        </p:txBody>
      </p:sp>
      <p:sp>
        <p:nvSpPr>
          <p:cNvPr id="15" name="Content Placeholder 2">
            <a:extLst>
              <a:ext uri="{FF2B5EF4-FFF2-40B4-BE49-F238E27FC236}">
                <a16:creationId xmlns:a16="http://schemas.microsoft.com/office/drawing/2014/main" id="{4CC80647-D08B-C5D3-8343-31F9E9215006}"/>
              </a:ext>
            </a:extLst>
          </p:cNvPr>
          <p:cNvSpPr>
            <a:spLocks noGrp="1"/>
          </p:cNvSpPr>
          <p:nvPr>
            <p:ph idx="1"/>
          </p:nvPr>
        </p:nvSpPr>
        <p:spPr>
          <a:xfrm>
            <a:off x="5310963" y="1270591"/>
            <a:ext cx="5631357" cy="4364666"/>
          </a:xfrm>
        </p:spPr>
        <p:txBody>
          <a:bodyPr anchor="ctr">
            <a:normAutofit lnSpcReduction="10000"/>
          </a:bodyPr>
          <a:lstStyle/>
          <a:p>
            <a:r>
              <a:rPr lang="en-US" sz="2000"/>
              <a:t>Based on KMP algorithm’s main idea, Aho-</a:t>
            </a:r>
            <a:r>
              <a:rPr lang="en-US" sz="2000" err="1"/>
              <a:t>Corasick</a:t>
            </a:r>
            <a:r>
              <a:rPr lang="en-US" sz="2000"/>
              <a:t> links the suffix ending at position </a:t>
            </a:r>
            <a:r>
              <a:rPr lang="en-US" sz="2000" err="1"/>
              <a:t>i</a:t>
            </a:r>
            <a:r>
              <a:rPr lang="en-US" sz="2000"/>
              <a:t> of the pattern to the prefix of another pattern string having the same as the suffix.</a:t>
            </a:r>
          </a:p>
          <a:p>
            <a:r>
              <a:rPr lang="en-US" sz="2000"/>
              <a:t>So that, Aho-</a:t>
            </a:r>
            <a:r>
              <a:rPr lang="en-US" sz="2000" err="1"/>
              <a:t>Corasick</a:t>
            </a:r>
            <a:r>
              <a:rPr lang="en-US" sz="2000"/>
              <a:t> constructs </a:t>
            </a:r>
            <a:r>
              <a:rPr lang="en-US" sz="2000" err="1"/>
              <a:t>trie</a:t>
            </a:r>
            <a:r>
              <a:rPr lang="en-US" sz="2000"/>
              <a:t> structure to contain multiple pattern strings and each node of </a:t>
            </a:r>
            <a:r>
              <a:rPr lang="en-US" sz="2000" err="1"/>
              <a:t>trie</a:t>
            </a:r>
            <a:r>
              <a:rPr lang="en-US" sz="2000"/>
              <a:t> has a link pointing to the prefix that is similar to the suffix of current substring. If there aren’t any prefix similar to the suffix, the link will point to the root of </a:t>
            </a:r>
            <a:r>
              <a:rPr lang="en-US" sz="2000" err="1"/>
              <a:t>trie</a:t>
            </a:r>
            <a:r>
              <a:rPr lang="en-US" sz="2000"/>
              <a:t>.</a:t>
            </a:r>
          </a:p>
          <a:p>
            <a:r>
              <a:rPr lang="en-US" sz="2000"/>
              <a:t>The searching or matching process uses the link to link to the prefix when the mismatching occurs, so that we don’t have to check the same substring many times.</a:t>
            </a:r>
          </a:p>
        </p:txBody>
      </p:sp>
      <p:pic>
        <p:nvPicPr>
          <p:cNvPr id="3" name="Picture 2" descr="A blue and white logo&#10;&#10;Description automatically generated">
            <a:extLst>
              <a:ext uri="{FF2B5EF4-FFF2-40B4-BE49-F238E27FC236}">
                <a16:creationId xmlns:a16="http://schemas.microsoft.com/office/drawing/2014/main" id="{6D21E9EF-A0F9-527E-B545-C212602D0590}"/>
              </a:ext>
            </a:extLst>
          </p:cNvPr>
          <p:cNvPicPr>
            <a:picLocks noChangeAspect="1"/>
          </p:cNvPicPr>
          <p:nvPr/>
        </p:nvPicPr>
        <p:blipFill>
          <a:blip r:embed="rId2"/>
          <a:srcRect r="3" b="3"/>
          <a:stretch/>
        </p:blipFill>
        <p:spPr>
          <a:xfrm>
            <a:off x="4076700" y="0"/>
            <a:ext cx="685800" cy="685800"/>
          </a:xfrm>
          <a:prstGeom prst="rect">
            <a:avLst/>
          </a:prstGeom>
        </p:spPr>
      </p:pic>
    </p:spTree>
    <p:extLst>
      <p:ext uri="{BB962C8B-B14F-4D97-AF65-F5344CB8AC3E}">
        <p14:creationId xmlns:p14="http://schemas.microsoft.com/office/powerpoint/2010/main" val="13721329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2BA94-9B00-0BE2-7D2F-0BBA34AAA64B}"/>
              </a:ext>
            </a:extLst>
          </p:cNvPr>
          <p:cNvSpPr>
            <a:spLocks noGrp="1"/>
          </p:cNvSpPr>
          <p:nvPr>
            <p:ph type="title"/>
          </p:nvPr>
        </p:nvSpPr>
        <p:spPr/>
        <p:txBody>
          <a:bodyPr/>
          <a:lstStyle/>
          <a:p>
            <a:r>
              <a:rPr lang="en-US"/>
              <a:t>ABOUT TRIE</a:t>
            </a:r>
            <a:endParaRPr lang="vi-VN"/>
          </a:p>
        </p:txBody>
      </p:sp>
      <p:graphicFrame>
        <p:nvGraphicFramePr>
          <p:cNvPr id="51" name="Content Placeholder 2">
            <a:extLst>
              <a:ext uri="{FF2B5EF4-FFF2-40B4-BE49-F238E27FC236}">
                <a16:creationId xmlns:a16="http://schemas.microsoft.com/office/drawing/2014/main" id="{91F47C54-3AC9-0AD5-84D7-118D303EF968}"/>
              </a:ext>
            </a:extLst>
          </p:cNvPr>
          <p:cNvGraphicFramePr>
            <a:graphicFrameLocks noGrp="1"/>
          </p:cNvGraphicFramePr>
          <p:nvPr>
            <p:ph idx="1"/>
            <p:extLst>
              <p:ext uri="{D42A27DB-BD31-4B8C-83A1-F6EECF244321}">
                <p14:modId xmlns:p14="http://schemas.microsoft.com/office/powerpoint/2010/main" val="2926584821"/>
              </p:ext>
            </p:extLst>
          </p:nvPr>
        </p:nvGraphicFramePr>
        <p:xfrm>
          <a:off x="1371600" y="2254250"/>
          <a:ext cx="4876800" cy="3917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val 3">
            <a:extLst>
              <a:ext uri="{FF2B5EF4-FFF2-40B4-BE49-F238E27FC236}">
                <a16:creationId xmlns:a16="http://schemas.microsoft.com/office/drawing/2014/main" id="{05972DF1-4999-CC84-6BC0-E2C7A2AE778F}"/>
              </a:ext>
            </a:extLst>
          </p:cNvPr>
          <p:cNvSpPr/>
          <p:nvPr/>
        </p:nvSpPr>
        <p:spPr>
          <a:xfrm>
            <a:off x="8859684" y="119705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8" name="Oval 7">
            <a:extLst>
              <a:ext uri="{FF2B5EF4-FFF2-40B4-BE49-F238E27FC236}">
                <a16:creationId xmlns:a16="http://schemas.microsoft.com/office/drawing/2014/main" id="{D9140413-9474-453B-9701-B781FD9A9BD4}"/>
              </a:ext>
            </a:extLst>
          </p:cNvPr>
          <p:cNvSpPr/>
          <p:nvPr/>
        </p:nvSpPr>
        <p:spPr>
          <a:xfrm>
            <a:off x="8859684" y="212344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7305EFF6-F824-D010-2BFD-EA700641F06A}"/>
              </a:ext>
            </a:extLst>
          </p:cNvPr>
          <p:cNvSpPr/>
          <p:nvPr/>
        </p:nvSpPr>
        <p:spPr>
          <a:xfrm>
            <a:off x="10112552" y="298015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1" name="Oval 10">
            <a:extLst>
              <a:ext uri="{FF2B5EF4-FFF2-40B4-BE49-F238E27FC236}">
                <a16:creationId xmlns:a16="http://schemas.microsoft.com/office/drawing/2014/main" id="{77197884-37FB-CAC4-89F9-12A396B96238}"/>
              </a:ext>
            </a:extLst>
          </p:cNvPr>
          <p:cNvSpPr/>
          <p:nvPr/>
        </p:nvSpPr>
        <p:spPr>
          <a:xfrm>
            <a:off x="7631241" y="298015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2" name="Oval 11">
            <a:extLst>
              <a:ext uri="{FF2B5EF4-FFF2-40B4-BE49-F238E27FC236}">
                <a16:creationId xmlns:a16="http://schemas.microsoft.com/office/drawing/2014/main" id="{6E34BAD1-6533-31C7-E562-310D1C98F12E}"/>
              </a:ext>
            </a:extLst>
          </p:cNvPr>
          <p:cNvSpPr/>
          <p:nvPr/>
        </p:nvSpPr>
        <p:spPr>
          <a:xfrm>
            <a:off x="7631241"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42434DD2-A181-F1F5-40C1-9CD6A68A2BF7}"/>
              </a:ext>
            </a:extLst>
          </p:cNvPr>
          <p:cNvSpPr/>
          <p:nvPr/>
        </p:nvSpPr>
        <p:spPr>
          <a:xfrm>
            <a:off x="6882136"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4" name="Oval 13">
            <a:extLst>
              <a:ext uri="{FF2B5EF4-FFF2-40B4-BE49-F238E27FC236}">
                <a16:creationId xmlns:a16="http://schemas.microsoft.com/office/drawing/2014/main" id="{F868EEF3-FF3D-E932-15F6-E7141BB5249E}"/>
              </a:ext>
            </a:extLst>
          </p:cNvPr>
          <p:cNvSpPr/>
          <p:nvPr/>
        </p:nvSpPr>
        <p:spPr>
          <a:xfrm>
            <a:off x="8361079"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5" name="Oval 14">
            <a:extLst>
              <a:ext uri="{FF2B5EF4-FFF2-40B4-BE49-F238E27FC236}">
                <a16:creationId xmlns:a16="http://schemas.microsoft.com/office/drawing/2014/main" id="{F7AE9239-E974-175A-19C2-E838B3E9CA18}"/>
              </a:ext>
            </a:extLst>
          </p:cNvPr>
          <p:cNvSpPr/>
          <p:nvPr/>
        </p:nvSpPr>
        <p:spPr>
          <a:xfrm>
            <a:off x="9324009"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6" name="Oval 15">
            <a:extLst>
              <a:ext uri="{FF2B5EF4-FFF2-40B4-BE49-F238E27FC236}">
                <a16:creationId xmlns:a16="http://schemas.microsoft.com/office/drawing/2014/main" id="{58DB873F-E4B2-9B01-5116-9401698969F8}"/>
              </a:ext>
            </a:extLst>
          </p:cNvPr>
          <p:cNvSpPr/>
          <p:nvPr/>
        </p:nvSpPr>
        <p:spPr>
          <a:xfrm>
            <a:off x="9323962"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7" name="Oval 16">
            <a:extLst>
              <a:ext uri="{FF2B5EF4-FFF2-40B4-BE49-F238E27FC236}">
                <a16:creationId xmlns:a16="http://schemas.microsoft.com/office/drawing/2014/main" id="{765A14F9-0DC2-4BE7-6D72-70A484E588D0}"/>
              </a:ext>
            </a:extLst>
          </p:cNvPr>
          <p:cNvSpPr/>
          <p:nvPr/>
        </p:nvSpPr>
        <p:spPr>
          <a:xfrm>
            <a:off x="9323962" y="587276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8" name="Oval 17">
            <a:extLst>
              <a:ext uri="{FF2B5EF4-FFF2-40B4-BE49-F238E27FC236}">
                <a16:creationId xmlns:a16="http://schemas.microsoft.com/office/drawing/2014/main" id="{7B00FD8A-AD88-F195-09BD-5B35290B3BE7}"/>
              </a:ext>
            </a:extLst>
          </p:cNvPr>
          <p:cNvSpPr/>
          <p:nvPr/>
        </p:nvSpPr>
        <p:spPr>
          <a:xfrm>
            <a:off x="10893828" y="587276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9" name="Oval 18">
            <a:extLst>
              <a:ext uri="{FF2B5EF4-FFF2-40B4-BE49-F238E27FC236}">
                <a16:creationId xmlns:a16="http://schemas.microsoft.com/office/drawing/2014/main" id="{478BA951-8E19-9AF5-BF74-75DD25B3ABDA}"/>
              </a:ext>
            </a:extLst>
          </p:cNvPr>
          <p:cNvSpPr/>
          <p:nvPr/>
        </p:nvSpPr>
        <p:spPr>
          <a:xfrm>
            <a:off x="10894141"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22" name="Oval 21">
            <a:extLst>
              <a:ext uri="{FF2B5EF4-FFF2-40B4-BE49-F238E27FC236}">
                <a16:creationId xmlns:a16="http://schemas.microsoft.com/office/drawing/2014/main" id="{394C901E-44BE-0F75-2B92-377C52B3E2F4}"/>
              </a:ext>
            </a:extLst>
          </p:cNvPr>
          <p:cNvSpPr/>
          <p:nvPr/>
        </p:nvSpPr>
        <p:spPr>
          <a:xfrm>
            <a:off x="10893828"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24" name="Straight Connector 23">
            <a:extLst>
              <a:ext uri="{FF2B5EF4-FFF2-40B4-BE49-F238E27FC236}">
                <a16:creationId xmlns:a16="http://schemas.microsoft.com/office/drawing/2014/main" id="{006B00C8-9F7A-83ED-FDA0-61A9716B469D}"/>
              </a:ext>
            </a:extLst>
          </p:cNvPr>
          <p:cNvCxnSpPr>
            <a:stCxn id="8" idx="4"/>
            <a:endCxn id="11" idx="0"/>
          </p:cNvCxnSpPr>
          <p:nvPr/>
        </p:nvCxnSpPr>
        <p:spPr>
          <a:xfrm flipH="1">
            <a:off x="7941121" y="2743200"/>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C904236-C962-8E6E-0126-1D5C3929AF56}"/>
              </a:ext>
            </a:extLst>
          </p:cNvPr>
          <p:cNvCxnSpPr>
            <a:stCxn id="8" idx="4"/>
            <a:endCxn id="10" idx="0"/>
          </p:cNvCxnSpPr>
          <p:nvPr/>
        </p:nvCxnSpPr>
        <p:spPr>
          <a:xfrm>
            <a:off x="9169564" y="2743200"/>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0ABE609-777C-CD76-3172-EABCD3FCDB98}"/>
              </a:ext>
            </a:extLst>
          </p:cNvPr>
          <p:cNvCxnSpPr>
            <a:stCxn id="4" idx="4"/>
            <a:endCxn id="8" idx="0"/>
          </p:cNvCxnSpPr>
          <p:nvPr/>
        </p:nvCxnSpPr>
        <p:spPr>
          <a:xfrm>
            <a:off x="9169564" y="1816815"/>
            <a:ext cx="0" cy="306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E5136F5C-A11E-1C70-381F-126CC09E53B6}"/>
              </a:ext>
            </a:extLst>
          </p:cNvPr>
          <p:cNvCxnSpPr>
            <a:stCxn id="11" idx="4"/>
            <a:endCxn id="12" idx="0"/>
          </p:cNvCxnSpPr>
          <p:nvPr/>
        </p:nvCxnSpPr>
        <p:spPr>
          <a:xfrm>
            <a:off x="7941121" y="3599918"/>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94617E-5C59-3595-2613-E118B79E416D}"/>
              </a:ext>
            </a:extLst>
          </p:cNvPr>
          <p:cNvCxnSpPr>
            <a:stCxn id="10" idx="4"/>
            <a:endCxn id="15" idx="0"/>
          </p:cNvCxnSpPr>
          <p:nvPr/>
        </p:nvCxnSpPr>
        <p:spPr>
          <a:xfrm flipH="1">
            <a:off x="9633889" y="3599918"/>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0AD4267-EC3F-04A9-C872-CB8EC407D58C}"/>
              </a:ext>
            </a:extLst>
          </p:cNvPr>
          <p:cNvCxnSpPr>
            <a:stCxn id="10" idx="4"/>
            <a:endCxn id="19" idx="7"/>
          </p:cNvCxnSpPr>
          <p:nvPr/>
        </p:nvCxnSpPr>
        <p:spPr>
          <a:xfrm>
            <a:off x="10422432" y="3599918"/>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5DD7404-AC11-EEA2-AC40-432CD541D44D}"/>
              </a:ext>
            </a:extLst>
          </p:cNvPr>
          <p:cNvCxnSpPr>
            <a:stCxn id="12" idx="4"/>
            <a:endCxn id="13" idx="0"/>
          </p:cNvCxnSpPr>
          <p:nvPr/>
        </p:nvCxnSpPr>
        <p:spPr>
          <a:xfrm flipH="1">
            <a:off x="7192016" y="4523105"/>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A20C912-D9C0-8BF5-AA2C-EAD0DCCD7BE8}"/>
              </a:ext>
            </a:extLst>
          </p:cNvPr>
          <p:cNvCxnSpPr>
            <a:stCxn id="12" idx="4"/>
            <a:endCxn id="14" idx="0"/>
          </p:cNvCxnSpPr>
          <p:nvPr/>
        </p:nvCxnSpPr>
        <p:spPr>
          <a:xfrm>
            <a:off x="7941121" y="4523105"/>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B01FF40-752A-3C04-DC34-EF95EE7D308A}"/>
              </a:ext>
            </a:extLst>
          </p:cNvPr>
          <p:cNvCxnSpPr>
            <a:stCxn id="15" idx="4"/>
            <a:endCxn id="16" idx="0"/>
          </p:cNvCxnSpPr>
          <p:nvPr/>
        </p:nvCxnSpPr>
        <p:spPr>
          <a:xfrm flipH="1">
            <a:off x="9633842" y="4523105"/>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2205897-A60F-B6C7-D7A9-F47E81878691}"/>
              </a:ext>
            </a:extLst>
          </p:cNvPr>
          <p:cNvCxnSpPr>
            <a:stCxn id="16" idx="4"/>
            <a:endCxn id="17" idx="0"/>
          </p:cNvCxnSpPr>
          <p:nvPr/>
        </p:nvCxnSpPr>
        <p:spPr>
          <a:xfrm>
            <a:off x="9633842" y="5569338"/>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857D228-E10B-AE36-58EE-5B6844265106}"/>
              </a:ext>
            </a:extLst>
          </p:cNvPr>
          <p:cNvCxnSpPr>
            <a:cxnSpLocks/>
            <a:stCxn id="19" idx="4"/>
            <a:endCxn id="22" idx="0"/>
          </p:cNvCxnSpPr>
          <p:nvPr/>
        </p:nvCxnSpPr>
        <p:spPr>
          <a:xfrm flipH="1">
            <a:off x="11203708" y="4523105"/>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540D90A-4FED-4E17-AFAD-8F83E46D91B4}"/>
              </a:ext>
            </a:extLst>
          </p:cNvPr>
          <p:cNvCxnSpPr>
            <a:stCxn id="22" idx="4"/>
            <a:endCxn id="18" idx="0"/>
          </p:cNvCxnSpPr>
          <p:nvPr/>
        </p:nvCxnSpPr>
        <p:spPr>
          <a:xfrm>
            <a:off x="11203708" y="5569338"/>
            <a:ext cx="0" cy="303427"/>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descr="A blue and white logo&#10;&#10;Description automatically generated">
            <a:extLst>
              <a:ext uri="{FF2B5EF4-FFF2-40B4-BE49-F238E27FC236}">
                <a16:creationId xmlns:a16="http://schemas.microsoft.com/office/drawing/2014/main" id="{A8A26595-FDF8-AD01-46DE-1715FFE8CB9A}"/>
              </a:ext>
            </a:extLst>
          </p:cNvPr>
          <p:cNvPicPr>
            <a:picLocks noChangeAspect="1"/>
          </p:cNvPicPr>
          <p:nvPr/>
        </p:nvPicPr>
        <p:blipFill>
          <a:blip r:embed="rId7"/>
          <a:srcRect r="3" b="3"/>
          <a:stretch/>
        </p:blipFill>
        <p:spPr>
          <a:xfrm>
            <a:off x="0" y="0"/>
            <a:ext cx="915076" cy="915076"/>
          </a:xfrm>
          <a:prstGeom prst="rect">
            <a:avLst/>
          </a:prstGeom>
        </p:spPr>
      </p:pic>
    </p:spTree>
    <p:extLst>
      <p:ext uri="{BB962C8B-B14F-4D97-AF65-F5344CB8AC3E}">
        <p14:creationId xmlns:p14="http://schemas.microsoft.com/office/powerpoint/2010/main" val="31454820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5BAD784-BAAF-4CC0-9F52-682A8E9667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25D401B9-9595-42B7-B197-AB5FB5C653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399"/>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80331A-7B32-7087-0DE1-5A796FD84C40}"/>
              </a:ext>
            </a:extLst>
          </p:cNvPr>
          <p:cNvSpPr>
            <a:spLocks noGrp="1"/>
          </p:cNvSpPr>
          <p:nvPr>
            <p:ph type="title"/>
          </p:nvPr>
        </p:nvSpPr>
        <p:spPr>
          <a:xfrm>
            <a:off x="2057400" y="1371600"/>
            <a:ext cx="8115300" cy="2356338"/>
          </a:xfrm>
        </p:spPr>
        <p:txBody>
          <a:bodyPr vert="horz" lIns="91440" tIns="45720" rIns="91440" bIns="45720" rtlCol="0" anchor="b">
            <a:normAutofit/>
          </a:bodyPr>
          <a:lstStyle/>
          <a:p>
            <a:pPr algn="ctr"/>
            <a:r>
              <a:rPr lang="en-US" sz="4000" kern="1200" cap="all" spc="300" baseline="0">
                <a:solidFill>
                  <a:schemeClr val="bg2"/>
                </a:solidFill>
                <a:latin typeface="+mj-lt"/>
                <a:ea typeface="+mj-ea"/>
                <a:cs typeface="+mj-cs"/>
              </a:rPr>
              <a:t>preprocessing</a:t>
            </a:r>
          </a:p>
        </p:txBody>
      </p:sp>
    </p:spTree>
    <p:extLst>
      <p:ext uri="{BB962C8B-B14F-4D97-AF65-F5344CB8AC3E}">
        <p14:creationId xmlns:p14="http://schemas.microsoft.com/office/powerpoint/2010/main" val="1078876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CAB3C-D40F-47C3-CACE-991B38E89AD0}"/>
              </a:ext>
            </a:extLst>
          </p:cNvPr>
          <p:cNvSpPr>
            <a:spLocks noGrp="1"/>
          </p:cNvSpPr>
          <p:nvPr>
            <p:ph type="title"/>
          </p:nvPr>
        </p:nvSpPr>
        <p:spPr>
          <a:xfrm>
            <a:off x="4006646" y="-358310"/>
            <a:ext cx="9486900" cy="1371600"/>
          </a:xfrm>
        </p:spPr>
        <p:txBody>
          <a:bodyPr/>
          <a:lstStyle/>
          <a:p>
            <a:r>
              <a:rPr lang="en-US"/>
              <a:t>Linking the node</a:t>
            </a:r>
            <a:endParaRPr lang="vi-VN"/>
          </a:p>
        </p:txBody>
      </p:sp>
      <p:sp>
        <p:nvSpPr>
          <p:cNvPr id="4" name="Oval 3">
            <a:extLst>
              <a:ext uri="{FF2B5EF4-FFF2-40B4-BE49-F238E27FC236}">
                <a16:creationId xmlns:a16="http://schemas.microsoft.com/office/drawing/2014/main" id="{1409F93D-632E-F539-970D-EBFEBF8F7814}"/>
              </a:ext>
            </a:extLst>
          </p:cNvPr>
          <p:cNvSpPr/>
          <p:nvPr/>
        </p:nvSpPr>
        <p:spPr>
          <a:xfrm>
            <a:off x="8859684" y="119705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5" name="Oval 4">
            <a:extLst>
              <a:ext uri="{FF2B5EF4-FFF2-40B4-BE49-F238E27FC236}">
                <a16:creationId xmlns:a16="http://schemas.microsoft.com/office/drawing/2014/main" id="{1E18D509-106B-24A6-8A8A-917A6BBCB27D}"/>
              </a:ext>
            </a:extLst>
          </p:cNvPr>
          <p:cNvSpPr/>
          <p:nvPr/>
        </p:nvSpPr>
        <p:spPr>
          <a:xfrm>
            <a:off x="8859684" y="212344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6" name="Oval 5">
            <a:extLst>
              <a:ext uri="{FF2B5EF4-FFF2-40B4-BE49-F238E27FC236}">
                <a16:creationId xmlns:a16="http://schemas.microsoft.com/office/drawing/2014/main" id="{3C3018BC-2797-5BC6-05B2-E577C0035428}"/>
              </a:ext>
            </a:extLst>
          </p:cNvPr>
          <p:cNvSpPr/>
          <p:nvPr/>
        </p:nvSpPr>
        <p:spPr>
          <a:xfrm>
            <a:off x="10112552" y="298015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7" name="Oval 6">
            <a:extLst>
              <a:ext uri="{FF2B5EF4-FFF2-40B4-BE49-F238E27FC236}">
                <a16:creationId xmlns:a16="http://schemas.microsoft.com/office/drawing/2014/main" id="{168D0B13-E019-FD84-55C5-DD1B17476386}"/>
              </a:ext>
            </a:extLst>
          </p:cNvPr>
          <p:cNvSpPr/>
          <p:nvPr/>
        </p:nvSpPr>
        <p:spPr>
          <a:xfrm>
            <a:off x="7631241" y="298015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8" name="Oval 7">
            <a:extLst>
              <a:ext uri="{FF2B5EF4-FFF2-40B4-BE49-F238E27FC236}">
                <a16:creationId xmlns:a16="http://schemas.microsoft.com/office/drawing/2014/main" id="{C4CFA225-ED3F-CC74-F326-559289B275C8}"/>
              </a:ext>
            </a:extLst>
          </p:cNvPr>
          <p:cNvSpPr/>
          <p:nvPr/>
        </p:nvSpPr>
        <p:spPr>
          <a:xfrm>
            <a:off x="7631241"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9" name="Oval 8">
            <a:extLst>
              <a:ext uri="{FF2B5EF4-FFF2-40B4-BE49-F238E27FC236}">
                <a16:creationId xmlns:a16="http://schemas.microsoft.com/office/drawing/2014/main" id="{8DEB00D9-0D64-3CB1-F271-ED094C4A2D54}"/>
              </a:ext>
            </a:extLst>
          </p:cNvPr>
          <p:cNvSpPr/>
          <p:nvPr/>
        </p:nvSpPr>
        <p:spPr>
          <a:xfrm>
            <a:off x="6882136"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0" name="Oval 9">
            <a:extLst>
              <a:ext uri="{FF2B5EF4-FFF2-40B4-BE49-F238E27FC236}">
                <a16:creationId xmlns:a16="http://schemas.microsoft.com/office/drawing/2014/main" id="{210B4D42-0B98-F10B-BBCE-184063A5D7CB}"/>
              </a:ext>
            </a:extLst>
          </p:cNvPr>
          <p:cNvSpPr/>
          <p:nvPr/>
        </p:nvSpPr>
        <p:spPr>
          <a:xfrm>
            <a:off x="8361079"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1" name="Oval 10">
            <a:extLst>
              <a:ext uri="{FF2B5EF4-FFF2-40B4-BE49-F238E27FC236}">
                <a16:creationId xmlns:a16="http://schemas.microsoft.com/office/drawing/2014/main" id="{BDB967C1-80AA-7B0A-6871-62893D7DC605}"/>
              </a:ext>
            </a:extLst>
          </p:cNvPr>
          <p:cNvSpPr/>
          <p:nvPr/>
        </p:nvSpPr>
        <p:spPr>
          <a:xfrm>
            <a:off x="9324009"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2" name="Oval 11">
            <a:extLst>
              <a:ext uri="{FF2B5EF4-FFF2-40B4-BE49-F238E27FC236}">
                <a16:creationId xmlns:a16="http://schemas.microsoft.com/office/drawing/2014/main" id="{4E4767FD-2245-1DBE-E75C-B907B8102423}"/>
              </a:ext>
            </a:extLst>
          </p:cNvPr>
          <p:cNvSpPr/>
          <p:nvPr/>
        </p:nvSpPr>
        <p:spPr>
          <a:xfrm>
            <a:off x="9323962"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3" name="Oval 12">
            <a:extLst>
              <a:ext uri="{FF2B5EF4-FFF2-40B4-BE49-F238E27FC236}">
                <a16:creationId xmlns:a16="http://schemas.microsoft.com/office/drawing/2014/main" id="{6B0087F0-35A2-808E-463D-ABAC8F64F570}"/>
              </a:ext>
            </a:extLst>
          </p:cNvPr>
          <p:cNvSpPr/>
          <p:nvPr/>
        </p:nvSpPr>
        <p:spPr>
          <a:xfrm>
            <a:off x="9323962" y="587276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4" name="Oval 13">
            <a:extLst>
              <a:ext uri="{FF2B5EF4-FFF2-40B4-BE49-F238E27FC236}">
                <a16:creationId xmlns:a16="http://schemas.microsoft.com/office/drawing/2014/main" id="{87E8DFDC-553F-A9C5-F733-5CDA70C2E318}"/>
              </a:ext>
            </a:extLst>
          </p:cNvPr>
          <p:cNvSpPr/>
          <p:nvPr/>
        </p:nvSpPr>
        <p:spPr>
          <a:xfrm>
            <a:off x="10893828" y="587276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5" name="Oval 14">
            <a:extLst>
              <a:ext uri="{FF2B5EF4-FFF2-40B4-BE49-F238E27FC236}">
                <a16:creationId xmlns:a16="http://schemas.microsoft.com/office/drawing/2014/main" id="{165E4E20-D27A-DB4B-B40A-DA2C4DBB4B9B}"/>
              </a:ext>
            </a:extLst>
          </p:cNvPr>
          <p:cNvSpPr/>
          <p:nvPr/>
        </p:nvSpPr>
        <p:spPr>
          <a:xfrm>
            <a:off x="10894141" y="3903345"/>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6" name="Oval 15">
            <a:extLst>
              <a:ext uri="{FF2B5EF4-FFF2-40B4-BE49-F238E27FC236}">
                <a16:creationId xmlns:a16="http://schemas.microsoft.com/office/drawing/2014/main" id="{3A1EE6D3-4FE8-3050-59A7-A2829A916E7D}"/>
              </a:ext>
            </a:extLst>
          </p:cNvPr>
          <p:cNvSpPr/>
          <p:nvPr/>
        </p:nvSpPr>
        <p:spPr>
          <a:xfrm>
            <a:off x="10893828" y="494957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7" name="Straight Connector 16">
            <a:extLst>
              <a:ext uri="{FF2B5EF4-FFF2-40B4-BE49-F238E27FC236}">
                <a16:creationId xmlns:a16="http://schemas.microsoft.com/office/drawing/2014/main" id="{F28A91C1-6564-74B3-E55F-C3DFB5006128}"/>
              </a:ext>
            </a:extLst>
          </p:cNvPr>
          <p:cNvCxnSpPr>
            <a:stCxn id="5" idx="4"/>
            <a:endCxn id="7" idx="0"/>
          </p:cNvCxnSpPr>
          <p:nvPr/>
        </p:nvCxnSpPr>
        <p:spPr>
          <a:xfrm flipH="1">
            <a:off x="7941121" y="2743200"/>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4908544-D4E1-1243-0E48-BD42DB69ED8C}"/>
              </a:ext>
            </a:extLst>
          </p:cNvPr>
          <p:cNvCxnSpPr>
            <a:stCxn id="5" idx="4"/>
            <a:endCxn id="6" idx="0"/>
          </p:cNvCxnSpPr>
          <p:nvPr/>
        </p:nvCxnSpPr>
        <p:spPr>
          <a:xfrm>
            <a:off x="9169564" y="2743200"/>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D967BF55-D50D-14B6-DA3A-5364A1481A76}"/>
              </a:ext>
            </a:extLst>
          </p:cNvPr>
          <p:cNvCxnSpPr>
            <a:stCxn id="4" idx="4"/>
            <a:endCxn id="5" idx="0"/>
          </p:cNvCxnSpPr>
          <p:nvPr/>
        </p:nvCxnSpPr>
        <p:spPr>
          <a:xfrm>
            <a:off x="9169564" y="1816815"/>
            <a:ext cx="0" cy="306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AE8A582-86C8-ACA5-3A13-73848467589A}"/>
              </a:ext>
            </a:extLst>
          </p:cNvPr>
          <p:cNvCxnSpPr>
            <a:stCxn id="7" idx="4"/>
            <a:endCxn id="8" idx="0"/>
          </p:cNvCxnSpPr>
          <p:nvPr/>
        </p:nvCxnSpPr>
        <p:spPr>
          <a:xfrm>
            <a:off x="7941121" y="3599918"/>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00CC38-B0DB-F2BD-D23E-001AF2ADCA8B}"/>
              </a:ext>
            </a:extLst>
          </p:cNvPr>
          <p:cNvCxnSpPr>
            <a:stCxn id="6" idx="4"/>
            <a:endCxn id="11" idx="0"/>
          </p:cNvCxnSpPr>
          <p:nvPr/>
        </p:nvCxnSpPr>
        <p:spPr>
          <a:xfrm flipH="1">
            <a:off x="9633889" y="3599918"/>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A31C418-6C12-981A-C6C8-446058183969}"/>
              </a:ext>
            </a:extLst>
          </p:cNvPr>
          <p:cNvCxnSpPr>
            <a:stCxn id="6" idx="4"/>
            <a:endCxn id="15" idx="7"/>
          </p:cNvCxnSpPr>
          <p:nvPr/>
        </p:nvCxnSpPr>
        <p:spPr>
          <a:xfrm>
            <a:off x="10422432" y="3599918"/>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4FDB950-E680-2F6F-9D74-3E89AE0260E0}"/>
              </a:ext>
            </a:extLst>
          </p:cNvPr>
          <p:cNvCxnSpPr>
            <a:stCxn id="8" idx="4"/>
            <a:endCxn id="9" idx="0"/>
          </p:cNvCxnSpPr>
          <p:nvPr/>
        </p:nvCxnSpPr>
        <p:spPr>
          <a:xfrm flipH="1">
            <a:off x="7192016" y="4523105"/>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3C4AA6C-DC0F-CDCD-D764-64C52740945B}"/>
              </a:ext>
            </a:extLst>
          </p:cNvPr>
          <p:cNvCxnSpPr>
            <a:stCxn id="8" idx="4"/>
            <a:endCxn id="10" idx="0"/>
          </p:cNvCxnSpPr>
          <p:nvPr/>
        </p:nvCxnSpPr>
        <p:spPr>
          <a:xfrm>
            <a:off x="7941121" y="4523105"/>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5EDE6D9-FF9C-2FCE-7A36-958A857880A7}"/>
              </a:ext>
            </a:extLst>
          </p:cNvPr>
          <p:cNvCxnSpPr>
            <a:stCxn id="11" idx="4"/>
            <a:endCxn id="12" idx="0"/>
          </p:cNvCxnSpPr>
          <p:nvPr/>
        </p:nvCxnSpPr>
        <p:spPr>
          <a:xfrm flipH="1">
            <a:off x="9633842" y="4523105"/>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A21D95-0DDA-5D51-E022-321753878CFC}"/>
              </a:ext>
            </a:extLst>
          </p:cNvPr>
          <p:cNvCxnSpPr>
            <a:stCxn id="12" idx="4"/>
            <a:endCxn id="13" idx="0"/>
          </p:cNvCxnSpPr>
          <p:nvPr/>
        </p:nvCxnSpPr>
        <p:spPr>
          <a:xfrm>
            <a:off x="9633842" y="5569338"/>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D940851-B72B-3C17-969D-B0B942E30DD5}"/>
              </a:ext>
            </a:extLst>
          </p:cNvPr>
          <p:cNvCxnSpPr>
            <a:cxnSpLocks/>
            <a:stCxn id="15" idx="4"/>
            <a:endCxn id="16" idx="0"/>
          </p:cNvCxnSpPr>
          <p:nvPr/>
        </p:nvCxnSpPr>
        <p:spPr>
          <a:xfrm flipH="1">
            <a:off x="11203708" y="4523105"/>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8FE8F76-E9EE-EB66-E0F7-DA3E29BF1E7A}"/>
              </a:ext>
            </a:extLst>
          </p:cNvPr>
          <p:cNvCxnSpPr>
            <a:stCxn id="16" idx="4"/>
            <a:endCxn id="14" idx="0"/>
          </p:cNvCxnSpPr>
          <p:nvPr/>
        </p:nvCxnSpPr>
        <p:spPr>
          <a:xfrm>
            <a:off x="11203708" y="5569338"/>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7B049853-64EE-26F2-03BE-A000BEB1B869}"/>
              </a:ext>
            </a:extLst>
          </p:cNvPr>
          <p:cNvSpPr/>
          <p:nvPr/>
        </p:nvSpPr>
        <p:spPr>
          <a:xfrm>
            <a:off x="7783924" y="1618032"/>
            <a:ext cx="1075760" cy="1371600"/>
          </a:xfrm>
          <a:custGeom>
            <a:avLst/>
            <a:gdLst>
              <a:gd name="connsiteX0" fmla="*/ 202539 w 1116939"/>
              <a:gd name="connsiteY0" fmla="*/ 1524000 h 1524000"/>
              <a:gd name="connsiteX1" fmla="*/ 64887 w 1116939"/>
              <a:gd name="connsiteY1" fmla="*/ 884903 h 1524000"/>
              <a:gd name="connsiteX2" fmla="*/ 1116939 w 1116939"/>
              <a:gd name="connsiteY2" fmla="*/ 0 h 1524000"/>
              <a:gd name="connsiteX3" fmla="*/ 1116939 w 1116939"/>
              <a:gd name="connsiteY3" fmla="*/ 0 h 1524000"/>
            </a:gdLst>
            <a:ahLst/>
            <a:cxnLst>
              <a:cxn ang="0">
                <a:pos x="connsiteX0" y="connsiteY0"/>
              </a:cxn>
              <a:cxn ang="0">
                <a:pos x="connsiteX1" y="connsiteY1"/>
              </a:cxn>
              <a:cxn ang="0">
                <a:pos x="connsiteX2" y="connsiteY2"/>
              </a:cxn>
              <a:cxn ang="0">
                <a:pos x="connsiteX3" y="connsiteY3"/>
              </a:cxn>
            </a:cxnLst>
            <a:rect l="l" t="t" r="r" b="b"/>
            <a:pathLst>
              <a:path w="1116939" h="1524000">
                <a:moveTo>
                  <a:pt x="202539" y="1524000"/>
                </a:moveTo>
                <a:cubicBezTo>
                  <a:pt x="57513" y="1331451"/>
                  <a:pt x="-87513" y="1138903"/>
                  <a:pt x="64887" y="884903"/>
                </a:cubicBezTo>
                <a:cubicBezTo>
                  <a:pt x="217287" y="630903"/>
                  <a:pt x="1116939" y="0"/>
                  <a:pt x="1116939" y="0"/>
                </a:cubicBezTo>
                <a:lnTo>
                  <a:pt x="1116939"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A7D98F59-CB3D-4EFC-8750-F695CA40E003}"/>
              </a:ext>
            </a:extLst>
          </p:cNvPr>
          <p:cNvSpPr/>
          <p:nvPr/>
        </p:nvSpPr>
        <p:spPr>
          <a:xfrm>
            <a:off x="6791260" y="3429000"/>
            <a:ext cx="878991" cy="1779476"/>
          </a:xfrm>
          <a:custGeom>
            <a:avLst/>
            <a:gdLst>
              <a:gd name="connsiteX0" fmla="*/ 202539 w 1116939"/>
              <a:gd name="connsiteY0" fmla="*/ 1524000 h 1524000"/>
              <a:gd name="connsiteX1" fmla="*/ 64887 w 1116939"/>
              <a:gd name="connsiteY1" fmla="*/ 884903 h 1524000"/>
              <a:gd name="connsiteX2" fmla="*/ 1116939 w 1116939"/>
              <a:gd name="connsiteY2" fmla="*/ 0 h 1524000"/>
              <a:gd name="connsiteX3" fmla="*/ 1116939 w 1116939"/>
              <a:gd name="connsiteY3" fmla="*/ 0 h 1524000"/>
            </a:gdLst>
            <a:ahLst/>
            <a:cxnLst>
              <a:cxn ang="0">
                <a:pos x="connsiteX0" y="connsiteY0"/>
              </a:cxn>
              <a:cxn ang="0">
                <a:pos x="connsiteX1" y="connsiteY1"/>
              </a:cxn>
              <a:cxn ang="0">
                <a:pos x="connsiteX2" y="connsiteY2"/>
              </a:cxn>
              <a:cxn ang="0">
                <a:pos x="connsiteX3" y="connsiteY3"/>
              </a:cxn>
            </a:cxnLst>
            <a:rect l="l" t="t" r="r" b="b"/>
            <a:pathLst>
              <a:path w="1116939" h="1524000">
                <a:moveTo>
                  <a:pt x="202539" y="1524000"/>
                </a:moveTo>
                <a:cubicBezTo>
                  <a:pt x="57513" y="1331451"/>
                  <a:pt x="-87513" y="1138903"/>
                  <a:pt x="64887" y="884903"/>
                </a:cubicBezTo>
                <a:cubicBezTo>
                  <a:pt x="217287" y="630903"/>
                  <a:pt x="1116939" y="0"/>
                  <a:pt x="1116939" y="0"/>
                </a:cubicBezTo>
                <a:lnTo>
                  <a:pt x="1116939"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1F9F3405-FDB6-C769-E447-7CA4871A424C}"/>
              </a:ext>
            </a:extLst>
          </p:cNvPr>
          <p:cNvSpPr/>
          <p:nvPr/>
        </p:nvSpPr>
        <p:spPr>
          <a:xfrm>
            <a:off x="8631949" y="3283585"/>
            <a:ext cx="1480290" cy="1795656"/>
          </a:xfrm>
          <a:custGeom>
            <a:avLst/>
            <a:gdLst>
              <a:gd name="connsiteX0" fmla="*/ 202539 w 1116939"/>
              <a:gd name="connsiteY0" fmla="*/ 1524000 h 1524000"/>
              <a:gd name="connsiteX1" fmla="*/ 64887 w 1116939"/>
              <a:gd name="connsiteY1" fmla="*/ 884903 h 1524000"/>
              <a:gd name="connsiteX2" fmla="*/ 1116939 w 1116939"/>
              <a:gd name="connsiteY2" fmla="*/ 0 h 1524000"/>
              <a:gd name="connsiteX3" fmla="*/ 1116939 w 1116939"/>
              <a:gd name="connsiteY3" fmla="*/ 0 h 1524000"/>
            </a:gdLst>
            <a:ahLst/>
            <a:cxnLst>
              <a:cxn ang="0">
                <a:pos x="connsiteX0" y="connsiteY0"/>
              </a:cxn>
              <a:cxn ang="0">
                <a:pos x="connsiteX1" y="connsiteY1"/>
              </a:cxn>
              <a:cxn ang="0">
                <a:pos x="connsiteX2" y="connsiteY2"/>
              </a:cxn>
              <a:cxn ang="0">
                <a:pos x="connsiteX3" y="connsiteY3"/>
              </a:cxn>
            </a:cxnLst>
            <a:rect l="l" t="t" r="r" b="b"/>
            <a:pathLst>
              <a:path w="1116939" h="1524000">
                <a:moveTo>
                  <a:pt x="202539" y="1524000"/>
                </a:moveTo>
                <a:cubicBezTo>
                  <a:pt x="57513" y="1331451"/>
                  <a:pt x="-87513" y="1138903"/>
                  <a:pt x="64887" y="884903"/>
                </a:cubicBezTo>
                <a:cubicBezTo>
                  <a:pt x="217287" y="630903"/>
                  <a:pt x="1116939" y="0"/>
                  <a:pt x="1116939" y="0"/>
                </a:cubicBezTo>
                <a:lnTo>
                  <a:pt x="1116939"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07398726-EE75-3625-0B6D-41DDEB82BD95}"/>
              </a:ext>
            </a:extLst>
          </p:cNvPr>
          <p:cNvSpPr/>
          <p:nvPr/>
        </p:nvSpPr>
        <p:spPr>
          <a:xfrm>
            <a:off x="6813582" y="2458065"/>
            <a:ext cx="2064947" cy="1681316"/>
          </a:xfrm>
          <a:custGeom>
            <a:avLst/>
            <a:gdLst>
              <a:gd name="connsiteX0" fmla="*/ 816250 w 2064947"/>
              <a:gd name="connsiteY0" fmla="*/ 1681316 h 1681316"/>
              <a:gd name="connsiteX1" fmla="*/ 49334 w 2064947"/>
              <a:gd name="connsiteY1" fmla="*/ 648929 h 1681316"/>
              <a:gd name="connsiteX2" fmla="*/ 2064947 w 2064947"/>
              <a:gd name="connsiteY2" fmla="*/ 0 h 1681316"/>
              <a:gd name="connsiteX3" fmla="*/ 2064947 w 2064947"/>
              <a:gd name="connsiteY3" fmla="*/ 0 h 1681316"/>
            </a:gdLst>
            <a:ahLst/>
            <a:cxnLst>
              <a:cxn ang="0">
                <a:pos x="connsiteX0" y="connsiteY0"/>
              </a:cxn>
              <a:cxn ang="0">
                <a:pos x="connsiteX1" y="connsiteY1"/>
              </a:cxn>
              <a:cxn ang="0">
                <a:pos x="connsiteX2" y="connsiteY2"/>
              </a:cxn>
              <a:cxn ang="0">
                <a:pos x="connsiteX3" y="connsiteY3"/>
              </a:cxn>
            </a:cxnLst>
            <a:rect l="l" t="t" r="r" b="b"/>
            <a:pathLst>
              <a:path w="2064947" h="1681316">
                <a:moveTo>
                  <a:pt x="816250" y="1681316"/>
                </a:moveTo>
                <a:cubicBezTo>
                  <a:pt x="328734" y="1305232"/>
                  <a:pt x="-158782" y="929148"/>
                  <a:pt x="49334" y="648929"/>
                </a:cubicBezTo>
                <a:cubicBezTo>
                  <a:pt x="257450" y="368710"/>
                  <a:pt x="2064947" y="0"/>
                  <a:pt x="2064947" y="0"/>
                </a:cubicBezTo>
                <a:lnTo>
                  <a:pt x="206494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759F990A-58DC-D330-76D0-6B4D24989941}"/>
              </a:ext>
            </a:extLst>
          </p:cNvPr>
          <p:cNvSpPr/>
          <p:nvPr/>
        </p:nvSpPr>
        <p:spPr>
          <a:xfrm>
            <a:off x="9497961" y="1494503"/>
            <a:ext cx="1587228" cy="1769807"/>
          </a:xfrm>
          <a:custGeom>
            <a:avLst/>
            <a:gdLst>
              <a:gd name="connsiteX0" fmla="*/ 1258529 w 1587228"/>
              <a:gd name="connsiteY0" fmla="*/ 1769807 h 1769807"/>
              <a:gd name="connsiteX1" fmla="*/ 1504336 w 1587228"/>
              <a:gd name="connsiteY1" fmla="*/ 589936 h 1769807"/>
              <a:gd name="connsiteX2" fmla="*/ 0 w 1587228"/>
              <a:gd name="connsiteY2" fmla="*/ 0 h 1769807"/>
              <a:gd name="connsiteX3" fmla="*/ 0 w 1587228"/>
              <a:gd name="connsiteY3" fmla="*/ 0 h 1769807"/>
            </a:gdLst>
            <a:ahLst/>
            <a:cxnLst>
              <a:cxn ang="0">
                <a:pos x="connsiteX0" y="connsiteY0"/>
              </a:cxn>
              <a:cxn ang="0">
                <a:pos x="connsiteX1" y="connsiteY1"/>
              </a:cxn>
              <a:cxn ang="0">
                <a:pos x="connsiteX2" y="connsiteY2"/>
              </a:cxn>
              <a:cxn ang="0">
                <a:pos x="connsiteX3" y="connsiteY3"/>
              </a:cxn>
            </a:cxnLst>
            <a:rect l="l" t="t" r="r" b="b"/>
            <a:pathLst>
              <a:path w="1587228" h="1769807">
                <a:moveTo>
                  <a:pt x="1258529" y="1769807"/>
                </a:moveTo>
                <a:cubicBezTo>
                  <a:pt x="1486310" y="1327355"/>
                  <a:pt x="1714091" y="884904"/>
                  <a:pt x="1504336" y="589936"/>
                </a:cubicBezTo>
                <a:cubicBezTo>
                  <a:pt x="1294581" y="294968"/>
                  <a:pt x="0" y="0"/>
                  <a:pt x="0" y="0"/>
                </a:cubicBezTo>
                <a:lnTo>
                  <a:pt x="0"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0E662D6E-C6C4-A56A-4F5A-EB240E3E10FB}"/>
              </a:ext>
            </a:extLst>
          </p:cNvPr>
          <p:cNvSpPr/>
          <p:nvPr/>
        </p:nvSpPr>
        <p:spPr>
          <a:xfrm>
            <a:off x="9440434" y="1618033"/>
            <a:ext cx="2381598" cy="2474412"/>
          </a:xfrm>
          <a:custGeom>
            <a:avLst/>
            <a:gdLst>
              <a:gd name="connsiteX0" fmla="*/ 1258529 w 1587228"/>
              <a:gd name="connsiteY0" fmla="*/ 1769807 h 1769807"/>
              <a:gd name="connsiteX1" fmla="*/ 1504336 w 1587228"/>
              <a:gd name="connsiteY1" fmla="*/ 589936 h 1769807"/>
              <a:gd name="connsiteX2" fmla="*/ 0 w 1587228"/>
              <a:gd name="connsiteY2" fmla="*/ 0 h 1769807"/>
              <a:gd name="connsiteX3" fmla="*/ 0 w 1587228"/>
              <a:gd name="connsiteY3" fmla="*/ 0 h 1769807"/>
            </a:gdLst>
            <a:ahLst/>
            <a:cxnLst>
              <a:cxn ang="0">
                <a:pos x="connsiteX0" y="connsiteY0"/>
              </a:cxn>
              <a:cxn ang="0">
                <a:pos x="connsiteX1" y="connsiteY1"/>
              </a:cxn>
              <a:cxn ang="0">
                <a:pos x="connsiteX2" y="connsiteY2"/>
              </a:cxn>
              <a:cxn ang="0">
                <a:pos x="connsiteX3" y="connsiteY3"/>
              </a:cxn>
            </a:cxnLst>
            <a:rect l="l" t="t" r="r" b="b"/>
            <a:pathLst>
              <a:path w="1587228" h="1769807">
                <a:moveTo>
                  <a:pt x="1258529" y="1769807"/>
                </a:moveTo>
                <a:cubicBezTo>
                  <a:pt x="1486310" y="1327355"/>
                  <a:pt x="1714091" y="884904"/>
                  <a:pt x="1504336" y="589936"/>
                </a:cubicBezTo>
                <a:cubicBezTo>
                  <a:pt x="1294581" y="294968"/>
                  <a:pt x="0" y="0"/>
                  <a:pt x="0" y="0"/>
                </a:cubicBezTo>
                <a:lnTo>
                  <a:pt x="0"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91FA1755-7BCF-C84B-5E2A-C0FF20309EE5}"/>
              </a:ext>
            </a:extLst>
          </p:cNvPr>
          <p:cNvSpPr/>
          <p:nvPr/>
        </p:nvSpPr>
        <p:spPr>
          <a:xfrm>
            <a:off x="9479444" y="2458065"/>
            <a:ext cx="2561796" cy="2801393"/>
          </a:xfrm>
          <a:custGeom>
            <a:avLst/>
            <a:gdLst>
              <a:gd name="connsiteX0" fmla="*/ 1258529 w 1587228"/>
              <a:gd name="connsiteY0" fmla="*/ 1769807 h 1769807"/>
              <a:gd name="connsiteX1" fmla="*/ 1504336 w 1587228"/>
              <a:gd name="connsiteY1" fmla="*/ 589936 h 1769807"/>
              <a:gd name="connsiteX2" fmla="*/ 0 w 1587228"/>
              <a:gd name="connsiteY2" fmla="*/ 0 h 1769807"/>
              <a:gd name="connsiteX3" fmla="*/ 0 w 1587228"/>
              <a:gd name="connsiteY3" fmla="*/ 0 h 1769807"/>
            </a:gdLst>
            <a:ahLst/>
            <a:cxnLst>
              <a:cxn ang="0">
                <a:pos x="connsiteX0" y="connsiteY0"/>
              </a:cxn>
              <a:cxn ang="0">
                <a:pos x="connsiteX1" y="connsiteY1"/>
              </a:cxn>
              <a:cxn ang="0">
                <a:pos x="connsiteX2" y="connsiteY2"/>
              </a:cxn>
              <a:cxn ang="0">
                <a:pos x="connsiteX3" y="connsiteY3"/>
              </a:cxn>
            </a:cxnLst>
            <a:rect l="l" t="t" r="r" b="b"/>
            <a:pathLst>
              <a:path w="1587228" h="1769807">
                <a:moveTo>
                  <a:pt x="1258529" y="1769807"/>
                </a:moveTo>
                <a:cubicBezTo>
                  <a:pt x="1486310" y="1327355"/>
                  <a:pt x="1714091" y="884904"/>
                  <a:pt x="1504336" y="589936"/>
                </a:cubicBezTo>
                <a:cubicBezTo>
                  <a:pt x="1294581" y="294968"/>
                  <a:pt x="0" y="0"/>
                  <a:pt x="0" y="0"/>
                </a:cubicBezTo>
                <a:lnTo>
                  <a:pt x="0"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632E8734-11D1-C9EF-E8C8-915DCA6525EB}"/>
              </a:ext>
            </a:extLst>
          </p:cNvPr>
          <p:cNvSpPr/>
          <p:nvPr/>
        </p:nvSpPr>
        <p:spPr>
          <a:xfrm>
            <a:off x="9950245" y="3619193"/>
            <a:ext cx="576209" cy="1670562"/>
          </a:xfrm>
          <a:custGeom>
            <a:avLst/>
            <a:gdLst>
              <a:gd name="connsiteX0" fmla="*/ 0 w 576209"/>
              <a:gd name="connsiteY0" fmla="*/ 1602658 h 1602658"/>
              <a:gd name="connsiteX1" fmla="*/ 550607 w 576209"/>
              <a:gd name="connsiteY1" fmla="*/ 1199535 h 1602658"/>
              <a:gd name="connsiteX2" fmla="*/ 491613 w 576209"/>
              <a:gd name="connsiteY2" fmla="*/ 0 h 1602658"/>
              <a:gd name="connsiteX3" fmla="*/ 491613 w 576209"/>
              <a:gd name="connsiteY3" fmla="*/ 0 h 1602658"/>
              <a:gd name="connsiteX4" fmla="*/ 491613 w 576209"/>
              <a:gd name="connsiteY4" fmla="*/ 0 h 16026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6209" h="1602658">
                <a:moveTo>
                  <a:pt x="0" y="1602658"/>
                </a:moveTo>
                <a:cubicBezTo>
                  <a:pt x="234336" y="1534651"/>
                  <a:pt x="468672" y="1466645"/>
                  <a:pt x="550607" y="1199535"/>
                </a:cubicBezTo>
                <a:cubicBezTo>
                  <a:pt x="632543" y="932425"/>
                  <a:pt x="491613" y="0"/>
                  <a:pt x="491613" y="0"/>
                </a:cubicBezTo>
                <a:lnTo>
                  <a:pt x="491613" y="0"/>
                </a:lnTo>
                <a:lnTo>
                  <a:pt x="49161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DFE05050-168F-2401-37AF-47BE645AFB81}"/>
              </a:ext>
            </a:extLst>
          </p:cNvPr>
          <p:cNvSpPr/>
          <p:nvPr/>
        </p:nvSpPr>
        <p:spPr>
          <a:xfrm>
            <a:off x="9136718" y="2753032"/>
            <a:ext cx="390740" cy="1140542"/>
          </a:xfrm>
          <a:custGeom>
            <a:avLst/>
            <a:gdLst>
              <a:gd name="connsiteX0" fmla="*/ 390740 w 390740"/>
              <a:gd name="connsiteY0" fmla="*/ 1140542 h 1140542"/>
              <a:gd name="connsiteX1" fmla="*/ 26947 w 390740"/>
              <a:gd name="connsiteY1" fmla="*/ 678426 h 1140542"/>
              <a:gd name="connsiteX2" fmla="*/ 26947 w 390740"/>
              <a:gd name="connsiteY2" fmla="*/ 0 h 1140542"/>
              <a:gd name="connsiteX3" fmla="*/ 26947 w 390740"/>
              <a:gd name="connsiteY3" fmla="*/ 0 h 1140542"/>
              <a:gd name="connsiteX4" fmla="*/ 26947 w 390740"/>
              <a:gd name="connsiteY4" fmla="*/ 0 h 11405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0740" h="1140542">
                <a:moveTo>
                  <a:pt x="390740" y="1140542"/>
                </a:moveTo>
                <a:cubicBezTo>
                  <a:pt x="239159" y="1004529"/>
                  <a:pt x="87579" y="868516"/>
                  <a:pt x="26947" y="678426"/>
                </a:cubicBezTo>
                <a:cubicBezTo>
                  <a:pt x="-33685" y="488336"/>
                  <a:pt x="26947" y="0"/>
                  <a:pt x="26947" y="0"/>
                </a:cubicBezTo>
                <a:lnTo>
                  <a:pt x="26947" y="0"/>
                </a:lnTo>
                <a:lnTo>
                  <a:pt x="2694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9F5BAD8A-625A-7941-0297-4B9A79B4183A}"/>
              </a:ext>
            </a:extLst>
          </p:cNvPr>
          <p:cNvSpPr/>
          <p:nvPr/>
        </p:nvSpPr>
        <p:spPr>
          <a:xfrm>
            <a:off x="9940413" y="4434348"/>
            <a:ext cx="1032387" cy="1710813"/>
          </a:xfrm>
          <a:custGeom>
            <a:avLst/>
            <a:gdLst>
              <a:gd name="connsiteX0" fmla="*/ 0 w 1032387"/>
              <a:gd name="connsiteY0" fmla="*/ 1710813 h 1710813"/>
              <a:gd name="connsiteX1" fmla="*/ 609600 w 1032387"/>
              <a:gd name="connsiteY1" fmla="*/ 1140542 h 1710813"/>
              <a:gd name="connsiteX2" fmla="*/ 1032387 w 1032387"/>
              <a:gd name="connsiteY2" fmla="*/ 0 h 1710813"/>
              <a:gd name="connsiteX3" fmla="*/ 1032387 w 1032387"/>
              <a:gd name="connsiteY3" fmla="*/ 0 h 1710813"/>
            </a:gdLst>
            <a:ahLst/>
            <a:cxnLst>
              <a:cxn ang="0">
                <a:pos x="connsiteX0" y="connsiteY0"/>
              </a:cxn>
              <a:cxn ang="0">
                <a:pos x="connsiteX1" y="connsiteY1"/>
              </a:cxn>
              <a:cxn ang="0">
                <a:pos x="connsiteX2" y="connsiteY2"/>
              </a:cxn>
              <a:cxn ang="0">
                <a:pos x="connsiteX3" y="connsiteY3"/>
              </a:cxn>
            </a:cxnLst>
            <a:rect l="l" t="t" r="r" b="b"/>
            <a:pathLst>
              <a:path w="1032387" h="1710813">
                <a:moveTo>
                  <a:pt x="0" y="1710813"/>
                </a:moveTo>
                <a:cubicBezTo>
                  <a:pt x="218768" y="1568245"/>
                  <a:pt x="437536" y="1425677"/>
                  <a:pt x="609600" y="1140542"/>
                </a:cubicBezTo>
                <a:cubicBezTo>
                  <a:pt x="781664" y="855407"/>
                  <a:pt x="1032387" y="0"/>
                  <a:pt x="1032387" y="0"/>
                </a:cubicBezTo>
                <a:lnTo>
                  <a:pt x="103238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3" name="Oval 42">
            <a:extLst>
              <a:ext uri="{FF2B5EF4-FFF2-40B4-BE49-F238E27FC236}">
                <a16:creationId xmlns:a16="http://schemas.microsoft.com/office/drawing/2014/main" id="{0F1FA55B-D77F-9A13-11AF-48F0438C16C9}"/>
              </a:ext>
            </a:extLst>
          </p:cNvPr>
          <p:cNvSpPr/>
          <p:nvPr/>
        </p:nvSpPr>
        <p:spPr>
          <a:xfrm>
            <a:off x="2287745" y="117132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4" name="Oval 43">
            <a:extLst>
              <a:ext uri="{FF2B5EF4-FFF2-40B4-BE49-F238E27FC236}">
                <a16:creationId xmlns:a16="http://schemas.microsoft.com/office/drawing/2014/main" id="{A9AF16AA-ADCD-B953-B37B-5A7C08170157}"/>
              </a:ext>
            </a:extLst>
          </p:cNvPr>
          <p:cNvSpPr/>
          <p:nvPr/>
        </p:nvSpPr>
        <p:spPr>
          <a:xfrm>
            <a:off x="2287745" y="2097712"/>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5" name="Oval 44">
            <a:extLst>
              <a:ext uri="{FF2B5EF4-FFF2-40B4-BE49-F238E27FC236}">
                <a16:creationId xmlns:a16="http://schemas.microsoft.com/office/drawing/2014/main" id="{DBB366A2-F007-B873-EF11-19AA9D8729F7}"/>
              </a:ext>
            </a:extLst>
          </p:cNvPr>
          <p:cNvSpPr/>
          <p:nvPr/>
        </p:nvSpPr>
        <p:spPr>
          <a:xfrm>
            <a:off x="3540613" y="295443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46" name="Oval 45">
            <a:extLst>
              <a:ext uri="{FF2B5EF4-FFF2-40B4-BE49-F238E27FC236}">
                <a16:creationId xmlns:a16="http://schemas.microsoft.com/office/drawing/2014/main" id="{DC9EE150-269C-1646-9ECC-D8A21B780D84}"/>
              </a:ext>
            </a:extLst>
          </p:cNvPr>
          <p:cNvSpPr/>
          <p:nvPr/>
        </p:nvSpPr>
        <p:spPr>
          <a:xfrm>
            <a:off x="1059302" y="295443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7" name="Oval 46">
            <a:extLst>
              <a:ext uri="{FF2B5EF4-FFF2-40B4-BE49-F238E27FC236}">
                <a16:creationId xmlns:a16="http://schemas.microsoft.com/office/drawing/2014/main" id="{67FD761C-D248-634A-8DB3-65C009B3A379}"/>
              </a:ext>
            </a:extLst>
          </p:cNvPr>
          <p:cNvSpPr/>
          <p:nvPr/>
        </p:nvSpPr>
        <p:spPr>
          <a:xfrm>
            <a:off x="1059302" y="387761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8" name="Oval 47">
            <a:extLst>
              <a:ext uri="{FF2B5EF4-FFF2-40B4-BE49-F238E27FC236}">
                <a16:creationId xmlns:a16="http://schemas.microsoft.com/office/drawing/2014/main" id="{0865057C-AAB1-27F1-3567-A00B3B67F3AC}"/>
              </a:ext>
            </a:extLst>
          </p:cNvPr>
          <p:cNvSpPr/>
          <p:nvPr/>
        </p:nvSpPr>
        <p:spPr>
          <a:xfrm>
            <a:off x="310197" y="492385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9" name="Oval 48">
            <a:extLst>
              <a:ext uri="{FF2B5EF4-FFF2-40B4-BE49-F238E27FC236}">
                <a16:creationId xmlns:a16="http://schemas.microsoft.com/office/drawing/2014/main" id="{C5F34D70-99AB-774E-9F00-302DD2DC878D}"/>
              </a:ext>
            </a:extLst>
          </p:cNvPr>
          <p:cNvSpPr/>
          <p:nvPr/>
        </p:nvSpPr>
        <p:spPr>
          <a:xfrm>
            <a:off x="1789140" y="492385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50" name="Oval 49">
            <a:extLst>
              <a:ext uri="{FF2B5EF4-FFF2-40B4-BE49-F238E27FC236}">
                <a16:creationId xmlns:a16="http://schemas.microsoft.com/office/drawing/2014/main" id="{51C959D7-C603-69F3-8C64-8BE39477335E}"/>
              </a:ext>
            </a:extLst>
          </p:cNvPr>
          <p:cNvSpPr/>
          <p:nvPr/>
        </p:nvSpPr>
        <p:spPr>
          <a:xfrm>
            <a:off x="2752070" y="387761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51" name="Oval 50">
            <a:extLst>
              <a:ext uri="{FF2B5EF4-FFF2-40B4-BE49-F238E27FC236}">
                <a16:creationId xmlns:a16="http://schemas.microsoft.com/office/drawing/2014/main" id="{6467F806-BED4-B0B8-4A10-48D6EECD1A15}"/>
              </a:ext>
            </a:extLst>
          </p:cNvPr>
          <p:cNvSpPr/>
          <p:nvPr/>
        </p:nvSpPr>
        <p:spPr>
          <a:xfrm>
            <a:off x="2752023" y="492385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52" name="Oval 51">
            <a:extLst>
              <a:ext uri="{FF2B5EF4-FFF2-40B4-BE49-F238E27FC236}">
                <a16:creationId xmlns:a16="http://schemas.microsoft.com/office/drawing/2014/main" id="{00135F20-3860-C3AE-24D4-FCE3684BB21E}"/>
              </a:ext>
            </a:extLst>
          </p:cNvPr>
          <p:cNvSpPr/>
          <p:nvPr/>
        </p:nvSpPr>
        <p:spPr>
          <a:xfrm>
            <a:off x="2752023" y="584703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53" name="Oval 52">
            <a:extLst>
              <a:ext uri="{FF2B5EF4-FFF2-40B4-BE49-F238E27FC236}">
                <a16:creationId xmlns:a16="http://schemas.microsoft.com/office/drawing/2014/main" id="{C1D0614A-1B06-7BEA-7CED-494F9F70689F}"/>
              </a:ext>
            </a:extLst>
          </p:cNvPr>
          <p:cNvSpPr/>
          <p:nvPr/>
        </p:nvSpPr>
        <p:spPr>
          <a:xfrm>
            <a:off x="4321889" y="584703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4" name="Oval 53">
            <a:extLst>
              <a:ext uri="{FF2B5EF4-FFF2-40B4-BE49-F238E27FC236}">
                <a16:creationId xmlns:a16="http://schemas.microsoft.com/office/drawing/2014/main" id="{ED2D6E97-89ED-C4D8-EBA4-37FB9A456CFC}"/>
              </a:ext>
            </a:extLst>
          </p:cNvPr>
          <p:cNvSpPr/>
          <p:nvPr/>
        </p:nvSpPr>
        <p:spPr>
          <a:xfrm>
            <a:off x="4322202" y="3877617"/>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55" name="Oval 54">
            <a:extLst>
              <a:ext uri="{FF2B5EF4-FFF2-40B4-BE49-F238E27FC236}">
                <a16:creationId xmlns:a16="http://schemas.microsoft.com/office/drawing/2014/main" id="{23F1B9D0-54DA-B04F-3B81-4CCAC071825E}"/>
              </a:ext>
            </a:extLst>
          </p:cNvPr>
          <p:cNvSpPr/>
          <p:nvPr/>
        </p:nvSpPr>
        <p:spPr>
          <a:xfrm>
            <a:off x="4321889" y="4923850"/>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56" name="Straight Connector 55">
            <a:extLst>
              <a:ext uri="{FF2B5EF4-FFF2-40B4-BE49-F238E27FC236}">
                <a16:creationId xmlns:a16="http://schemas.microsoft.com/office/drawing/2014/main" id="{F2796120-327D-C2BD-70FB-9E1CDCDFB698}"/>
              </a:ext>
            </a:extLst>
          </p:cNvPr>
          <p:cNvCxnSpPr>
            <a:stCxn id="44" idx="4"/>
            <a:endCxn id="46" idx="0"/>
          </p:cNvCxnSpPr>
          <p:nvPr/>
        </p:nvCxnSpPr>
        <p:spPr>
          <a:xfrm flipH="1">
            <a:off x="1369182" y="2717472"/>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EBB36367-46E9-6C9D-487C-101E9AC40723}"/>
              </a:ext>
            </a:extLst>
          </p:cNvPr>
          <p:cNvCxnSpPr>
            <a:stCxn id="44" idx="4"/>
            <a:endCxn id="45" idx="0"/>
          </p:cNvCxnSpPr>
          <p:nvPr/>
        </p:nvCxnSpPr>
        <p:spPr>
          <a:xfrm>
            <a:off x="2597625" y="2717472"/>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65A1BE83-CEFF-1278-3279-9430BC7E2BF4}"/>
              </a:ext>
            </a:extLst>
          </p:cNvPr>
          <p:cNvCxnSpPr>
            <a:stCxn id="43" idx="4"/>
            <a:endCxn id="44" idx="0"/>
          </p:cNvCxnSpPr>
          <p:nvPr/>
        </p:nvCxnSpPr>
        <p:spPr>
          <a:xfrm>
            <a:off x="2597625" y="1791087"/>
            <a:ext cx="0" cy="306625"/>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C29FC54-38E8-8B0C-5B26-17DBA2B63F81}"/>
              </a:ext>
            </a:extLst>
          </p:cNvPr>
          <p:cNvCxnSpPr>
            <a:stCxn id="46" idx="4"/>
            <a:endCxn id="47" idx="0"/>
          </p:cNvCxnSpPr>
          <p:nvPr/>
        </p:nvCxnSpPr>
        <p:spPr>
          <a:xfrm>
            <a:off x="1369182" y="3574190"/>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A75BB629-5C7C-FD1B-D09B-14DE42404FD8}"/>
              </a:ext>
            </a:extLst>
          </p:cNvPr>
          <p:cNvCxnSpPr>
            <a:stCxn id="45" idx="4"/>
            <a:endCxn id="50" idx="0"/>
          </p:cNvCxnSpPr>
          <p:nvPr/>
        </p:nvCxnSpPr>
        <p:spPr>
          <a:xfrm flipH="1">
            <a:off x="3061950" y="3574190"/>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A6CDB8D-1CFE-8F66-37EA-8076DA2F9319}"/>
              </a:ext>
            </a:extLst>
          </p:cNvPr>
          <p:cNvCxnSpPr>
            <a:stCxn id="45" idx="4"/>
            <a:endCxn id="54" idx="7"/>
          </p:cNvCxnSpPr>
          <p:nvPr/>
        </p:nvCxnSpPr>
        <p:spPr>
          <a:xfrm>
            <a:off x="3850493" y="3574190"/>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730C734-FD6A-D5B4-6075-41C9E50F59EA}"/>
              </a:ext>
            </a:extLst>
          </p:cNvPr>
          <p:cNvCxnSpPr>
            <a:stCxn id="47" idx="4"/>
            <a:endCxn id="48" idx="0"/>
          </p:cNvCxnSpPr>
          <p:nvPr/>
        </p:nvCxnSpPr>
        <p:spPr>
          <a:xfrm flipH="1">
            <a:off x="620077" y="4497377"/>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58A24C4-0716-685B-93FE-B45730D5038E}"/>
              </a:ext>
            </a:extLst>
          </p:cNvPr>
          <p:cNvCxnSpPr>
            <a:stCxn id="47" idx="4"/>
            <a:endCxn id="49" idx="0"/>
          </p:cNvCxnSpPr>
          <p:nvPr/>
        </p:nvCxnSpPr>
        <p:spPr>
          <a:xfrm>
            <a:off x="1369182" y="4497377"/>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F9C6B3AF-4AA8-0D6E-D724-154C61C54D02}"/>
              </a:ext>
            </a:extLst>
          </p:cNvPr>
          <p:cNvCxnSpPr>
            <a:stCxn id="50" idx="4"/>
            <a:endCxn id="51" idx="0"/>
          </p:cNvCxnSpPr>
          <p:nvPr/>
        </p:nvCxnSpPr>
        <p:spPr>
          <a:xfrm flipH="1">
            <a:off x="3061903" y="4497377"/>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65E9F4B-B8CF-9A8C-0B7B-B53ECF6D86FD}"/>
              </a:ext>
            </a:extLst>
          </p:cNvPr>
          <p:cNvCxnSpPr>
            <a:stCxn id="51" idx="4"/>
            <a:endCxn id="52" idx="0"/>
          </p:cNvCxnSpPr>
          <p:nvPr/>
        </p:nvCxnSpPr>
        <p:spPr>
          <a:xfrm>
            <a:off x="3061903" y="5543610"/>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3500BB7-798F-34DB-4C93-6854D1C79D23}"/>
              </a:ext>
            </a:extLst>
          </p:cNvPr>
          <p:cNvCxnSpPr>
            <a:cxnSpLocks/>
            <a:stCxn id="54" idx="4"/>
            <a:endCxn id="55" idx="0"/>
          </p:cNvCxnSpPr>
          <p:nvPr/>
        </p:nvCxnSpPr>
        <p:spPr>
          <a:xfrm flipH="1">
            <a:off x="4631769" y="4497377"/>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008C28C3-7107-2472-E0BE-2855DF7B59C1}"/>
              </a:ext>
            </a:extLst>
          </p:cNvPr>
          <p:cNvCxnSpPr>
            <a:stCxn id="55" idx="4"/>
            <a:endCxn id="53" idx="0"/>
          </p:cNvCxnSpPr>
          <p:nvPr/>
        </p:nvCxnSpPr>
        <p:spPr>
          <a:xfrm>
            <a:off x="4631769" y="5543610"/>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68" name="Arrow: Up 67">
            <a:extLst>
              <a:ext uri="{FF2B5EF4-FFF2-40B4-BE49-F238E27FC236}">
                <a16:creationId xmlns:a16="http://schemas.microsoft.com/office/drawing/2014/main" id="{A462E932-08B7-D955-E56A-4479C9B9E4FF}"/>
              </a:ext>
            </a:extLst>
          </p:cNvPr>
          <p:cNvSpPr/>
          <p:nvPr/>
        </p:nvSpPr>
        <p:spPr>
          <a:xfrm rot="5400000">
            <a:off x="5286874" y="2036384"/>
            <a:ext cx="850340" cy="130556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9" name="Freeform: Shape 68">
            <a:extLst>
              <a:ext uri="{FF2B5EF4-FFF2-40B4-BE49-F238E27FC236}">
                <a16:creationId xmlns:a16="http://schemas.microsoft.com/office/drawing/2014/main" id="{FC6FE90C-2D94-F32E-446C-96803F692FAC}"/>
              </a:ext>
            </a:extLst>
          </p:cNvPr>
          <p:cNvSpPr/>
          <p:nvPr/>
        </p:nvSpPr>
        <p:spPr>
          <a:xfrm>
            <a:off x="6021243" y="3392129"/>
            <a:ext cx="4882731" cy="3371032"/>
          </a:xfrm>
          <a:custGeom>
            <a:avLst/>
            <a:gdLst>
              <a:gd name="connsiteX0" fmla="*/ 4882731 w 4882731"/>
              <a:gd name="connsiteY0" fmla="*/ 2772697 h 3371032"/>
              <a:gd name="connsiteX1" fmla="*/ 3565209 w 4882731"/>
              <a:gd name="connsiteY1" fmla="*/ 3352800 h 3371032"/>
              <a:gd name="connsiteX2" fmla="*/ 182912 w 4882731"/>
              <a:gd name="connsiteY2" fmla="*/ 2163097 h 3371032"/>
              <a:gd name="connsiteX3" fmla="*/ 566370 w 4882731"/>
              <a:gd name="connsiteY3" fmla="*/ 609600 h 3371032"/>
              <a:gd name="connsiteX4" fmla="*/ 1529931 w 4882731"/>
              <a:gd name="connsiteY4" fmla="*/ 0 h 3371032"/>
              <a:gd name="connsiteX5" fmla="*/ 1529931 w 4882731"/>
              <a:gd name="connsiteY5" fmla="*/ 0 h 3371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82731" h="3371032">
                <a:moveTo>
                  <a:pt x="4882731" y="2772697"/>
                </a:moveTo>
                <a:cubicBezTo>
                  <a:pt x="4615621" y="3113548"/>
                  <a:pt x="4348512" y="3454400"/>
                  <a:pt x="3565209" y="3352800"/>
                </a:cubicBezTo>
                <a:cubicBezTo>
                  <a:pt x="2781906" y="3251200"/>
                  <a:pt x="682719" y="2620297"/>
                  <a:pt x="182912" y="2163097"/>
                </a:cubicBezTo>
                <a:cubicBezTo>
                  <a:pt x="-316895" y="1705897"/>
                  <a:pt x="341867" y="970116"/>
                  <a:pt x="566370" y="609600"/>
                </a:cubicBezTo>
                <a:cubicBezTo>
                  <a:pt x="790873" y="249084"/>
                  <a:pt x="1529931" y="0"/>
                  <a:pt x="1529931" y="0"/>
                </a:cubicBezTo>
                <a:lnTo>
                  <a:pt x="1529931"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1" name="Freeform: Shape 70">
            <a:extLst>
              <a:ext uri="{FF2B5EF4-FFF2-40B4-BE49-F238E27FC236}">
                <a16:creationId xmlns:a16="http://schemas.microsoft.com/office/drawing/2014/main" id="{D66EF6EF-4F1F-6BC4-E5CF-EED3DBAFCD98}"/>
              </a:ext>
            </a:extLst>
          </p:cNvPr>
          <p:cNvSpPr/>
          <p:nvPr/>
        </p:nvSpPr>
        <p:spPr>
          <a:xfrm>
            <a:off x="8828835" y="1710813"/>
            <a:ext cx="167681" cy="462116"/>
          </a:xfrm>
          <a:custGeom>
            <a:avLst/>
            <a:gdLst>
              <a:gd name="connsiteX0" fmla="*/ 157849 w 167681"/>
              <a:gd name="connsiteY0" fmla="*/ 462116 h 462116"/>
              <a:gd name="connsiteX1" fmla="*/ 533 w 167681"/>
              <a:gd name="connsiteY1" fmla="*/ 255639 h 462116"/>
              <a:gd name="connsiteX2" fmla="*/ 108688 w 167681"/>
              <a:gd name="connsiteY2" fmla="*/ 88490 h 462116"/>
              <a:gd name="connsiteX3" fmla="*/ 167681 w 167681"/>
              <a:gd name="connsiteY3" fmla="*/ 0 h 462116"/>
            </a:gdLst>
            <a:ahLst/>
            <a:cxnLst>
              <a:cxn ang="0">
                <a:pos x="connsiteX0" y="connsiteY0"/>
              </a:cxn>
              <a:cxn ang="0">
                <a:pos x="connsiteX1" y="connsiteY1"/>
              </a:cxn>
              <a:cxn ang="0">
                <a:pos x="connsiteX2" y="connsiteY2"/>
              </a:cxn>
              <a:cxn ang="0">
                <a:pos x="connsiteX3" y="connsiteY3"/>
              </a:cxn>
            </a:cxnLst>
            <a:rect l="l" t="t" r="r" b="b"/>
            <a:pathLst>
              <a:path w="167681" h="462116">
                <a:moveTo>
                  <a:pt x="157849" y="462116"/>
                </a:moveTo>
                <a:cubicBezTo>
                  <a:pt x="83287" y="390013"/>
                  <a:pt x="8726" y="317910"/>
                  <a:pt x="533" y="255639"/>
                </a:cubicBezTo>
                <a:cubicBezTo>
                  <a:pt x="-7660" y="193368"/>
                  <a:pt x="80830" y="131096"/>
                  <a:pt x="108688" y="88490"/>
                </a:cubicBezTo>
                <a:cubicBezTo>
                  <a:pt x="136546" y="45884"/>
                  <a:pt x="152113" y="22942"/>
                  <a:pt x="167681"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3" name="Picture 2" descr="A blue and white logo&#10;&#10;Description automatically generated">
            <a:extLst>
              <a:ext uri="{FF2B5EF4-FFF2-40B4-BE49-F238E27FC236}">
                <a16:creationId xmlns:a16="http://schemas.microsoft.com/office/drawing/2014/main" id="{CFC40D51-F7D6-9E1E-B2A1-DAC6CC11024E}"/>
              </a:ext>
            </a:extLst>
          </p:cNvPr>
          <p:cNvPicPr>
            <a:picLocks noChangeAspect="1"/>
          </p:cNvPicPr>
          <p:nvPr/>
        </p:nvPicPr>
        <p:blipFill>
          <a:blip r:embed="rId2"/>
          <a:srcRect r="3" b="3"/>
          <a:stretch/>
        </p:blipFill>
        <p:spPr>
          <a:xfrm>
            <a:off x="0" y="0"/>
            <a:ext cx="915076" cy="915076"/>
          </a:xfrm>
          <a:prstGeom prst="rect">
            <a:avLst/>
          </a:prstGeom>
        </p:spPr>
      </p:pic>
    </p:spTree>
    <p:extLst>
      <p:ext uri="{BB962C8B-B14F-4D97-AF65-F5344CB8AC3E}">
        <p14:creationId xmlns:p14="http://schemas.microsoft.com/office/powerpoint/2010/main" val="24304772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5F78E-1196-8D9E-C263-113FBD12AF0F}"/>
              </a:ext>
            </a:extLst>
          </p:cNvPr>
          <p:cNvSpPr>
            <a:spLocks noGrp="1"/>
          </p:cNvSpPr>
          <p:nvPr>
            <p:ph type="title"/>
          </p:nvPr>
        </p:nvSpPr>
        <p:spPr>
          <a:xfrm>
            <a:off x="371592" y="978064"/>
            <a:ext cx="5026202" cy="1371600"/>
          </a:xfrm>
        </p:spPr>
        <p:txBody>
          <a:bodyPr>
            <a:normAutofit fontScale="90000"/>
          </a:bodyPr>
          <a:lstStyle/>
          <a:p>
            <a:r>
              <a:rPr lang="en-US" err="1"/>
              <a:t>STEp</a:t>
            </a:r>
            <a:r>
              <a:rPr lang="en-US"/>
              <a:t> 1: create a </a:t>
            </a:r>
            <a:r>
              <a:rPr lang="en-US" err="1"/>
              <a:t>trie</a:t>
            </a:r>
            <a:r>
              <a:rPr lang="en-US"/>
              <a:t> and LINK ALL THE NODE TO THE ROOT</a:t>
            </a:r>
            <a:endParaRPr lang="vi-VN"/>
          </a:p>
        </p:txBody>
      </p:sp>
      <p:pic>
        <p:nvPicPr>
          <p:cNvPr id="3" name="Picture 2" descr="A blue and white logo&#10;&#10;Description automatically generated">
            <a:extLst>
              <a:ext uri="{FF2B5EF4-FFF2-40B4-BE49-F238E27FC236}">
                <a16:creationId xmlns:a16="http://schemas.microsoft.com/office/drawing/2014/main" id="{89983DE1-C5EA-03ED-9B15-2D87E81143BF}"/>
              </a:ext>
            </a:extLst>
          </p:cNvPr>
          <p:cNvPicPr>
            <a:picLocks noChangeAspect="1"/>
          </p:cNvPicPr>
          <p:nvPr/>
        </p:nvPicPr>
        <p:blipFill>
          <a:blip r:embed="rId3"/>
          <a:srcRect r="3" b="3"/>
          <a:stretch/>
        </p:blipFill>
        <p:spPr>
          <a:xfrm>
            <a:off x="0" y="0"/>
            <a:ext cx="915076" cy="915076"/>
          </a:xfrm>
          <a:prstGeom prst="rect">
            <a:avLst/>
          </a:prstGeom>
        </p:spPr>
      </p:pic>
      <p:sp>
        <p:nvSpPr>
          <p:cNvPr id="32" name="Oval 31">
            <a:extLst>
              <a:ext uri="{FF2B5EF4-FFF2-40B4-BE49-F238E27FC236}">
                <a16:creationId xmlns:a16="http://schemas.microsoft.com/office/drawing/2014/main" id="{65945356-78CB-E88A-094E-23DB85D7D505}"/>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9" name="Oval 38">
            <a:extLst>
              <a:ext uri="{FF2B5EF4-FFF2-40B4-BE49-F238E27FC236}">
                <a16:creationId xmlns:a16="http://schemas.microsoft.com/office/drawing/2014/main" id="{B14A0C34-6D49-15CE-3B0D-69001702995A}"/>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6" name="Oval 45">
            <a:extLst>
              <a:ext uri="{FF2B5EF4-FFF2-40B4-BE49-F238E27FC236}">
                <a16:creationId xmlns:a16="http://schemas.microsoft.com/office/drawing/2014/main" id="{E0BB3C73-B3A3-77E5-018E-207F2107E497}"/>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47" name="Oval 46">
            <a:extLst>
              <a:ext uri="{FF2B5EF4-FFF2-40B4-BE49-F238E27FC236}">
                <a16:creationId xmlns:a16="http://schemas.microsoft.com/office/drawing/2014/main" id="{1A50BD51-04D8-68B9-6BB1-EF7FCA42CBD3}"/>
              </a:ext>
            </a:extLst>
          </p:cNvPr>
          <p:cNvSpPr/>
          <p:nvPr/>
        </p:nvSpPr>
        <p:spPr>
          <a:xfrm>
            <a:off x="6191740"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8" name="Oval 47">
            <a:extLst>
              <a:ext uri="{FF2B5EF4-FFF2-40B4-BE49-F238E27FC236}">
                <a16:creationId xmlns:a16="http://schemas.microsoft.com/office/drawing/2014/main" id="{4AB541C5-AC75-18BB-1623-501B889F5E7C}"/>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9" name="Oval 48">
            <a:extLst>
              <a:ext uri="{FF2B5EF4-FFF2-40B4-BE49-F238E27FC236}">
                <a16:creationId xmlns:a16="http://schemas.microsoft.com/office/drawing/2014/main" id="{94EE6067-B0FA-B0D0-AC5C-6545E53209BA}"/>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0" name="Oval 49">
            <a:extLst>
              <a:ext uri="{FF2B5EF4-FFF2-40B4-BE49-F238E27FC236}">
                <a16:creationId xmlns:a16="http://schemas.microsoft.com/office/drawing/2014/main" id="{77B7E450-0E74-93C4-3562-581E31D98321}"/>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51" name="Oval 50">
            <a:extLst>
              <a:ext uri="{FF2B5EF4-FFF2-40B4-BE49-F238E27FC236}">
                <a16:creationId xmlns:a16="http://schemas.microsoft.com/office/drawing/2014/main" id="{A10C264F-26C4-A0F6-ADAF-E969D78890FF}"/>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52" name="Oval 51">
            <a:extLst>
              <a:ext uri="{FF2B5EF4-FFF2-40B4-BE49-F238E27FC236}">
                <a16:creationId xmlns:a16="http://schemas.microsoft.com/office/drawing/2014/main" id="{5AF9CEC4-1278-CBDF-7982-BB1B4A685A65}"/>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53" name="Oval 52">
            <a:extLst>
              <a:ext uri="{FF2B5EF4-FFF2-40B4-BE49-F238E27FC236}">
                <a16:creationId xmlns:a16="http://schemas.microsoft.com/office/drawing/2014/main" id="{1F9BA0CF-1F1E-E23C-1151-437E2E4532BC}"/>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54" name="Oval 53">
            <a:extLst>
              <a:ext uri="{FF2B5EF4-FFF2-40B4-BE49-F238E27FC236}">
                <a16:creationId xmlns:a16="http://schemas.microsoft.com/office/drawing/2014/main" id="{D974325E-F878-F21B-759F-C50A4921D66C}"/>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5" name="Oval 54">
            <a:extLst>
              <a:ext uri="{FF2B5EF4-FFF2-40B4-BE49-F238E27FC236}">
                <a16:creationId xmlns:a16="http://schemas.microsoft.com/office/drawing/2014/main" id="{798EFDE8-DCFF-2E3E-A2D2-38A3357B1A6B}"/>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56" name="Oval 55">
            <a:extLst>
              <a:ext uri="{FF2B5EF4-FFF2-40B4-BE49-F238E27FC236}">
                <a16:creationId xmlns:a16="http://schemas.microsoft.com/office/drawing/2014/main" id="{0120DD29-8C69-6A0A-2D6F-4E6F1CE15722}"/>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57" name="Straight Connector 56">
            <a:extLst>
              <a:ext uri="{FF2B5EF4-FFF2-40B4-BE49-F238E27FC236}">
                <a16:creationId xmlns:a16="http://schemas.microsoft.com/office/drawing/2014/main" id="{1157399E-0ECE-66AB-1A45-7BFDDD2856AF}"/>
              </a:ext>
            </a:extLst>
          </p:cNvPr>
          <p:cNvCxnSpPr>
            <a:stCxn id="39" idx="4"/>
            <a:endCxn id="47"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9D2348D-2AE3-0ACC-9F56-CBE81C78D744}"/>
              </a:ext>
            </a:extLst>
          </p:cNvPr>
          <p:cNvCxnSpPr>
            <a:stCxn id="39" idx="4"/>
            <a:endCxn id="46"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95AADA1-9265-A7C6-82C2-2317E9F84C2D}"/>
              </a:ext>
            </a:extLst>
          </p:cNvPr>
          <p:cNvCxnSpPr>
            <a:stCxn id="32" idx="4"/>
            <a:endCxn id="39"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5D6ABE0-F3CD-6085-F69F-45C365AFC83C}"/>
              </a:ext>
            </a:extLst>
          </p:cNvPr>
          <p:cNvCxnSpPr>
            <a:stCxn id="47" idx="4"/>
            <a:endCxn id="48"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202C720-4AB1-8E27-5545-A73BD6F1B101}"/>
              </a:ext>
            </a:extLst>
          </p:cNvPr>
          <p:cNvCxnSpPr>
            <a:stCxn id="46" idx="4"/>
            <a:endCxn id="51"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109B0CD-5BE8-40E3-3A07-085E1876F240}"/>
              </a:ext>
            </a:extLst>
          </p:cNvPr>
          <p:cNvCxnSpPr>
            <a:stCxn id="46" idx="4"/>
            <a:endCxn id="55"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D83580DC-FA03-8B95-C596-4DA4538D4F4C}"/>
              </a:ext>
            </a:extLst>
          </p:cNvPr>
          <p:cNvCxnSpPr>
            <a:stCxn id="48" idx="4"/>
            <a:endCxn id="49"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45C83A9D-CD8F-3E4B-CD57-ADA2237095DE}"/>
              </a:ext>
            </a:extLst>
          </p:cNvPr>
          <p:cNvCxnSpPr>
            <a:stCxn id="48" idx="4"/>
            <a:endCxn id="50"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D1BC6B2-26A4-2E86-FA8B-9488CEFFA418}"/>
              </a:ext>
            </a:extLst>
          </p:cNvPr>
          <p:cNvCxnSpPr>
            <a:stCxn id="51" idx="4"/>
            <a:endCxn id="52"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D17C06F1-9D60-DD40-E2EF-55DC6925E7BF}"/>
              </a:ext>
            </a:extLst>
          </p:cNvPr>
          <p:cNvCxnSpPr>
            <a:stCxn id="52" idx="4"/>
            <a:endCxn id="53"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7D14B0CA-8323-7CCE-668A-085BBA9FCF02}"/>
              </a:ext>
            </a:extLst>
          </p:cNvPr>
          <p:cNvCxnSpPr>
            <a:cxnSpLocks/>
            <a:stCxn id="55" idx="4"/>
            <a:endCxn id="56"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977A730-E04D-BEFD-6225-2CB420432C45}"/>
              </a:ext>
            </a:extLst>
          </p:cNvPr>
          <p:cNvCxnSpPr>
            <a:stCxn id="56" idx="4"/>
            <a:endCxn id="54"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983EC8B1-8EF6-C8EE-00F9-78E622D7CE1B}"/>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0" name="Freeform: Shape 69">
            <a:extLst>
              <a:ext uri="{FF2B5EF4-FFF2-40B4-BE49-F238E27FC236}">
                <a16:creationId xmlns:a16="http://schemas.microsoft.com/office/drawing/2014/main" id="{23F331E8-4338-9030-3D50-C1EAAC7EF844}"/>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1" name="Freeform: Shape 70">
            <a:extLst>
              <a:ext uri="{FF2B5EF4-FFF2-40B4-BE49-F238E27FC236}">
                <a16:creationId xmlns:a16="http://schemas.microsoft.com/office/drawing/2014/main" id="{9951F16C-12C8-B752-098A-A05B659F66D0}"/>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2" name="Freeform: Shape 71">
            <a:extLst>
              <a:ext uri="{FF2B5EF4-FFF2-40B4-BE49-F238E27FC236}">
                <a16:creationId xmlns:a16="http://schemas.microsoft.com/office/drawing/2014/main" id="{A76FA21C-A6CF-858C-BDA2-83E5D5FB41C4}"/>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3" name="Freeform: Shape 72">
            <a:extLst>
              <a:ext uri="{FF2B5EF4-FFF2-40B4-BE49-F238E27FC236}">
                <a16:creationId xmlns:a16="http://schemas.microsoft.com/office/drawing/2014/main" id="{CA6E13D7-8E3D-7801-1872-1DB88E2DE043}"/>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4" name="Freeform: Shape 73">
            <a:extLst>
              <a:ext uri="{FF2B5EF4-FFF2-40B4-BE49-F238E27FC236}">
                <a16:creationId xmlns:a16="http://schemas.microsoft.com/office/drawing/2014/main" id="{21F3E367-8C34-ECF5-7EA7-7E4DD660E220}"/>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5" name="Freeform: Shape 74">
            <a:extLst>
              <a:ext uri="{FF2B5EF4-FFF2-40B4-BE49-F238E27FC236}">
                <a16:creationId xmlns:a16="http://schemas.microsoft.com/office/drawing/2014/main" id="{DC0A8394-7C65-7429-1CAC-8370D09DA1BD}"/>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6" name="Freeform: Shape 75">
            <a:extLst>
              <a:ext uri="{FF2B5EF4-FFF2-40B4-BE49-F238E27FC236}">
                <a16:creationId xmlns:a16="http://schemas.microsoft.com/office/drawing/2014/main" id="{F25FD9AF-0FAC-0B1C-A0F0-C4A106C79861}"/>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7" name="Freeform: Shape 76">
            <a:extLst>
              <a:ext uri="{FF2B5EF4-FFF2-40B4-BE49-F238E27FC236}">
                <a16:creationId xmlns:a16="http://schemas.microsoft.com/office/drawing/2014/main" id="{B853A7FA-D105-B74D-E58A-5CC05E829179}"/>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8" name="Freeform: Shape 77">
            <a:extLst>
              <a:ext uri="{FF2B5EF4-FFF2-40B4-BE49-F238E27FC236}">
                <a16:creationId xmlns:a16="http://schemas.microsoft.com/office/drawing/2014/main" id="{061B10B4-2F18-DE5E-583F-C3D768FB97DC}"/>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9" name="Freeform: Shape 78">
            <a:extLst>
              <a:ext uri="{FF2B5EF4-FFF2-40B4-BE49-F238E27FC236}">
                <a16:creationId xmlns:a16="http://schemas.microsoft.com/office/drawing/2014/main" id="{C357EC99-C469-063A-1028-B45B084C7274}"/>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80" name="Freeform: Shape 79">
            <a:extLst>
              <a:ext uri="{FF2B5EF4-FFF2-40B4-BE49-F238E27FC236}">
                <a16:creationId xmlns:a16="http://schemas.microsoft.com/office/drawing/2014/main" id="{0E1F825C-386D-F3D7-DF1C-D77A2053CC4B}"/>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Tree>
    <p:extLst>
      <p:ext uri="{BB962C8B-B14F-4D97-AF65-F5344CB8AC3E}">
        <p14:creationId xmlns:p14="http://schemas.microsoft.com/office/powerpoint/2010/main" val="24183227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CDC0D-F9CA-3444-4D05-02A5826947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F31089-3E78-6321-8AA0-AA44247E90C9}"/>
              </a:ext>
            </a:extLst>
          </p:cNvPr>
          <p:cNvSpPr>
            <a:spLocks noGrp="1"/>
          </p:cNvSpPr>
          <p:nvPr>
            <p:ph type="title"/>
          </p:nvPr>
        </p:nvSpPr>
        <p:spPr>
          <a:xfrm>
            <a:off x="400385" y="720631"/>
            <a:ext cx="5026202" cy="1371600"/>
          </a:xfrm>
        </p:spPr>
        <p:txBody>
          <a:bodyPr>
            <a:normAutofit/>
          </a:bodyPr>
          <a:lstStyle/>
          <a:p>
            <a:r>
              <a:rPr lang="en-US" sz="2900"/>
              <a:t>STEP 2:RELINKING THE NODE</a:t>
            </a:r>
            <a:endParaRPr lang="vi-VN" sz="2900"/>
          </a:p>
        </p:txBody>
      </p:sp>
      <p:pic>
        <p:nvPicPr>
          <p:cNvPr id="3" name="Picture 2" descr="A blue and white logo&#10;&#10;Description automatically generated">
            <a:extLst>
              <a:ext uri="{FF2B5EF4-FFF2-40B4-BE49-F238E27FC236}">
                <a16:creationId xmlns:a16="http://schemas.microsoft.com/office/drawing/2014/main" id="{EE87B750-416C-39AE-71BB-B843D2B428AD}"/>
              </a:ext>
            </a:extLst>
          </p:cNvPr>
          <p:cNvPicPr>
            <a:picLocks noChangeAspect="1"/>
          </p:cNvPicPr>
          <p:nvPr/>
        </p:nvPicPr>
        <p:blipFill>
          <a:blip r:embed="rId2"/>
          <a:srcRect r="3" b="3"/>
          <a:stretch/>
        </p:blipFill>
        <p:spPr>
          <a:xfrm>
            <a:off x="0" y="0"/>
            <a:ext cx="915076" cy="915076"/>
          </a:xfrm>
          <a:prstGeom prst="rect">
            <a:avLst/>
          </a:prstGeom>
        </p:spPr>
      </p:pic>
      <p:sp>
        <p:nvSpPr>
          <p:cNvPr id="32" name="Oval 31">
            <a:extLst>
              <a:ext uri="{FF2B5EF4-FFF2-40B4-BE49-F238E27FC236}">
                <a16:creationId xmlns:a16="http://schemas.microsoft.com/office/drawing/2014/main" id="{71F3AD37-A68F-0DD3-5E58-489D1DE9B95B}"/>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39" name="Oval 38">
            <a:extLst>
              <a:ext uri="{FF2B5EF4-FFF2-40B4-BE49-F238E27FC236}">
                <a16:creationId xmlns:a16="http://schemas.microsoft.com/office/drawing/2014/main" id="{B0A54E97-E00E-A6F8-9A47-6A98C7AF9617}"/>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6" name="Oval 45">
            <a:extLst>
              <a:ext uri="{FF2B5EF4-FFF2-40B4-BE49-F238E27FC236}">
                <a16:creationId xmlns:a16="http://schemas.microsoft.com/office/drawing/2014/main" id="{35B39899-FD0B-3722-475C-14B4C6D78888}"/>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47" name="Oval 46">
            <a:extLst>
              <a:ext uri="{FF2B5EF4-FFF2-40B4-BE49-F238E27FC236}">
                <a16:creationId xmlns:a16="http://schemas.microsoft.com/office/drawing/2014/main" id="{ED6C8BB8-CB5C-4759-6D16-00CF21191D2C}"/>
              </a:ext>
            </a:extLst>
          </p:cNvPr>
          <p:cNvSpPr/>
          <p:nvPr/>
        </p:nvSpPr>
        <p:spPr>
          <a:xfrm>
            <a:off x="6191740"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8" name="Oval 47">
            <a:extLst>
              <a:ext uri="{FF2B5EF4-FFF2-40B4-BE49-F238E27FC236}">
                <a16:creationId xmlns:a16="http://schemas.microsoft.com/office/drawing/2014/main" id="{4DC6EF2A-6F76-2BDF-ADD1-D530C9CD77A4}"/>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9" name="Oval 48">
            <a:extLst>
              <a:ext uri="{FF2B5EF4-FFF2-40B4-BE49-F238E27FC236}">
                <a16:creationId xmlns:a16="http://schemas.microsoft.com/office/drawing/2014/main" id="{7F283E86-9D86-72A3-6897-FD056A2C4D23}"/>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0" name="Oval 49">
            <a:extLst>
              <a:ext uri="{FF2B5EF4-FFF2-40B4-BE49-F238E27FC236}">
                <a16:creationId xmlns:a16="http://schemas.microsoft.com/office/drawing/2014/main" id="{B59EB8B4-E24F-D5AA-6AD5-F3D28FE6B52F}"/>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51" name="Oval 50">
            <a:extLst>
              <a:ext uri="{FF2B5EF4-FFF2-40B4-BE49-F238E27FC236}">
                <a16:creationId xmlns:a16="http://schemas.microsoft.com/office/drawing/2014/main" id="{60952AB1-B7C3-07EB-82BF-56626741F195}"/>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52" name="Oval 51">
            <a:extLst>
              <a:ext uri="{FF2B5EF4-FFF2-40B4-BE49-F238E27FC236}">
                <a16:creationId xmlns:a16="http://schemas.microsoft.com/office/drawing/2014/main" id="{164EC961-14FE-9932-AC32-08B57C5EC1F6}"/>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53" name="Oval 52">
            <a:extLst>
              <a:ext uri="{FF2B5EF4-FFF2-40B4-BE49-F238E27FC236}">
                <a16:creationId xmlns:a16="http://schemas.microsoft.com/office/drawing/2014/main" id="{4CEF8E34-08B8-6AE7-2DED-C414291A2C28}"/>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54" name="Oval 53">
            <a:extLst>
              <a:ext uri="{FF2B5EF4-FFF2-40B4-BE49-F238E27FC236}">
                <a16:creationId xmlns:a16="http://schemas.microsoft.com/office/drawing/2014/main" id="{5BA0D1B0-C5FA-A0BE-538E-7A17299222E0}"/>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5" name="Oval 54">
            <a:extLst>
              <a:ext uri="{FF2B5EF4-FFF2-40B4-BE49-F238E27FC236}">
                <a16:creationId xmlns:a16="http://schemas.microsoft.com/office/drawing/2014/main" id="{4CD0671A-B6C4-EC82-AC54-7EAD8A2B6C81}"/>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56" name="Oval 55">
            <a:extLst>
              <a:ext uri="{FF2B5EF4-FFF2-40B4-BE49-F238E27FC236}">
                <a16:creationId xmlns:a16="http://schemas.microsoft.com/office/drawing/2014/main" id="{4ED94A07-B47A-5B74-05E6-5D2EBCEBD36D}"/>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57" name="Straight Connector 56">
            <a:extLst>
              <a:ext uri="{FF2B5EF4-FFF2-40B4-BE49-F238E27FC236}">
                <a16:creationId xmlns:a16="http://schemas.microsoft.com/office/drawing/2014/main" id="{DE592823-4B78-F4E1-6AE1-73C998DC7245}"/>
              </a:ext>
            </a:extLst>
          </p:cNvPr>
          <p:cNvCxnSpPr>
            <a:stCxn id="39" idx="4"/>
            <a:endCxn id="47"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45083D0D-3929-4ABA-F90B-8426D693AC37}"/>
              </a:ext>
            </a:extLst>
          </p:cNvPr>
          <p:cNvCxnSpPr>
            <a:stCxn id="39" idx="4"/>
            <a:endCxn id="46"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37F9FD11-E00A-12D9-1F30-7F4C6C501B29}"/>
              </a:ext>
            </a:extLst>
          </p:cNvPr>
          <p:cNvCxnSpPr>
            <a:stCxn id="32" idx="4"/>
            <a:endCxn id="39"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5237A7F-5AD1-B1CC-5A84-DBB7D7EE693B}"/>
              </a:ext>
            </a:extLst>
          </p:cNvPr>
          <p:cNvCxnSpPr>
            <a:stCxn id="47" idx="4"/>
            <a:endCxn id="48"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C8EF13D-32DE-26A5-4983-D4CB25E0482F}"/>
              </a:ext>
            </a:extLst>
          </p:cNvPr>
          <p:cNvCxnSpPr>
            <a:stCxn id="46" idx="4"/>
            <a:endCxn id="51"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75E44BE5-9ED4-9223-3535-678F4867F68C}"/>
              </a:ext>
            </a:extLst>
          </p:cNvPr>
          <p:cNvCxnSpPr>
            <a:stCxn id="46" idx="4"/>
            <a:endCxn id="55"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D094EE1-E059-D817-8E21-B3D56C1D2CBE}"/>
              </a:ext>
            </a:extLst>
          </p:cNvPr>
          <p:cNvCxnSpPr>
            <a:stCxn id="48" idx="4"/>
            <a:endCxn id="49"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0EF6A05-D577-A75B-13DE-3069015A935D}"/>
              </a:ext>
            </a:extLst>
          </p:cNvPr>
          <p:cNvCxnSpPr>
            <a:stCxn id="48" idx="4"/>
            <a:endCxn id="50"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F3EE8652-E9BF-822F-B6BC-673F88B3BF99}"/>
              </a:ext>
            </a:extLst>
          </p:cNvPr>
          <p:cNvCxnSpPr>
            <a:stCxn id="51" idx="4"/>
            <a:endCxn id="52"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0796376-74A7-4796-5E02-97EF92B26E64}"/>
              </a:ext>
            </a:extLst>
          </p:cNvPr>
          <p:cNvCxnSpPr>
            <a:stCxn id="52" idx="4"/>
            <a:endCxn id="53"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285E972-2BCB-76EB-95EE-4E7ABA08D8AB}"/>
              </a:ext>
            </a:extLst>
          </p:cNvPr>
          <p:cNvCxnSpPr>
            <a:cxnSpLocks/>
            <a:stCxn id="55" idx="4"/>
            <a:endCxn id="56"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60148AD-9627-290B-9C63-5511215FD4B4}"/>
              </a:ext>
            </a:extLst>
          </p:cNvPr>
          <p:cNvCxnSpPr>
            <a:stCxn id="56" idx="4"/>
            <a:endCxn id="54"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69" name="Freeform: Shape 68">
            <a:extLst>
              <a:ext uri="{FF2B5EF4-FFF2-40B4-BE49-F238E27FC236}">
                <a16:creationId xmlns:a16="http://schemas.microsoft.com/office/drawing/2014/main" id="{080183C5-89C6-BBC4-BFA2-33AC37647745}"/>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0" name="Freeform: Shape 69">
            <a:extLst>
              <a:ext uri="{FF2B5EF4-FFF2-40B4-BE49-F238E27FC236}">
                <a16:creationId xmlns:a16="http://schemas.microsoft.com/office/drawing/2014/main" id="{B4C1540F-D82B-1A4C-8CC3-6ED0B249AB55}"/>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1" name="Freeform: Shape 70">
            <a:extLst>
              <a:ext uri="{FF2B5EF4-FFF2-40B4-BE49-F238E27FC236}">
                <a16:creationId xmlns:a16="http://schemas.microsoft.com/office/drawing/2014/main" id="{73BD3859-3112-F9A0-1619-DFBACC139052}"/>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2" name="Freeform: Shape 71">
            <a:extLst>
              <a:ext uri="{FF2B5EF4-FFF2-40B4-BE49-F238E27FC236}">
                <a16:creationId xmlns:a16="http://schemas.microsoft.com/office/drawing/2014/main" id="{D744F1A4-17AF-EE12-BE3E-8101DCDC599D}"/>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3" name="Freeform: Shape 72">
            <a:extLst>
              <a:ext uri="{FF2B5EF4-FFF2-40B4-BE49-F238E27FC236}">
                <a16:creationId xmlns:a16="http://schemas.microsoft.com/office/drawing/2014/main" id="{FE1FCCAA-EF94-90DF-0CC0-7AE9865F5EDF}"/>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4" name="Freeform: Shape 73">
            <a:extLst>
              <a:ext uri="{FF2B5EF4-FFF2-40B4-BE49-F238E27FC236}">
                <a16:creationId xmlns:a16="http://schemas.microsoft.com/office/drawing/2014/main" id="{44C7A6AD-1E1E-23CF-C9F0-04882279EBC0}"/>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5" name="Freeform: Shape 74">
            <a:extLst>
              <a:ext uri="{FF2B5EF4-FFF2-40B4-BE49-F238E27FC236}">
                <a16:creationId xmlns:a16="http://schemas.microsoft.com/office/drawing/2014/main" id="{0F23E8F0-13AA-7BA1-E7C4-F177F0EE02D5}"/>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6" name="Freeform: Shape 75">
            <a:extLst>
              <a:ext uri="{FF2B5EF4-FFF2-40B4-BE49-F238E27FC236}">
                <a16:creationId xmlns:a16="http://schemas.microsoft.com/office/drawing/2014/main" id="{1DCE62C0-0E8E-22A5-32CC-080D58426796}"/>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7" name="Freeform: Shape 76">
            <a:extLst>
              <a:ext uri="{FF2B5EF4-FFF2-40B4-BE49-F238E27FC236}">
                <a16:creationId xmlns:a16="http://schemas.microsoft.com/office/drawing/2014/main" id="{11D790A3-0273-514B-AB27-9FAA76265621}"/>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8" name="Freeform: Shape 77">
            <a:extLst>
              <a:ext uri="{FF2B5EF4-FFF2-40B4-BE49-F238E27FC236}">
                <a16:creationId xmlns:a16="http://schemas.microsoft.com/office/drawing/2014/main" id="{71CC1940-6461-27DD-2297-BD0E1D6F312A}"/>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9" name="Freeform: Shape 78">
            <a:extLst>
              <a:ext uri="{FF2B5EF4-FFF2-40B4-BE49-F238E27FC236}">
                <a16:creationId xmlns:a16="http://schemas.microsoft.com/office/drawing/2014/main" id="{C0103779-14F1-1280-91C2-11AD4E8FBF43}"/>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80" name="Freeform: Shape 79">
            <a:extLst>
              <a:ext uri="{FF2B5EF4-FFF2-40B4-BE49-F238E27FC236}">
                <a16:creationId xmlns:a16="http://schemas.microsoft.com/office/drawing/2014/main" id="{AA4AF055-D2A0-969E-C4A3-EC1FF2AD64B7}"/>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 name="Freeform: Shape 3">
            <a:extLst>
              <a:ext uri="{FF2B5EF4-FFF2-40B4-BE49-F238E27FC236}">
                <a16:creationId xmlns:a16="http://schemas.microsoft.com/office/drawing/2014/main" id="{A68F0B91-3109-D273-153E-361BC7AD3140}"/>
              </a:ext>
            </a:extLst>
          </p:cNvPr>
          <p:cNvSpPr/>
          <p:nvPr/>
        </p:nvSpPr>
        <p:spPr>
          <a:xfrm>
            <a:off x="8187146" y="770258"/>
            <a:ext cx="255514" cy="226721"/>
          </a:xfrm>
          <a:custGeom>
            <a:avLst/>
            <a:gdLst>
              <a:gd name="connsiteX0" fmla="*/ 255514 w 255514"/>
              <a:gd name="connsiteY0" fmla="*/ 140996 h 226721"/>
              <a:gd name="connsiteX1" fmla="*/ 95494 w 255514"/>
              <a:gd name="connsiteY1" fmla="*/ 26 h 226721"/>
              <a:gd name="connsiteX2" fmla="*/ 244 w 255514"/>
              <a:gd name="connsiteY2" fmla="*/ 150521 h 226721"/>
              <a:gd name="connsiteX3" fmla="*/ 122164 w 255514"/>
              <a:gd name="connsiteY3" fmla="*/ 226721 h 226721"/>
            </a:gdLst>
            <a:ahLst/>
            <a:cxnLst>
              <a:cxn ang="0">
                <a:pos x="connsiteX0" y="connsiteY0"/>
              </a:cxn>
              <a:cxn ang="0">
                <a:pos x="connsiteX1" y="connsiteY1"/>
              </a:cxn>
              <a:cxn ang="0">
                <a:pos x="connsiteX2" y="connsiteY2"/>
              </a:cxn>
              <a:cxn ang="0">
                <a:pos x="connsiteX3" y="connsiteY3"/>
              </a:cxn>
            </a:cxnLst>
            <a:rect l="l" t="t" r="r" b="b"/>
            <a:pathLst>
              <a:path w="255514" h="226721">
                <a:moveTo>
                  <a:pt x="255514" y="140996"/>
                </a:moveTo>
                <a:cubicBezTo>
                  <a:pt x="196776" y="69717"/>
                  <a:pt x="138039" y="-1561"/>
                  <a:pt x="95494" y="26"/>
                </a:cubicBezTo>
                <a:cubicBezTo>
                  <a:pt x="52949" y="1613"/>
                  <a:pt x="-4201" y="112738"/>
                  <a:pt x="244" y="150521"/>
                </a:cubicBezTo>
                <a:cubicBezTo>
                  <a:pt x="4689" y="188304"/>
                  <a:pt x="63426" y="207512"/>
                  <a:pt x="122164" y="226721"/>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6" name="TextBox 5">
            <a:extLst>
              <a:ext uri="{FF2B5EF4-FFF2-40B4-BE49-F238E27FC236}">
                <a16:creationId xmlns:a16="http://schemas.microsoft.com/office/drawing/2014/main" id="{B5F47072-44F2-BD4E-A240-6392C69A75CA}"/>
              </a:ext>
            </a:extLst>
          </p:cNvPr>
          <p:cNvSpPr txBox="1"/>
          <p:nvPr/>
        </p:nvSpPr>
        <p:spPr>
          <a:xfrm>
            <a:off x="356181" y="2132359"/>
            <a:ext cx="4976375" cy="1754326"/>
          </a:xfrm>
          <a:prstGeom prst="rect">
            <a:avLst/>
          </a:prstGeom>
          <a:noFill/>
        </p:spPr>
        <p:txBody>
          <a:bodyPr wrap="square" rtlCol="0">
            <a:spAutoFit/>
          </a:bodyPr>
          <a:lstStyle/>
          <a:p>
            <a:r>
              <a:rPr lang="en-US" sz="1800">
                <a:solidFill>
                  <a:schemeClr val="tx1"/>
                </a:solidFill>
              </a:rPr>
              <a:t>At node </a:t>
            </a:r>
            <a:r>
              <a:rPr lang="en-US" err="1">
                <a:solidFill>
                  <a:schemeClr val="tx1"/>
                </a:solidFill>
              </a:rPr>
              <a:t>i</a:t>
            </a:r>
            <a:r>
              <a:rPr lang="en-US" sz="1800">
                <a:solidFill>
                  <a:schemeClr val="tx1"/>
                </a:solidFill>
              </a:rPr>
              <a:t>, we call node which the link of node i’s parent points at is x. </a:t>
            </a:r>
          </a:p>
          <a:p>
            <a:r>
              <a:rPr lang="en-US" sz="1800">
                <a:solidFill>
                  <a:schemeClr val="tx1"/>
                </a:solidFill>
              </a:rPr>
              <a:t>If x</a:t>
            </a:r>
            <a:r>
              <a:rPr lang="en-US"/>
              <a:t> is the root, we do nothing. </a:t>
            </a:r>
          </a:p>
          <a:p>
            <a:r>
              <a:rPr lang="en-US" sz="1800">
                <a:solidFill>
                  <a:schemeClr val="tx1"/>
                </a:solidFill>
              </a:rPr>
              <a:t>If the child of node x is as same as node </a:t>
            </a:r>
            <a:r>
              <a:rPr lang="en-US" sz="1800" err="1">
                <a:solidFill>
                  <a:schemeClr val="tx1"/>
                </a:solidFill>
              </a:rPr>
              <a:t>i</a:t>
            </a:r>
            <a:r>
              <a:rPr lang="en-US" sz="1800">
                <a:solidFill>
                  <a:schemeClr val="tx1"/>
                </a:solidFill>
              </a:rPr>
              <a:t>, </a:t>
            </a:r>
          </a:p>
          <a:p>
            <a:r>
              <a:rPr lang="en-US" sz="1800">
                <a:solidFill>
                  <a:schemeClr val="tx1"/>
                </a:solidFill>
              </a:rPr>
              <a:t>the link of node </a:t>
            </a:r>
            <a:r>
              <a:rPr lang="en-US" sz="1800" err="1">
                <a:solidFill>
                  <a:schemeClr val="tx1"/>
                </a:solidFill>
              </a:rPr>
              <a:t>i</a:t>
            </a:r>
            <a:r>
              <a:rPr lang="en-US" sz="1800">
                <a:solidFill>
                  <a:schemeClr val="tx1"/>
                </a:solidFill>
              </a:rPr>
              <a:t> will point to node x’s child. Otherwise, we do nothing.</a:t>
            </a:r>
            <a:endParaRPr lang="vi-VN"/>
          </a:p>
        </p:txBody>
      </p:sp>
    </p:spTree>
    <p:extLst>
      <p:ext uri="{BB962C8B-B14F-4D97-AF65-F5344CB8AC3E}">
        <p14:creationId xmlns:p14="http://schemas.microsoft.com/office/powerpoint/2010/main" val="21734256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77073-240D-3F18-9285-16198419415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9BE4D17A-99B1-50DA-1F1C-F51F72853A3D}"/>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F3F3AFC0-2F79-559E-B315-0FC005007CDA}"/>
              </a:ext>
            </a:extLst>
          </p:cNvPr>
          <p:cNvSpPr/>
          <p:nvPr/>
        </p:nvSpPr>
        <p:spPr>
          <a:xfrm>
            <a:off x="7420183" y="1665093"/>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2EC2126F-1E43-36E4-4EE5-6E4F413F0EDC}"/>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F26C3733-8245-D9DB-B31A-67C09CF59FA5}"/>
              </a:ext>
            </a:extLst>
          </p:cNvPr>
          <p:cNvSpPr/>
          <p:nvPr/>
        </p:nvSpPr>
        <p:spPr>
          <a:xfrm>
            <a:off x="6191740"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2EE6BD88-6FD5-10F3-E649-499EDA1B6706}"/>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192E5182-BCAE-BC91-1BEB-64743C631891}"/>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1D58ECA6-F881-D960-15FB-599427EEA1EA}"/>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39847090-5607-9CDD-4713-B3D9C1566025}"/>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808ACC92-4F38-9933-8732-A69D3AE38D6F}"/>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7893427E-D433-BD78-921F-1BA2539A99A9}"/>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02B436A9-A79B-1B35-EC5D-BFEDBA417BD6}"/>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E3F756F0-6B7A-2F2A-369F-5A31EECD5D03}"/>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EF04A8EF-D3E8-5D64-1FE5-1CD855654C29}"/>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D1593360-07F6-D791-527C-476871CA23A9}"/>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7F4430F-10CA-066E-78A4-3E917C2C0048}"/>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1F2EE32-4C56-76F0-1093-2F396FD5104B}"/>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7144262-7ECC-94B2-FC24-94A251A4A9C5}"/>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DA402EE-3B0B-16A1-C085-2271FB7522C5}"/>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F4B6432-FF6B-B1BC-BC83-F50354D904E7}"/>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DFB9C48-DCA6-4C2B-49B1-D6FA59B99845}"/>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0C06D42F-06C8-97D8-4F0D-D00D37DC164C}"/>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838C252-8876-3951-5CF8-5F7D25695096}"/>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74B2DD2-92BC-FDA5-D123-C376D52F776C}"/>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12FE0B4-2AD9-25E4-A5A5-4BC2A8B6E235}"/>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79CA3F3-D0B6-1000-5216-96AE9A6B11F1}"/>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D93A897A-2B75-3550-F69B-3A99F05DDF9D}"/>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992670DC-4134-4DE2-BA79-988055CA1621}"/>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C7C168BF-6905-EF33-5629-67224729F49F}"/>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0D628B04-6289-CEE1-BB33-557BD7BE673C}"/>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79AC7E1C-08BA-63B2-6939-E2598E76464B}"/>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27FC152F-BCC1-AE9B-FAAA-E35544E59BD8}"/>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880DF2AF-6BBE-2FCA-4698-698052EB42A5}"/>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5ED34516-8FCD-A32E-83F2-7A9C7C533D84}"/>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7725ED7E-364F-A09E-9C90-67A4957DB275}"/>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D1198862-926C-D1F4-EDDD-EB8AFE75B3B7}"/>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CA24D626-5B17-FA7B-F1E5-58426C0FBC64}"/>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26AD2110-9578-B454-51E4-E3A48248C174}"/>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2" name="Picture 1" descr="A blue and white logo&#10;&#10;Description automatically generated">
            <a:extLst>
              <a:ext uri="{FF2B5EF4-FFF2-40B4-BE49-F238E27FC236}">
                <a16:creationId xmlns:a16="http://schemas.microsoft.com/office/drawing/2014/main" id="{DE7E7D77-3D6C-A40D-4F31-F53966AFB07B}"/>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17576005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val 4">
            <a:extLst>
              <a:ext uri="{FF2B5EF4-FFF2-40B4-BE49-F238E27FC236}">
                <a16:creationId xmlns:a16="http://schemas.microsoft.com/office/drawing/2014/main" id="{57871B4A-DED6-A423-108D-849CF902AB8B}"/>
              </a:ext>
            </a:extLst>
          </p:cNvPr>
          <p:cNvSpPr/>
          <p:nvPr/>
        </p:nvSpPr>
        <p:spPr>
          <a:xfrm>
            <a:off x="7420183" y="738708"/>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3C5B576F-E424-31E0-DD5D-1D348B54CBF3}"/>
              </a:ext>
            </a:extLst>
          </p:cNvPr>
          <p:cNvSpPr/>
          <p:nvPr/>
        </p:nvSpPr>
        <p:spPr>
          <a:xfrm>
            <a:off x="7420183" y="1665093"/>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60994893-22C2-F8F2-BA93-9F5B6B943748}"/>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E03014D9-FAC9-0E9C-F3F9-8202C1DFADC2}"/>
              </a:ext>
            </a:extLst>
          </p:cNvPr>
          <p:cNvSpPr/>
          <p:nvPr/>
        </p:nvSpPr>
        <p:spPr>
          <a:xfrm>
            <a:off x="6191740"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00034868-9D62-FD9F-ED6F-0F9F8820CBB1}"/>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F9785912-E1EC-B68E-9276-C7C3C0609794}"/>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2DC91301-2ED8-DDFF-DF89-0177A91513D8}"/>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E0959C8F-4E5E-6EF3-D1FA-C3BE0D878E49}"/>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13CD5B2A-A886-40CE-5EF4-C626DC04445B}"/>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8EDABB3D-68D3-BFC0-FB74-F1626A1E4B75}"/>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078A2A4B-C2F4-8069-DD25-1F8CA2562722}"/>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E475B814-516E-15F2-2650-BB6164BC40BC}"/>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D44F4A49-371C-9E78-1BA8-5C67350A8AC3}"/>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CB0E1E40-5EBD-4273-A76B-7D8B21A0CE9A}"/>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DD9EFB8-35F2-F23A-3E2C-58DD93EE69B4}"/>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2B90B61-AF12-F8E0-3E93-DF65EFB920C5}"/>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973E7C1-9562-D5A2-763C-59ECEAC424FE}"/>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5136A17-75FC-81B8-20B2-B1565FDF7B40}"/>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1835544-AA68-8B10-C289-76E53269FC68}"/>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D89D877-85E7-B781-5753-67C3DC069C19}"/>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3A6373A-5F72-C231-0947-3D969C7FD1D3}"/>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610339F-EF6F-EC82-7393-D21EC854AFD4}"/>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CE41D55-3A06-0425-257E-9F0837B7192A}"/>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9A515218-19FD-AA9D-0A84-97C83CF7BEC2}"/>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9F6EFA6-B21C-7B0B-8654-E3933E887527}"/>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8E7A7625-45BA-42C7-E52C-867C8D6116EE}"/>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3C645F6F-035A-2AD6-1F92-33B9C21C1214}"/>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A33E4319-F53E-42CD-DD76-0903EA69F03A}"/>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444DB258-FEBB-D025-1514-6A77567E4280}"/>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A5A1C6CE-13A4-0DDB-512B-3AAAA60BB6AA}"/>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14EAB6FD-65E9-75B2-5883-85FE187274FA}"/>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C4427A0A-BBD5-16F7-5A39-95A12DBA5D1F}"/>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37DD2653-E061-2DC1-BB74-8F580CE1F69E}"/>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EA8F87DE-FF6B-6F06-16B4-9E3F10F7912C}"/>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038769C1-5091-0FD2-52D0-A5B79F8113D7}"/>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1DEBE4AF-2943-55EA-3732-84193C7E5594}"/>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B7E7617D-84CB-C17B-BF60-0FA6874FBE95}"/>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D4291B95-EF5C-1526-A356-BE6C8BE40E45}"/>
              </a:ext>
            </a:extLst>
          </p:cNvPr>
          <p:cNvSpPr txBox="1"/>
          <p:nvPr/>
        </p:nvSpPr>
        <p:spPr>
          <a:xfrm>
            <a:off x="1254703" y="2284853"/>
            <a:ext cx="2636682" cy="1200329"/>
          </a:xfrm>
          <a:prstGeom prst="rect">
            <a:avLst/>
          </a:prstGeom>
          <a:noFill/>
        </p:spPr>
        <p:txBody>
          <a:bodyPr wrap="square" rtlCol="0">
            <a:spAutoFit/>
          </a:bodyPr>
          <a:lstStyle/>
          <a:p>
            <a:r>
              <a:rPr lang="en-US" sz="2400"/>
              <a:t>The parent of node ‘D’ is a root.</a:t>
            </a:r>
          </a:p>
          <a:p>
            <a:r>
              <a:rPr lang="en-US" sz="2400"/>
              <a:t>So we do nothing.</a:t>
            </a:r>
            <a:endParaRPr lang="vi-VN" sz="2400"/>
          </a:p>
        </p:txBody>
      </p:sp>
      <p:pic>
        <p:nvPicPr>
          <p:cNvPr id="2" name="Picture 1" descr="A blue and white logo&#10;&#10;Description automatically generated">
            <a:extLst>
              <a:ext uri="{FF2B5EF4-FFF2-40B4-BE49-F238E27FC236}">
                <a16:creationId xmlns:a16="http://schemas.microsoft.com/office/drawing/2014/main" id="{D5AD648E-B266-EFE1-D7C6-353C777721C7}"/>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069248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03EAA-3DAF-6D4B-4D04-9EA339330F99}"/>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42CBB167-AACE-750D-4A4A-4718705CB1EC}"/>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D2F42D18-4F24-6F7B-5549-F5EAF9C1DE53}"/>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E6934CD4-BF7A-244A-0137-1DFE4B09EB79}"/>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A9474E8F-6D9C-8B61-7DFB-3B40308CDABA}"/>
              </a:ext>
            </a:extLst>
          </p:cNvPr>
          <p:cNvSpPr/>
          <p:nvPr/>
        </p:nvSpPr>
        <p:spPr>
          <a:xfrm>
            <a:off x="6191740"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BC4A103A-EC99-81D2-9A09-F322F6A9BFB5}"/>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ADB08E9D-B844-E439-1CF7-4483431D838B}"/>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1F51E2DE-CE09-0A4D-2D6D-C6F7858F5AA3}"/>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780E105A-E83A-B89F-87E6-A2D5547C7887}"/>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2613A871-8D99-6610-C5F0-7B67800FB961}"/>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A16126FD-5E23-0797-1A1B-99A1171DC1ED}"/>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51877C3D-C138-4B50-67FD-10577727EF45}"/>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B528ECB3-4BED-B097-15C8-E0B1087E5B2F}"/>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1781CF9B-060D-011F-C3C4-29360ADBFC55}"/>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94108ACF-CE07-65C8-B62B-9BF4B4037D28}"/>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F0441C0-BF1C-979D-A805-0D1DBF394330}"/>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AC10D75-54A1-D66A-E908-EF028CC7527F}"/>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D284A15-FBEA-9C9B-5904-EDDD0BD6E3A8}"/>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C3223E3-FB0E-7878-BA87-6D4E744A1092}"/>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8BB5FE2-6F94-373A-8B22-ED649EFFF9E2}"/>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2F5EDC0-1D49-C09D-A612-E452E945234F}"/>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F57BB0C-ABDB-2D4F-1C8E-7C5E20F5CF87}"/>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C5FEE67-1E7A-0A85-035E-03C3C49101BB}"/>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E162D52-C583-6542-3FA6-E1518F1F050F}"/>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ECF9A3F-5509-72F2-8F89-67986495ADA4}"/>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1B0BEE8-C9F0-8AD1-2BF5-B2F538728ECD}"/>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D17E5D6F-F99F-72B0-463E-FD2F1FF59C3C}"/>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3D101B16-F7A4-31A3-540C-654E454168A7}"/>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D1CDBF62-036E-CD6F-CB29-B3B9C7CAAE0F}"/>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E700EE1E-48C4-9F7C-3B3A-FFF506E20310}"/>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8027AF5C-C20B-8448-99F5-6CCCE4223EB6}"/>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93A964D0-114D-7950-C433-C8290725E5B1}"/>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5E2EA7F6-7AF1-04CF-5777-7156EFF6E2B9}"/>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5E63212A-649F-13A7-8933-287A4ABC3C86}"/>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FFC4BE9C-543F-8B40-E736-E3CF69D3A875}"/>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1A3FE67F-819B-BB63-FDDA-E1818EF2B3BE}"/>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48450EAC-C84F-1C67-8692-0BFD31C72B34}"/>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4C133327-B1BB-4CE5-472E-0C4DB19B8CA3}"/>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A0B9C386-6FD5-CD72-7C70-A7A0A12785C5}"/>
              </a:ext>
            </a:extLst>
          </p:cNvPr>
          <p:cNvSpPr txBox="1"/>
          <p:nvPr/>
        </p:nvSpPr>
        <p:spPr>
          <a:xfrm>
            <a:off x="1254703" y="2284853"/>
            <a:ext cx="2636682" cy="461665"/>
          </a:xfrm>
          <a:prstGeom prst="rect">
            <a:avLst/>
          </a:prstGeom>
          <a:noFill/>
        </p:spPr>
        <p:txBody>
          <a:bodyPr wrap="square" rtlCol="0">
            <a:spAutoFit/>
          </a:bodyPr>
          <a:lstStyle/>
          <a:p>
            <a:r>
              <a:rPr lang="en-US" sz="2400"/>
              <a:t>Move to Node ‘I’</a:t>
            </a:r>
            <a:endParaRPr lang="vi-VN" sz="2400"/>
          </a:p>
        </p:txBody>
      </p:sp>
      <p:pic>
        <p:nvPicPr>
          <p:cNvPr id="2" name="Picture 1" descr="A blue and white logo&#10;&#10;Description automatically generated">
            <a:extLst>
              <a:ext uri="{FF2B5EF4-FFF2-40B4-BE49-F238E27FC236}">
                <a16:creationId xmlns:a16="http://schemas.microsoft.com/office/drawing/2014/main" id="{02F566FF-FA58-478B-B093-9288D6BEFF9D}"/>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9143650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5D95-E9BD-7AE8-36DC-9CC3765A635D}"/>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9EBD82EC-E1E8-124C-E79A-368D839108F4}"/>
              </a:ext>
            </a:extLst>
          </p:cNvPr>
          <p:cNvSpPr/>
          <p:nvPr/>
        </p:nvSpPr>
        <p:spPr>
          <a:xfrm>
            <a:off x="7420183" y="738708"/>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8A01BA79-7AED-0F9B-A7D0-711A90F84140}"/>
              </a:ext>
            </a:extLst>
          </p:cNvPr>
          <p:cNvSpPr/>
          <p:nvPr/>
        </p:nvSpPr>
        <p:spPr>
          <a:xfrm>
            <a:off x="7420183" y="1665093"/>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8BE60733-B0EC-578C-9C12-6D0463C77E80}"/>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1897E5A8-CC60-4342-92A3-CE8D72FC44B7}"/>
              </a:ext>
            </a:extLst>
          </p:cNvPr>
          <p:cNvSpPr/>
          <p:nvPr/>
        </p:nvSpPr>
        <p:spPr>
          <a:xfrm>
            <a:off x="6191740"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32B6C282-1D60-CE2C-9C6C-65651623E383}"/>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38400F8F-4BA8-11E4-9683-380EEEF7E07F}"/>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6248D1BF-45C1-CC3B-9692-2670CA25C724}"/>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F19C1273-1652-13C6-EF7E-9D27117FF2C6}"/>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2874A458-644B-0438-46C5-B7322ECF72AD}"/>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F3110962-0602-2EFC-D242-4048A9AE0BC1}"/>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E97E15BC-BE98-D138-49B1-7142DAC36EA4}"/>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32C54DBA-C18A-47B1-783E-70645774EA68}"/>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762DE632-B45D-7922-3021-0A7AE68C3D1C}"/>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843E056A-03CD-B145-2623-8582889B9CC8}"/>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E5B90FC-00E0-2686-4C36-359033341428}"/>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7F9EB4D-0AC6-A98D-0F96-B7BBA8003FFC}"/>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8A5C32D-C8B9-5380-7CE5-D3AA2F4435CA}"/>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A2C0A4-7BB4-0E4A-F8AA-2ACCD19BB5FC}"/>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A4865CA-7CF7-D65E-F2BE-7D6E75B5A832}"/>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8D4EF139-6E1E-77EE-4332-BEE2D72FDAB1}"/>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B5561F4-6FC7-DC8F-AB87-547842E6E58F}"/>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630A426-B2E2-6576-02D2-A9F9C1A2D99A}"/>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67546947-6078-B99D-E55E-DB487019DB07}"/>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5101B29D-D5EB-89F5-3B57-9CF029C0E233}"/>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80D7D7E-5F04-5A0B-409C-60F4242CC140}"/>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13E4016F-8E17-A2B9-83A6-7624944294EB}"/>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rgbClr val="92D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B5B9EE94-7C55-FFF0-55E0-796A18AFAF18}"/>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92EFE1A7-117B-BE32-0C0E-1EA318DF3AB8}"/>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A0C505FD-4FE1-3B53-4FA6-338C4FB99C54}"/>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9AA8958F-5D5E-74E6-E317-1A961A5D0B6E}"/>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43661F87-AE0A-A7C1-C992-26DD9383D621}"/>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3969B44E-1CE8-1A4B-EE28-07865979A95C}"/>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6CCCAD1A-A26A-E7DF-8E37-C5187A4F250A}"/>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A03718DB-2FD4-B724-F0A8-DB640BFD0AC3}"/>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C591000C-B6BD-6D96-8454-D7F8187C74E0}"/>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7DE479AE-0B96-26F3-EF9C-9CAC83EFB7FF}"/>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013AABC9-356E-B04A-C9D7-7B1C0D122928}"/>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30117D63-5637-832A-7788-79B0695D642E}"/>
              </a:ext>
            </a:extLst>
          </p:cNvPr>
          <p:cNvSpPr txBox="1"/>
          <p:nvPr/>
        </p:nvSpPr>
        <p:spPr>
          <a:xfrm>
            <a:off x="1017514" y="2253308"/>
            <a:ext cx="3678102" cy="2308324"/>
          </a:xfrm>
          <a:prstGeom prst="rect">
            <a:avLst/>
          </a:prstGeom>
          <a:noFill/>
        </p:spPr>
        <p:txBody>
          <a:bodyPr wrap="square" rtlCol="0">
            <a:spAutoFit/>
          </a:bodyPr>
          <a:lstStyle/>
          <a:p>
            <a:r>
              <a:rPr lang="en-US" sz="2400"/>
              <a:t>The parent of node ‘I’ is node ‘D’ and the link of that node point to the root.</a:t>
            </a:r>
          </a:p>
          <a:p>
            <a:r>
              <a:rPr lang="en-US" sz="2400"/>
              <a:t>The root don’t have child as same node ‘I’ so we do nothing</a:t>
            </a:r>
            <a:endParaRPr lang="vi-VN" sz="2400"/>
          </a:p>
        </p:txBody>
      </p:sp>
      <p:pic>
        <p:nvPicPr>
          <p:cNvPr id="2" name="Picture 1" descr="A blue and white logo&#10;&#10;Description automatically generated">
            <a:extLst>
              <a:ext uri="{FF2B5EF4-FFF2-40B4-BE49-F238E27FC236}">
                <a16:creationId xmlns:a16="http://schemas.microsoft.com/office/drawing/2014/main" id="{9937E6B4-08D0-DC9D-DBDE-CFCF787BB03A}"/>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834787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5BED7-23DB-F4FD-6A35-668CC05BCFA5}"/>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7CAB8249-1A70-3E3E-4E0D-0AEC72088F7C}"/>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9A0FA0F9-0EBA-84D9-8121-DC59F93902F6}"/>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8CBB06ED-399B-9552-AB43-A7EAE2751846}"/>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9046E073-29BE-D6F3-B547-29DA964E5607}"/>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8D849790-BBB3-9ACF-EF99-D9BF35B144F3}"/>
              </a:ext>
            </a:extLst>
          </p:cNvPr>
          <p:cNvSpPr/>
          <p:nvPr/>
        </p:nvSpPr>
        <p:spPr>
          <a:xfrm>
            <a:off x="61917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033B1EDD-5048-CBEC-AFD8-E9E0805665FD}"/>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824641FF-8898-B679-0C36-55355FE0DC90}"/>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3CFEAECC-9741-2401-6A1E-4C58C2606FBC}"/>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62029FE6-E4FD-B1F7-3878-92B8B22AD083}"/>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3B65ED19-730B-39E7-6CAA-70F9BE7CAE2F}"/>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6E0D8B8D-414A-D101-6AF7-A91C41FB5C7F}"/>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78DEC316-A568-8B58-BD7A-E3CA53FFB6C1}"/>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CF686481-1DF2-6621-37FA-13C012577388}"/>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CFD51781-A4C3-9080-A2B3-4F96A9CB109F}"/>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F91A07A-8806-7045-C8F2-516FF890E2DF}"/>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26D979F-8D5D-987A-42F5-056B8CA3B9B8}"/>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71F3B49-C9F6-BACB-FA7A-EB1D6DBCA0C1}"/>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44AFD80-11B5-1B2A-13D5-EFFE02B0B2EB}"/>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DAE5913-3761-A7A7-B2E9-D905471FF70C}"/>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5FECFB9-A2D2-4EF2-39FE-2C24A0490AF8}"/>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BDF7755-F76D-E894-9F9C-E2DF2A36315F}"/>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7838C6A-778F-8E99-8F80-B77527D7DF6A}"/>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0CBE53CA-331C-09FF-5541-8EAB4F0A2D9B}"/>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2923490-3109-63D8-2D0D-C8E6E448E135}"/>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4C44BCF-B64A-0A54-1F58-EAEBFF64FCE2}"/>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C26AB633-7F34-59F5-1C06-0A8CF90532EA}"/>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734ED5CD-DF0A-17EF-CA3A-64F64F8D6A20}"/>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A260F9CA-9214-CAEB-D197-EF545B25E883}"/>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ACC89C99-B027-4725-0553-AFD7A045CA43}"/>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1C8DBD69-DE2B-9DBA-C655-31788339A300}"/>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34D70DC3-E45F-244E-D5E6-945434BAD408}"/>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E182E5C8-4BBF-3F65-4005-BD98EC351A69}"/>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9D19BF48-B909-DAAD-CC6A-22746741EE3F}"/>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EC24F961-8B80-9D1E-ED3B-1B2755C1B2B2}"/>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12E2B5AF-BED3-7B32-FB4E-1B8AD52DF432}"/>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06729AFD-C5FD-935D-1F1C-BA22C7A18756}"/>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D35115F2-B022-023E-17A0-251101E0FF70}"/>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AEC3D052-B867-6A5F-3E8E-49D8CBB3B398}"/>
              </a:ext>
            </a:extLst>
          </p:cNvPr>
          <p:cNvSpPr txBox="1"/>
          <p:nvPr/>
        </p:nvSpPr>
        <p:spPr>
          <a:xfrm>
            <a:off x="1017514" y="2253308"/>
            <a:ext cx="3678102" cy="2308324"/>
          </a:xfrm>
          <a:prstGeom prst="rect">
            <a:avLst/>
          </a:prstGeom>
          <a:noFill/>
        </p:spPr>
        <p:txBody>
          <a:bodyPr wrap="square" rtlCol="0">
            <a:spAutoFit/>
          </a:bodyPr>
          <a:lstStyle/>
          <a:p>
            <a:r>
              <a:rPr lang="en-US" sz="2400"/>
              <a:t>The parent of node ‘I’ is node ‘D’ and the link of that points to the root.</a:t>
            </a:r>
          </a:p>
          <a:p>
            <a:r>
              <a:rPr lang="en-US" sz="2400"/>
              <a:t>The root don’t have child as same node ‘I’ so we do nothing</a:t>
            </a:r>
            <a:endParaRPr lang="vi-VN" sz="2400"/>
          </a:p>
        </p:txBody>
      </p:sp>
      <p:pic>
        <p:nvPicPr>
          <p:cNvPr id="2" name="Picture 1" descr="A blue and white logo&#10;&#10;Description automatically generated">
            <a:extLst>
              <a:ext uri="{FF2B5EF4-FFF2-40B4-BE49-F238E27FC236}">
                <a16:creationId xmlns:a16="http://schemas.microsoft.com/office/drawing/2014/main" id="{27BE022C-A5CC-7EC3-64F6-7A3A35751FD7}"/>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157526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2E5A4D-B662-FD1E-4480-1A093B6496A3}"/>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B3DC22CE-DC3D-6866-4A8C-B45958EBB975}"/>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B50C0E73-8014-CF6A-D701-EF3D86C082F6}"/>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CC1F9FF2-27A9-48AB-EBB4-0561D4BDAAF8}"/>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EA085D83-BBD4-3783-D360-B1A561B9F769}"/>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FAF14AFA-2F0D-3921-C045-9D35F61D43A4}"/>
              </a:ext>
            </a:extLst>
          </p:cNvPr>
          <p:cNvSpPr/>
          <p:nvPr/>
        </p:nvSpPr>
        <p:spPr>
          <a:xfrm>
            <a:off x="6191740" y="3444998"/>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94CCEC65-C5E1-7962-1EC3-A3ED9157960A}"/>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4C59CBC2-2FC3-478A-716C-C1A03676E0B8}"/>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9CD6E3E9-C860-5CDC-BFD6-5C027A349AB6}"/>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AE0D3A89-DAEB-88AE-F484-A837D32872B8}"/>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4B93AE49-CE21-3EBB-CA8F-54B860EFC86E}"/>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DCD96B09-E289-D9EC-9813-5D34B9FA7408}"/>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2EB1B7FA-5DC7-8990-A8CA-3484E199E275}"/>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F486B900-4AF2-1197-77F2-78FE18868A41}"/>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0D4F2819-5BC7-EDE0-EA90-0B3B9A054A8F}"/>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F51A8DB-92E3-19D5-F7E0-8896152A3A55}"/>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9786E70-12AA-4276-6823-54074DDF77C1}"/>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578F85B-E66E-4710-80A1-09CF9E227AAC}"/>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2B47B64-B1CB-BE8D-3C1E-27BB8D64DC0A}"/>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A532C1A-7D49-DC55-730C-21D720668CDD}"/>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79F1D76-43CD-B57D-10DE-A2A9A4042FC7}"/>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98D7065-C8DF-43C2-1340-66C7EE8B7355}"/>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7C30948-F398-B529-499B-BBC359A02CFA}"/>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E8071D03-01A8-1BF3-8BA7-3A7B3F011644}"/>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6F82D4-5809-A4BA-C6FF-22847C4C5A7E}"/>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6038CB4-BD78-BEB9-BE87-050EE81462DF}"/>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23F60867-85A6-A289-18D5-807BAF896FE6}"/>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AD905D38-495E-EC47-6582-49C4B414364F}"/>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2E67E676-427D-FF5A-D4A0-2A60A5646F2C}"/>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6DAC3101-7F7D-299D-5F9E-FCEE366B3B3B}"/>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AAEDB280-2865-79B1-9152-BDAA1BAD5EB5}"/>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DAB46ED2-2252-395D-E137-3E1FA594CCE0}"/>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C8EB2D20-3688-D32C-596D-A39542641767}"/>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0581C942-3774-C20B-03B2-3D99793E9050}"/>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B0F19718-8C29-89A9-8387-AD98C790A429}"/>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A12D9A52-9931-A378-E950-45DCAAFF1D41}"/>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8D20ABD8-B361-94D7-54E8-AB454E480B24}"/>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A4A6A446-E929-A518-B3DB-2A74FC2ABA0F}"/>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691ABF37-C498-A950-FDC7-EE53D0E86A34}"/>
              </a:ext>
            </a:extLst>
          </p:cNvPr>
          <p:cNvSpPr txBox="1"/>
          <p:nvPr/>
        </p:nvSpPr>
        <p:spPr>
          <a:xfrm>
            <a:off x="1017514" y="2253308"/>
            <a:ext cx="3678102" cy="461665"/>
          </a:xfrm>
          <a:prstGeom prst="rect">
            <a:avLst/>
          </a:prstGeom>
          <a:noFill/>
        </p:spPr>
        <p:txBody>
          <a:bodyPr wrap="square" rtlCol="0">
            <a:spAutoFit/>
          </a:bodyPr>
          <a:lstStyle/>
          <a:p>
            <a:r>
              <a:rPr lang="en-US" sz="2400"/>
              <a:t>Move to node ‘D’</a:t>
            </a:r>
            <a:endParaRPr lang="vi-VN" sz="2400"/>
          </a:p>
        </p:txBody>
      </p:sp>
      <p:pic>
        <p:nvPicPr>
          <p:cNvPr id="2" name="Picture 1" descr="A blue and white logo&#10;&#10;Description automatically generated">
            <a:extLst>
              <a:ext uri="{FF2B5EF4-FFF2-40B4-BE49-F238E27FC236}">
                <a16:creationId xmlns:a16="http://schemas.microsoft.com/office/drawing/2014/main" id="{C88AD08C-B714-2B25-E2BC-6C432FB80A61}"/>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19940602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0">
        <p159:morph option="byObject"/>
      </p:transition>
    </mc:Choice>
    <mc:Fallback xmlns="">
      <p:transition spd="slow" advTm="0">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E7AD0-0707-5209-C0C1-69D402010F0E}"/>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A4B6B4A5-85B8-F611-034D-B2EAEFF47691}"/>
              </a:ext>
            </a:extLst>
          </p:cNvPr>
          <p:cNvSpPr/>
          <p:nvPr/>
        </p:nvSpPr>
        <p:spPr>
          <a:xfrm>
            <a:off x="7420183" y="738708"/>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5EB4BA55-D132-A6FF-D6E5-7699C6F59972}"/>
              </a:ext>
            </a:extLst>
          </p:cNvPr>
          <p:cNvSpPr/>
          <p:nvPr/>
        </p:nvSpPr>
        <p:spPr>
          <a:xfrm>
            <a:off x="7420183" y="1665093"/>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776A57E6-6E79-A7DF-F225-EF53D82ABC61}"/>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A7169B40-F95C-9EBB-4887-027C81723A68}"/>
              </a:ext>
            </a:extLst>
          </p:cNvPr>
          <p:cNvSpPr/>
          <p:nvPr/>
        </p:nvSpPr>
        <p:spPr>
          <a:xfrm>
            <a:off x="6191740" y="2521811"/>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BD59972F-799F-2515-1999-82E3E12DBADE}"/>
              </a:ext>
            </a:extLst>
          </p:cNvPr>
          <p:cNvSpPr/>
          <p:nvPr/>
        </p:nvSpPr>
        <p:spPr>
          <a:xfrm>
            <a:off x="6191740" y="3444998"/>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35D0A539-8701-0C4F-D161-FF0C89357BE1}"/>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B747F16F-6426-7DE3-3D5B-306F9192AB06}"/>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4747092E-A7D3-BDEE-8EFA-CBF5DA0EAEA2}"/>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30441DD2-0FAF-7268-9378-3DA9D19297EB}"/>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C3FE8976-0B95-4153-9B2F-8F798ADBB37A}"/>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4AF8B742-D9EC-B1CD-5C9E-6CA37E6EE335}"/>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00E72320-226A-2F82-8E93-8A42A44D5B07}"/>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5BBFE4D2-354F-DA45-58F8-7BB7BBE34E7E}"/>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2B17D675-ED08-DF41-6C9D-B1ACCF7EC5B5}"/>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B46738E-73FA-9CC7-5D17-45EB0D790A8D}"/>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5804FC-C49A-B3AD-E49D-FF4AF01420C8}"/>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2300F1E-63D0-99EC-F139-AE08C66129A9}"/>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5BED07B-BA8A-EC90-CD73-C1FB1432A9E8}"/>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A4AAF1E-0ED4-944B-5F22-33414E0012D5}"/>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020B768-216D-0EFD-9D81-47EE1243AF76}"/>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D012BF2-DEF7-12DE-2A33-2CF800344310}"/>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88DC08F-BC7A-B99F-6E9F-5F0B237032D0}"/>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7D5A20-C569-6702-30D6-DE9858CDB243}"/>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958174C-D6F5-DD30-8A9B-7BC729CFF939}"/>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BF1D325-14BF-86CB-4C53-BF01F86046DB}"/>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2ABA2097-52E4-2D3D-726F-A288D44C9C68}"/>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E1A994B9-B0AC-D596-FA7A-FC03273DF85B}"/>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rgbClr val="92D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228C259B-4453-0292-DB57-A054FD6007BB}"/>
              </a:ext>
            </a:extLst>
          </p:cNvPr>
          <p:cNvSpPr/>
          <p:nvPr/>
        </p:nvSpPr>
        <p:spPr>
          <a:xfrm>
            <a:off x="5736697" y="1153324"/>
            <a:ext cx="1679448" cy="2423160"/>
          </a:xfrm>
          <a:custGeom>
            <a:avLst/>
            <a:gdLst>
              <a:gd name="connsiteX0" fmla="*/ 511048 w 1679448"/>
              <a:gd name="connsiteY0" fmla="*/ 2423160 h 2423160"/>
              <a:gd name="connsiteX1" fmla="*/ 58928 w 1679448"/>
              <a:gd name="connsiteY1" fmla="*/ 919480 h 2423160"/>
              <a:gd name="connsiteX2" fmla="*/ 1679448 w 1679448"/>
              <a:gd name="connsiteY2" fmla="*/ 0 h 2423160"/>
            </a:gdLst>
            <a:ahLst/>
            <a:cxnLst>
              <a:cxn ang="0">
                <a:pos x="connsiteX0" y="connsiteY0"/>
              </a:cxn>
              <a:cxn ang="0">
                <a:pos x="connsiteX1" y="connsiteY1"/>
              </a:cxn>
              <a:cxn ang="0">
                <a:pos x="connsiteX2" y="connsiteY2"/>
              </a:cxn>
            </a:cxnLst>
            <a:rect l="l" t="t" r="r" b="b"/>
            <a:pathLst>
              <a:path w="1679448" h="2423160">
                <a:moveTo>
                  <a:pt x="511048" y="2423160"/>
                </a:moveTo>
                <a:cubicBezTo>
                  <a:pt x="187621" y="1873250"/>
                  <a:pt x="-135805" y="1323340"/>
                  <a:pt x="58928" y="919480"/>
                </a:cubicBezTo>
                <a:cubicBezTo>
                  <a:pt x="253661" y="515620"/>
                  <a:pt x="966554" y="257810"/>
                  <a:pt x="1679448"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BED4ED78-A15F-3DC2-C3D4-FA73CF7C55C1}"/>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2B6290E2-7E57-A3D4-3746-BF9F5908922E}"/>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C0DEB7A8-BE2B-48C2-C096-A3F59AC379E8}"/>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2D5C8FB0-534C-EDAA-07DE-76B7244AE7BF}"/>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0E2C404A-6A54-31A6-EB81-DFEA636C8A8D}"/>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690352DF-5379-DCE7-A413-DDBFBACA23C3}"/>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D43061EC-4746-3F40-6691-F1B05264EE7D}"/>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0F0F712B-0E49-B8BE-5C47-ED9147B141F0}"/>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266EE8DF-99E7-DB58-29F4-3FC489A745CB}"/>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B1F51842-3D82-CDA8-B8ED-F5488A34656B}"/>
              </a:ext>
            </a:extLst>
          </p:cNvPr>
          <p:cNvSpPr txBox="1"/>
          <p:nvPr/>
        </p:nvSpPr>
        <p:spPr>
          <a:xfrm>
            <a:off x="1017514" y="2253308"/>
            <a:ext cx="3678102" cy="2677656"/>
          </a:xfrm>
          <a:prstGeom prst="rect">
            <a:avLst/>
          </a:prstGeom>
          <a:noFill/>
        </p:spPr>
        <p:txBody>
          <a:bodyPr wrap="square" rtlCol="0">
            <a:spAutoFit/>
          </a:bodyPr>
          <a:lstStyle/>
          <a:p>
            <a:r>
              <a:rPr lang="en-US" sz="2400"/>
              <a:t>The parent of node ‘D’ is node ‘I’ and the link of that points to the root.</a:t>
            </a:r>
          </a:p>
          <a:p>
            <a:r>
              <a:rPr lang="en-US" sz="2400"/>
              <a:t>The root has node ‘D’ as its child node so the link of node ‘D’ will point to that child node.</a:t>
            </a:r>
            <a:endParaRPr lang="vi-VN" sz="2400"/>
          </a:p>
        </p:txBody>
      </p:sp>
      <p:pic>
        <p:nvPicPr>
          <p:cNvPr id="2" name="Picture 1" descr="A blue and white logo&#10;&#10;Description automatically generated">
            <a:extLst>
              <a:ext uri="{FF2B5EF4-FFF2-40B4-BE49-F238E27FC236}">
                <a16:creationId xmlns:a16="http://schemas.microsoft.com/office/drawing/2014/main" id="{734E3649-8368-C1D0-AFAC-12BD02E5A011}"/>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6735085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F65C44-718B-0170-EE7E-3A8165F3832C}"/>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69490810-B811-5D0A-E908-77E34FBC03AC}"/>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2047AFB0-1DA0-145D-1F18-101C54A723A6}"/>
              </a:ext>
            </a:extLst>
          </p:cNvPr>
          <p:cNvSpPr/>
          <p:nvPr/>
        </p:nvSpPr>
        <p:spPr>
          <a:xfrm>
            <a:off x="7420183" y="1665093"/>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BD364C53-9D40-B334-C729-8573FB9B9ED1}"/>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285C598E-201A-2F26-1B96-A95F2F64D2D1}"/>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8CEFE49E-47DB-36FA-18BC-C1438D4346A7}"/>
              </a:ext>
            </a:extLst>
          </p:cNvPr>
          <p:cNvSpPr/>
          <p:nvPr/>
        </p:nvSpPr>
        <p:spPr>
          <a:xfrm>
            <a:off x="6191740" y="3444998"/>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147F5E88-183C-428D-08AD-195F53EE7317}"/>
              </a:ext>
            </a:extLst>
          </p:cNvPr>
          <p:cNvSpPr/>
          <p:nvPr/>
        </p:nvSpPr>
        <p:spPr>
          <a:xfrm>
            <a:off x="5442635"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CFAA088C-1FBB-D9D9-E1E4-786390D3741B}"/>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4DECC4BB-C8F2-C6F5-E562-D86F659A44D1}"/>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5B5898A0-6729-797F-88C3-915C58945CDB}"/>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D8E680AA-0F75-5E01-1641-CA7DA5A8338C}"/>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12CF0888-6250-0DF3-6BA9-BF6E9458F9B8}"/>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63B596D4-F15A-BC79-CFF6-D7A7816E84AD}"/>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3A76DF2F-689A-9BDF-FC01-ECBF663C9B25}"/>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60AD9E18-67C2-E4E8-104D-CA28F3D5AB29}"/>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185DFBD6-C076-5012-D20A-90170F2619B1}"/>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D557676-461A-4358-AED3-3227C5FA87EB}"/>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524E99D-EC2F-26C3-CD46-13845C87FCE8}"/>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8899769-A7E7-8F0C-7457-699E6F4D5823}"/>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6B47A4F8-2DD5-75B5-4598-C573769A9AC7}"/>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E5B7136-68A3-B454-4C94-FBA566C1ABB1}"/>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95272F5-7127-BF39-1172-A7954ED8BA96}"/>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076A012-DA6E-5459-EA9F-43C965E52169}"/>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D695A69-A8C1-9596-9316-FE69F5D24996}"/>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117E90B-974E-ACB3-6C5C-C8E44B92A06B}"/>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8E68842-775D-2B7F-4CDB-06CFD9B6910E}"/>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E435CBAA-7C9C-3798-33EA-E11A0AC44796}"/>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D6709416-3BFD-92F1-8774-C2BF209152A4}"/>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449534F8-2861-A61E-6C0F-E7C6E7763B62}"/>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55E800FE-7E9A-7C1F-36A9-CDFE6879221C}"/>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5CB61182-6FB2-BDDD-796D-82D61DE4372F}"/>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8E3026D0-4D46-C555-9A4B-388F38999A82}"/>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BBBD8117-8F81-B87F-717D-CD53FA7F95DD}"/>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8E57B33C-9A64-9D99-3A4C-2A79BC5FF7D0}"/>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153CD7E2-1924-DF81-B130-C6A2274EFE70}"/>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3237765B-6D36-83E0-CC3E-37027AD1A6CC}"/>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FEF144AF-2AFF-EC70-90D8-F483194C9E25}"/>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2" name="Freeform: Shape 1">
            <a:extLst>
              <a:ext uri="{FF2B5EF4-FFF2-40B4-BE49-F238E27FC236}">
                <a16:creationId xmlns:a16="http://schemas.microsoft.com/office/drawing/2014/main" id="{2A948BE8-B829-AC0F-5FB8-696A438CACAE}"/>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3" name="Picture 2" descr="A blue and white logo&#10;&#10;Description automatically generated">
            <a:extLst>
              <a:ext uri="{FF2B5EF4-FFF2-40B4-BE49-F238E27FC236}">
                <a16:creationId xmlns:a16="http://schemas.microsoft.com/office/drawing/2014/main" id="{D2D99ED9-755A-79E8-F801-2137BFD82C3F}"/>
              </a:ext>
            </a:extLst>
          </p:cNvPr>
          <p:cNvPicPr>
            <a:picLocks noChangeAspect="1"/>
          </p:cNvPicPr>
          <p:nvPr/>
        </p:nvPicPr>
        <p:blipFill>
          <a:blip r:embed="rId3"/>
          <a:srcRect r="3" b="3"/>
          <a:stretch/>
        </p:blipFill>
        <p:spPr>
          <a:xfrm>
            <a:off x="0" y="0"/>
            <a:ext cx="915076" cy="915076"/>
          </a:xfrm>
          <a:prstGeom prst="rect">
            <a:avLst/>
          </a:prstGeom>
        </p:spPr>
      </p:pic>
      <p:sp>
        <p:nvSpPr>
          <p:cNvPr id="4" name="TextBox 3">
            <a:extLst>
              <a:ext uri="{FF2B5EF4-FFF2-40B4-BE49-F238E27FC236}">
                <a16:creationId xmlns:a16="http://schemas.microsoft.com/office/drawing/2014/main" id="{B7224DAC-9A5D-FE9B-8991-020AEAAE3D3F}"/>
              </a:ext>
            </a:extLst>
          </p:cNvPr>
          <p:cNvSpPr txBox="1"/>
          <p:nvPr/>
        </p:nvSpPr>
        <p:spPr>
          <a:xfrm>
            <a:off x="1017514" y="2253308"/>
            <a:ext cx="3678102" cy="2677656"/>
          </a:xfrm>
          <a:prstGeom prst="rect">
            <a:avLst/>
          </a:prstGeom>
          <a:noFill/>
        </p:spPr>
        <p:txBody>
          <a:bodyPr wrap="square" rtlCol="0">
            <a:spAutoFit/>
          </a:bodyPr>
          <a:lstStyle/>
          <a:p>
            <a:r>
              <a:rPr lang="en-US" sz="2400"/>
              <a:t>The parent of node ‘D’ is node ‘I’ and the link of that points to the root.</a:t>
            </a:r>
          </a:p>
          <a:p>
            <a:r>
              <a:rPr lang="en-US" sz="2400"/>
              <a:t>The root has node ‘D’ as its child node so the link of node ‘D’ will point to that child node.</a:t>
            </a:r>
            <a:endParaRPr lang="vi-VN" sz="2400"/>
          </a:p>
        </p:txBody>
      </p:sp>
    </p:spTree>
    <p:extLst>
      <p:ext uri="{BB962C8B-B14F-4D97-AF65-F5344CB8AC3E}">
        <p14:creationId xmlns:p14="http://schemas.microsoft.com/office/powerpoint/2010/main" val="2194892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3808E-9F28-25B0-4CE0-4DAD8EF2E83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25D30C5-0269-FB69-8805-358E95A899C6}"/>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020A31D4-8F2B-0040-E14E-6A375A6C2EC6}"/>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5E162893-AC3B-95A4-51A3-16926294496F}"/>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95173718-86EE-ABB4-7188-16BF452E8CAD}"/>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88380059-F266-843C-79D5-DA27F1161C59}"/>
              </a:ext>
            </a:extLst>
          </p:cNvPr>
          <p:cNvSpPr/>
          <p:nvPr/>
        </p:nvSpPr>
        <p:spPr>
          <a:xfrm>
            <a:off x="6191740" y="344499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44DBE4A6-9C8C-5E7C-D71C-2B52F9CB257B}"/>
              </a:ext>
            </a:extLst>
          </p:cNvPr>
          <p:cNvSpPr/>
          <p:nvPr/>
        </p:nvSpPr>
        <p:spPr>
          <a:xfrm>
            <a:off x="5442635"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AA4D5F9D-5FF6-E134-DB70-7F84098E1EAE}"/>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C24AB5E1-371B-F330-2BAA-79D6DC616282}"/>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6ABBCE3E-077A-323F-C94B-16711C6BED76}"/>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28A434B0-64E3-1CE0-49BF-27D8665882BF}"/>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32DF0BAF-1C68-DB78-107A-B8137AD54B77}"/>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791360D1-71B3-68E5-9273-4F175F863A60}"/>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AE6B9EB3-8488-5545-43EA-0C8FDA537847}"/>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C634C746-60C0-8EE7-305C-5F54E6C698E6}"/>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F93DC7-0E64-C3BE-20F1-FB0759D0B781}"/>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2D6E230-AC4E-0AA8-326F-0395F90286D9}"/>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7702E5F-07E2-F6BC-3AA0-A6F1CDC8CAB2}"/>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682189B-CA53-DD48-7115-2D14272C018B}"/>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A1606C5-2D9B-4FF6-94C7-DEDE8BA2C833}"/>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2D21EF-0CBC-52BA-9B4E-C97127F1E404}"/>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8FC4C3F-2F52-58E1-B6B9-A8F4ECB4BBCB}"/>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2863F74-F6C5-1F22-AAED-8F150B671803}"/>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2EA742E-9312-4B45-C68B-5353EBFAA71C}"/>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5C34F54-7C2C-70E5-76DD-7B2A368A2078}"/>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7B6022A-1355-D942-F8E8-98DF33E2C3BC}"/>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B35C9C81-049C-AF8E-8DF2-6C7DCEEF2E8A}"/>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D10834D5-7BDF-2D6A-EE1E-C6EC2F303C1B}"/>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06D37E37-7AD7-5D65-4272-36E828DC8DD4}"/>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56490AEF-7FDF-D175-9B66-1D1AAD30AD10}"/>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5B639D43-3A4D-A29A-CE93-9BC993A4A9E3}"/>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6CB1EDB2-564C-ABFB-12F1-9DE973DBF89A}"/>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10E0F18E-3857-A14E-0610-FDA00A9F7DFA}"/>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79EB95ED-FCED-568B-8629-951E86430CF6}"/>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ABEAC6F3-D4CD-842E-1985-93DEC2995135}"/>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D7874986-4B79-48A5-02E5-72082CA7A602}"/>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4150F11D-295C-E68D-382D-2D135E6BF6E7}"/>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37F74472-D613-2A2F-639E-F8A0064E1640}"/>
              </a:ext>
            </a:extLst>
          </p:cNvPr>
          <p:cNvSpPr txBox="1"/>
          <p:nvPr/>
        </p:nvSpPr>
        <p:spPr>
          <a:xfrm>
            <a:off x="1017514" y="2253308"/>
            <a:ext cx="3678102" cy="461665"/>
          </a:xfrm>
          <a:prstGeom prst="rect">
            <a:avLst/>
          </a:prstGeom>
          <a:noFill/>
        </p:spPr>
        <p:txBody>
          <a:bodyPr wrap="square" rtlCol="0">
            <a:spAutoFit/>
          </a:bodyPr>
          <a:lstStyle/>
          <a:p>
            <a:r>
              <a:rPr lang="en-US" sz="2400"/>
              <a:t>Move to node ‘I’</a:t>
            </a:r>
            <a:endParaRPr lang="vi-VN" sz="2400"/>
          </a:p>
        </p:txBody>
      </p:sp>
      <p:sp>
        <p:nvSpPr>
          <p:cNvPr id="2" name="Freeform: Shape 1">
            <a:extLst>
              <a:ext uri="{FF2B5EF4-FFF2-40B4-BE49-F238E27FC236}">
                <a16:creationId xmlns:a16="http://schemas.microsoft.com/office/drawing/2014/main" id="{526ACC38-DCDD-18CA-2A3B-EE1B717B69A5}"/>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3" name="Picture 2" descr="A blue and white logo&#10;&#10;Description automatically generated">
            <a:extLst>
              <a:ext uri="{FF2B5EF4-FFF2-40B4-BE49-F238E27FC236}">
                <a16:creationId xmlns:a16="http://schemas.microsoft.com/office/drawing/2014/main" id="{89A657A2-2A0A-B287-3277-9700C6027322}"/>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11120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1E6F-44CD-15AC-AAD0-8EDA451D5D7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A48FB49-9697-BD56-03DB-78D4AB7983C4}"/>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C3B888D9-A0B5-C8BA-D8FC-768DD9CC75F8}"/>
              </a:ext>
            </a:extLst>
          </p:cNvPr>
          <p:cNvSpPr/>
          <p:nvPr/>
        </p:nvSpPr>
        <p:spPr>
          <a:xfrm>
            <a:off x="7420183" y="1665093"/>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5F060E10-2E36-34EE-D77B-297D274C1398}"/>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74536497-639B-AA94-F628-56B4A152EBD6}"/>
              </a:ext>
            </a:extLst>
          </p:cNvPr>
          <p:cNvSpPr/>
          <p:nvPr/>
        </p:nvSpPr>
        <p:spPr>
          <a:xfrm>
            <a:off x="6191740"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6E2DC89F-CC56-D568-68C8-8631FF9905B3}"/>
              </a:ext>
            </a:extLst>
          </p:cNvPr>
          <p:cNvSpPr/>
          <p:nvPr/>
        </p:nvSpPr>
        <p:spPr>
          <a:xfrm>
            <a:off x="6191740" y="3444998"/>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1A287A69-A95A-D877-CEED-8206EC28243C}"/>
              </a:ext>
            </a:extLst>
          </p:cNvPr>
          <p:cNvSpPr/>
          <p:nvPr/>
        </p:nvSpPr>
        <p:spPr>
          <a:xfrm>
            <a:off x="5442635"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CF720E2A-45B6-BD60-FCB4-0B6679D7FEE6}"/>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167A254C-7A24-5A0A-AC86-6E1D1181106C}"/>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B4BF7FD6-6E7A-DFC2-745C-B975B312A438}"/>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A2BC276B-A29F-7F3B-520A-B233F03047EE}"/>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1D663B10-37AF-0855-B30B-F3A38C4B8BD9}"/>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F738001C-A928-D9D8-7E4B-137592FD155E}"/>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878A897E-6080-FC48-307E-31330BBEC886}"/>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4EEBF94D-5447-CFA9-0049-64A200BBBC67}"/>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667E9A5-7E1B-5F9D-50CF-2551D9C663AC}"/>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96F72C4-B2BE-FE4B-75C1-A703801BAE3F}"/>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9C19158-9163-B370-0C9F-0E79D38EB2C9}"/>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0E5CAC4-9E77-5B39-63AB-6F0D0A0D7DC7}"/>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8C22997-A0CC-AB40-D45D-2C3DBB4DEC57}"/>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859E6BA-EA40-D6BD-2355-AD15AFFA12E2}"/>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B49F77C-DAEB-E582-D5CC-FEA43B912060}"/>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F43B5E80-80D2-26AA-DA3A-6ACA021BE0DE}"/>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0DF0F91-BD05-8F71-1BC7-50B573F85B1E}"/>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B24AB89-ED60-79A6-7396-045390B5031F}"/>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04C27F7-9899-50F4-C527-413CDF059C0D}"/>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CC2FCB2E-92C1-65A4-FEF5-BA80C7AFCED6}"/>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6B6A2F07-7EFC-6A48-975A-9512B568DCD6}"/>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C996DBF2-3FFB-F9BD-1406-06837AA150FF}"/>
              </a:ext>
            </a:extLst>
          </p:cNvPr>
          <p:cNvSpPr/>
          <p:nvPr/>
        </p:nvSpPr>
        <p:spPr>
          <a:xfrm>
            <a:off x="5137798" y="955204"/>
            <a:ext cx="2296127" cy="3535680"/>
          </a:xfrm>
          <a:custGeom>
            <a:avLst/>
            <a:gdLst>
              <a:gd name="connsiteX0" fmla="*/ 490187 w 2296127"/>
              <a:gd name="connsiteY0" fmla="*/ 3535680 h 3535680"/>
              <a:gd name="connsiteX1" fmla="*/ 116807 w 2296127"/>
              <a:gd name="connsiteY1" fmla="*/ 1234440 h 3535680"/>
              <a:gd name="connsiteX2" fmla="*/ 2296127 w 2296127"/>
              <a:gd name="connsiteY2" fmla="*/ 0 h 3535680"/>
              <a:gd name="connsiteX3" fmla="*/ 2296127 w 2296127"/>
              <a:gd name="connsiteY3" fmla="*/ 0 h 3535680"/>
            </a:gdLst>
            <a:ahLst/>
            <a:cxnLst>
              <a:cxn ang="0">
                <a:pos x="connsiteX0" y="connsiteY0"/>
              </a:cxn>
              <a:cxn ang="0">
                <a:pos x="connsiteX1" y="connsiteY1"/>
              </a:cxn>
              <a:cxn ang="0">
                <a:pos x="connsiteX2" y="connsiteY2"/>
              </a:cxn>
              <a:cxn ang="0">
                <a:pos x="connsiteX3" y="connsiteY3"/>
              </a:cxn>
            </a:cxnLst>
            <a:rect l="l" t="t" r="r" b="b"/>
            <a:pathLst>
              <a:path w="2296127" h="3535680">
                <a:moveTo>
                  <a:pt x="490187" y="3535680"/>
                </a:moveTo>
                <a:cubicBezTo>
                  <a:pt x="153002" y="2679700"/>
                  <a:pt x="-184183" y="1823720"/>
                  <a:pt x="116807" y="1234440"/>
                </a:cubicBezTo>
                <a:cubicBezTo>
                  <a:pt x="417797" y="645160"/>
                  <a:pt x="2296127" y="0"/>
                  <a:pt x="2296127" y="0"/>
                </a:cubicBezTo>
                <a:lnTo>
                  <a:pt x="2296127"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96B0A4A4-0C05-EBE4-1BA3-6A84981C9C89}"/>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68D0CB5C-E1EC-D792-AFAE-0B107CCDA561}"/>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6AA4BA7E-D901-5E54-EDCB-38C161C1E461}"/>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32277133-7622-FA7A-A2D2-66D8293DD7D7}"/>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76F1831F-4953-522C-AD44-F0B9B260B824}"/>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A3826DDB-3129-21B0-0EB2-D305BE111052}"/>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AE54B733-0C53-2F35-803E-9A73471D560B}"/>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CD71BDB0-4BFC-6809-B5DC-05FFE1D6AC1A}"/>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FAC4DC23-8A58-EC61-DC51-4583AB284B56}"/>
              </a:ext>
            </a:extLst>
          </p:cNvPr>
          <p:cNvSpPr txBox="1"/>
          <p:nvPr/>
        </p:nvSpPr>
        <p:spPr>
          <a:xfrm>
            <a:off x="1017514" y="2253308"/>
            <a:ext cx="3678102" cy="2677656"/>
          </a:xfrm>
          <a:prstGeom prst="rect">
            <a:avLst/>
          </a:prstGeom>
          <a:noFill/>
        </p:spPr>
        <p:txBody>
          <a:bodyPr wrap="square" rtlCol="0">
            <a:spAutoFit/>
          </a:bodyPr>
          <a:lstStyle/>
          <a:p>
            <a:r>
              <a:rPr lang="en-US" sz="2400"/>
              <a:t>The parent of node ‘I’ is node ‘D’ and the link of that points to another node ‘D’.</a:t>
            </a:r>
          </a:p>
          <a:p>
            <a:r>
              <a:rPr lang="en-US" sz="2400"/>
              <a:t>That node ‘D’ has node ‘I’ as its child node so the link of node ‘I’ will point to that child node.</a:t>
            </a:r>
            <a:endParaRPr lang="vi-VN" sz="2400"/>
          </a:p>
        </p:txBody>
      </p:sp>
      <p:sp>
        <p:nvSpPr>
          <p:cNvPr id="2" name="Freeform: Shape 1">
            <a:extLst>
              <a:ext uri="{FF2B5EF4-FFF2-40B4-BE49-F238E27FC236}">
                <a16:creationId xmlns:a16="http://schemas.microsoft.com/office/drawing/2014/main" id="{78298504-E039-CA18-C64D-43593F81F874}"/>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rgbClr val="92D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3" name="Picture 2" descr="A blue and white logo&#10;&#10;Description automatically generated">
            <a:extLst>
              <a:ext uri="{FF2B5EF4-FFF2-40B4-BE49-F238E27FC236}">
                <a16:creationId xmlns:a16="http://schemas.microsoft.com/office/drawing/2014/main" id="{39361D0B-4DA2-43F3-3B49-6AAB414ED4CD}"/>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96378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99A3-CADF-BE24-3B46-4CC4F6A08D74}"/>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2688B103-8C80-1C1F-9693-A0E9F2080B8F}"/>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8C1F3181-B16F-AB9B-745E-659B0479040F}"/>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2CCC63A4-2972-AFDE-0493-92193E20B018}"/>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8D9E7A8F-CD25-D604-BB3C-FE77BE06AA05}"/>
              </a:ext>
            </a:extLst>
          </p:cNvPr>
          <p:cNvSpPr/>
          <p:nvPr/>
        </p:nvSpPr>
        <p:spPr>
          <a:xfrm>
            <a:off x="6191740"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5A44CF18-F02E-C2D0-4DDE-EDDD397B3C7D}"/>
              </a:ext>
            </a:extLst>
          </p:cNvPr>
          <p:cNvSpPr/>
          <p:nvPr/>
        </p:nvSpPr>
        <p:spPr>
          <a:xfrm>
            <a:off x="6191740" y="344499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BB86FA16-137E-EBBD-7545-7F3FFEFEA0C3}"/>
              </a:ext>
            </a:extLst>
          </p:cNvPr>
          <p:cNvSpPr/>
          <p:nvPr/>
        </p:nvSpPr>
        <p:spPr>
          <a:xfrm>
            <a:off x="5442635"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47EC373C-31DE-87DD-6E41-2C3EF33F0951}"/>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6108DDA1-2B3F-AD95-98EF-C46971BDC71F}"/>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67126CD8-B55A-5A93-A2E5-3022386F0302}"/>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5E652A40-119F-665C-C409-E9340CC5B7C1}"/>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EC6181C1-8C3C-F2EF-5952-3EA7F40DAC39}"/>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446348F6-B19F-EC3E-5999-09072F43600C}"/>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5234808D-A5B0-12E1-1C12-91C86467BFBC}"/>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C4818ED8-7FCC-6B55-3CD5-24EF961F8270}"/>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0784DE0-1A64-EDC8-B821-9E128E9B0C7F}"/>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967FF0F-9F16-C151-BD08-A1B39BDCBF70}"/>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F3DADED1-3199-33F0-84ED-10E3CD0B44C1}"/>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AAC95A8-FA45-3478-8C97-062E17AF0023}"/>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70D2A7-2697-8131-7C1B-45138FF995B5}"/>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D244BB3-84A9-B4BB-B28B-7E8F6AF9F7AE}"/>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366BF69-473E-47B2-67D2-5AE4873A54BE}"/>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B1BF1CE-2835-9810-8470-8F5198BAC998}"/>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9682D6-1B8E-DCEB-10BE-2725EFA98ACF}"/>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6BCC6EF-59E4-AD00-546A-5DACD342306F}"/>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04B1845-BF9D-4330-AC13-7A20FABEA3AF}"/>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43BB021D-9CB8-4BCF-C18F-0AB11D7FAE0E}"/>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97B815C9-2C76-F6F2-787D-AA4D28A7286B}"/>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74AC067F-D3B6-483C-FACC-301D663B5182}"/>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F02A94DA-BD23-79D3-913C-E6D2005217FB}"/>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A4522394-4550-04B7-4A6A-887BA1BA5CFC}"/>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8B7986AE-9725-BB81-7EDF-B0E001F09FD6}"/>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169269DC-8A9F-0562-540A-F91F4FBA81BC}"/>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D4B2FA01-B506-ECB6-CCAB-016F9F65039E}"/>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40A4E9F6-1FB1-E55B-E587-42CD734DD617}"/>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0CD62D91-C54E-2C6C-0306-78A7C33A44E6}"/>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300711C2-4929-8F24-7967-C05657A44543}"/>
              </a:ext>
            </a:extLst>
          </p:cNvPr>
          <p:cNvSpPr txBox="1"/>
          <p:nvPr/>
        </p:nvSpPr>
        <p:spPr>
          <a:xfrm>
            <a:off x="1017514" y="2253308"/>
            <a:ext cx="3678102" cy="3046988"/>
          </a:xfrm>
          <a:prstGeom prst="rect">
            <a:avLst/>
          </a:prstGeom>
          <a:noFill/>
        </p:spPr>
        <p:txBody>
          <a:bodyPr wrap="square" rtlCol="0">
            <a:spAutoFit/>
          </a:bodyPr>
          <a:lstStyle/>
          <a:p>
            <a:r>
              <a:rPr lang="en-US" sz="2400"/>
              <a:t>The parent of node ‘I’ is node ‘D’ and the link of that node points to another node ‘D’.</a:t>
            </a:r>
          </a:p>
          <a:p>
            <a:r>
              <a:rPr lang="en-US" sz="2400"/>
              <a:t>That node ‘D’ has node ‘I’ as its child node so the link of node ‘I’ will point to that child node.</a:t>
            </a:r>
            <a:endParaRPr lang="vi-VN" sz="2400"/>
          </a:p>
        </p:txBody>
      </p:sp>
      <p:sp>
        <p:nvSpPr>
          <p:cNvPr id="2" name="Freeform: Shape 1">
            <a:extLst>
              <a:ext uri="{FF2B5EF4-FFF2-40B4-BE49-F238E27FC236}">
                <a16:creationId xmlns:a16="http://schemas.microsoft.com/office/drawing/2014/main" id="{02554F89-A122-8EF2-00E0-74B7986465D3}"/>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0B6CC55D-2941-D470-AA99-31D5884AD16D}"/>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0FF50805-765E-DB1C-E03F-C4D93AC350F6}"/>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2658949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F4CAF-AC34-B48A-1819-4D10DFD5778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EFCBBEC4-BCA5-D81E-94E2-4A1AF541FBB5}"/>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0E59F70A-3384-6E20-0A52-5446702F311C}"/>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5A24499F-9B82-BA21-2200-DDB8587BE599}"/>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B9B5F1AA-FAAE-33DA-3AF5-9FD59AB0DC2C}"/>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8951EAEF-0EC2-B03C-444B-054C44548FFB}"/>
              </a:ext>
            </a:extLst>
          </p:cNvPr>
          <p:cNvSpPr/>
          <p:nvPr/>
        </p:nvSpPr>
        <p:spPr>
          <a:xfrm>
            <a:off x="6191740" y="3444998"/>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09D233E4-FE6F-6E04-59C6-7D613CDCA293}"/>
              </a:ext>
            </a:extLst>
          </p:cNvPr>
          <p:cNvSpPr/>
          <p:nvPr/>
        </p:nvSpPr>
        <p:spPr>
          <a:xfrm>
            <a:off x="5442635"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BDA5C002-9577-3815-6B94-F54ECE50354E}"/>
              </a:ext>
            </a:extLst>
          </p:cNvPr>
          <p:cNvSpPr/>
          <p:nvPr/>
        </p:nvSpPr>
        <p:spPr>
          <a:xfrm>
            <a:off x="6921578"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AD793362-F4AC-4609-912D-84FF09E416D9}"/>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B37C20F5-ADD1-B05A-8E47-53EEAD403FFD}"/>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42639C39-17B9-4F91-F8DE-F21CC153325A}"/>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94A6C6FD-9F03-4952-1A8B-9CD2257277DF}"/>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EED28AE2-50BC-C4B7-DDAD-823D6C24D526}"/>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29389669-29B7-D348-09E7-15D3465F7852}"/>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95FA2FAD-5E61-49DB-B898-76D88DF30ABF}"/>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1D620D1-5CAD-CA7B-DD40-00762EA8D02F}"/>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66F462E-34D6-6B52-D880-B5099F2CC80B}"/>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54EA48D-B82E-FC65-FD87-0E1B0BDE5FAC}"/>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B97EF59-AF25-4B82-A1B7-EA1BEFDB8B5C}"/>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7FF9B9D-23A0-F03F-3A59-225AEA246A9F}"/>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642332BE-8938-B4F5-3099-7E96AF37057E}"/>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6C16FE6A-A5FF-1C9A-0451-B3542B3C8B96}"/>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01C243F-C277-043C-5468-A9D6E33349AA}"/>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FA63FD9-9EF3-531E-B1CF-66A38A5C36A6}"/>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E981C79-94A0-FE39-6979-61AE17785F99}"/>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644BD92-C0C5-B745-AF20-A689608E8F2E}"/>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E71A5E88-EC90-1E1D-C426-AFA65E76C67B}"/>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1BDAB8B3-10C5-EB07-D6C0-116899323386}"/>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9B258E2E-485A-804F-6C48-16D1766DE463}"/>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6792EEFD-BEDD-413C-8F08-B388EAA2BF8A}"/>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DC40A1D9-945A-ECF7-36A3-DE076F5B42E8}"/>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21A58C5C-7C0B-05D4-BA4E-0C06A6002448}"/>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43A0E91E-E864-CA05-9C60-6491DE14B605}"/>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40551875-3399-B854-CBC5-B72255F69BAA}"/>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8CE307E7-DCDF-42FA-5C5B-8927B5CB2C0C}"/>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34D1402C-8426-2E22-CA3A-BF058F6C870E}"/>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B5A03E8E-2678-E1DA-AFF4-DC29F3CA83DF}"/>
              </a:ext>
            </a:extLst>
          </p:cNvPr>
          <p:cNvSpPr txBox="1"/>
          <p:nvPr/>
        </p:nvSpPr>
        <p:spPr>
          <a:xfrm>
            <a:off x="1017514" y="2253308"/>
            <a:ext cx="3678102" cy="1569660"/>
          </a:xfrm>
          <a:prstGeom prst="rect">
            <a:avLst/>
          </a:prstGeom>
          <a:noFill/>
        </p:spPr>
        <p:txBody>
          <a:bodyPr wrap="square" rtlCol="0">
            <a:spAutoFit/>
          </a:bodyPr>
          <a:lstStyle/>
          <a:p>
            <a:r>
              <a:rPr lang="en-US" sz="2400"/>
              <a:t>Node ‘I’ doesn’t have any child node so we move back to node ‘D’ and move to another ‘D’ ’s child node</a:t>
            </a:r>
            <a:endParaRPr lang="vi-VN" sz="2400"/>
          </a:p>
        </p:txBody>
      </p:sp>
      <p:sp>
        <p:nvSpPr>
          <p:cNvPr id="2" name="Freeform: Shape 1">
            <a:extLst>
              <a:ext uri="{FF2B5EF4-FFF2-40B4-BE49-F238E27FC236}">
                <a16:creationId xmlns:a16="http://schemas.microsoft.com/office/drawing/2014/main" id="{4E424CF5-3A1F-54C3-0CC0-DAABA8315B10}"/>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875122FD-3FAE-F989-6A73-33EF5CDC1735}"/>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4C333D47-367F-2E6F-5553-6EF1F9E8A530}"/>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38178359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2CF2B-2316-2EE1-9D2E-588C62C36DC1}"/>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328FEC1-B973-0B63-C100-2E6D69437935}"/>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8BDDAE03-459F-F041-837E-943CE0459424}"/>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E3B69BDA-AAA2-9794-67EF-D6EE57CDC89F}"/>
              </a:ext>
            </a:extLst>
          </p:cNvPr>
          <p:cNvSpPr/>
          <p:nvPr/>
        </p:nvSpPr>
        <p:spPr>
          <a:xfrm>
            <a:off x="8673051" y="252181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462497C0-7108-A687-FC68-48C832D23D7B}"/>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EB1EC2EF-0EC3-AA30-4970-8F6AA7790A1A}"/>
              </a:ext>
            </a:extLst>
          </p:cNvPr>
          <p:cNvSpPr/>
          <p:nvPr/>
        </p:nvSpPr>
        <p:spPr>
          <a:xfrm>
            <a:off x="6191740" y="344499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E16B7BE7-848A-2404-D822-B75D802051F4}"/>
              </a:ext>
            </a:extLst>
          </p:cNvPr>
          <p:cNvSpPr/>
          <p:nvPr/>
        </p:nvSpPr>
        <p:spPr>
          <a:xfrm>
            <a:off x="5442635"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B7311C0F-EEC0-27CC-64A0-3BA96AE34EF6}"/>
              </a:ext>
            </a:extLst>
          </p:cNvPr>
          <p:cNvSpPr/>
          <p:nvPr/>
        </p:nvSpPr>
        <p:spPr>
          <a:xfrm>
            <a:off x="6921578"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115560C8-320F-7233-A46E-526AF14235B1}"/>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6D12C4B0-DF0B-43B7-D494-B67847137C46}"/>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AA158255-F7D8-0E02-F632-905A9D25D94A}"/>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A33334E1-B6E5-FDA4-487D-86C336C0A390}"/>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279047D6-0DC8-6F57-72B0-F845568178FE}"/>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A4C73736-DDD5-DD02-14FC-A7C260F52012}"/>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B0362066-8DD4-31C5-5336-C338CE0117BC}"/>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BC9773F-D773-75F2-C90F-272942DA2714}"/>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6F6D660-0E40-DBC6-0C98-C9E772027C9C}"/>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D2BFA34-831C-43AA-B80F-939391BE307F}"/>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0BB7C9C-B143-2624-B7CD-F12E3F456315}"/>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D19064C-E408-2CC2-B879-773355D0D02C}"/>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C45876E-EBC4-B9DC-8C86-512E660D54E9}"/>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E5DCB93-8B55-A6A2-1D31-A63236334129}"/>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A3572F0-E70C-A02C-2278-EC2C6946EB72}"/>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AC60E2-7120-1C79-A6E2-30DCE2D21928}"/>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45DB703-3D09-5F38-F728-7002F9866EC5}"/>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3D3CCAA-95A9-2979-5E02-D07CB303C284}"/>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3BDA71FE-4EDC-CE9F-D7A2-8D18E2BC557E}"/>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20C42FD7-F8EA-E612-9652-2C5E87370BA5}"/>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D857E722-6367-6C0D-15FF-A86F08DC7820}"/>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06A2121A-616C-2C8C-9446-3371656FF11D}"/>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7C13B01B-57D4-3F5C-AADC-3EA32E9DF0EE}"/>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2E7B8F6D-9D64-FD49-27AC-9351C8F2E694}"/>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8EDB4D5C-253B-E56D-FF33-8653754288B2}"/>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D2D6A864-2254-1884-C6FB-1A1E7DBB4DF6}"/>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4E3AEFB3-532D-10EF-687C-3BBD17EBC6CE}"/>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B0D04E3D-1834-3912-EAE1-1BDABCF3CD93}"/>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96840677-4841-BDDE-5ECB-51873A7DCC92}"/>
              </a:ext>
            </a:extLst>
          </p:cNvPr>
          <p:cNvSpPr txBox="1"/>
          <p:nvPr/>
        </p:nvSpPr>
        <p:spPr>
          <a:xfrm>
            <a:off x="1017514" y="2253308"/>
            <a:ext cx="3678102" cy="1569660"/>
          </a:xfrm>
          <a:prstGeom prst="rect">
            <a:avLst/>
          </a:prstGeom>
          <a:noFill/>
        </p:spPr>
        <p:txBody>
          <a:bodyPr wrap="square" rtlCol="0">
            <a:spAutoFit/>
          </a:bodyPr>
          <a:lstStyle/>
          <a:p>
            <a:r>
              <a:rPr lang="en-US" sz="2400"/>
              <a:t>Node ‘I’ doesn’t have any child node so we move back to node ‘D’ and move to another ‘D’ ’s child node</a:t>
            </a:r>
            <a:endParaRPr lang="vi-VN" sz="2400"/>
          </a:p>
        </p:txBody>
      </p:sp>
      <p:sp>
        <p:nvSpPr>
          <p:cNvPr id="2" name="Freeform: Shape 1">
            <a:extLst>
              <a:ext uri="{FF2B5EF4-FFF2-40B4-BE49-F238E27FC236}">
                <a16:creationId xmlns:a16="http://schemas.microsoft.com/office/drawing/2014/main" id="{298F68C8-A347-8017-48B3-1225B48F368F}"/>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2E9A229F-813B-FC6E-1B72-86D3504933C6}"/>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FF93D65A-9131-E891-1B01-158C66654132}"/>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493637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06D93F-B88D-B529-E082-143AD19FBEA8}"/>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3B9457DF-5965-FA12-8FEA-6F75692607DE}"/>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AE9848BE-BA21-0350-3B3F-99C8C7824B64}"/>
              </a:ext>
            </a:extLst>
          </p:cNvPr>
          <p:cNvSpPr/>
          <p:nvPr/>
        </p:nvSpPr>
        <p:spPr>
          <a:xfrm>
            <a:off x="7420183" y="1665093"/>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885A65A8-8FC7-FF66-AB9F-FA005291F841}"/>
              </a:ext>
            </a:extLst>
          </p:cNvPr>
          <p:cNvSpPr/>
          <p:nvPr/>
        </p:nvSpPr>
        <p:spPr>
          <a:xfrm>
            <a:off x="8673051"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2499B45A-DE10-1C48-4A5A-7CDE81D2AFA7}"/>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0FC7799B-9FA1-3993-B2F9-3BA3A8E6FA09}"/>
              </a:ext>
            </a:extLst>
          </p:cNvPr>
          <p:cNvSpPr/>
          <p:nvPr/>
        </p:nvSpPr>
        <p:spPr>
          <a:xfrm>
            <a:off x="6191740" y="3444998"/>
            <a:ext cx="619760" cy="619760"/>
          </a:xfrm>
          <a:prstGeom prst="ellipse">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7A45637B-120C-A0B8-1A83-F4E1A0E156AE}"/>
              </a:ext>
            </a:extLst>
          </p:cNvPr>
          <p:cNvSpPr/>
          <p:nvPr/>
        </p:nvSpPr>
        <p:spPr>
          <a:xfrm>
            <a:off x="5442635"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F357FC3E-ED68-672E-2BC2-2906534FD977}"/>
              </a:ext>
            </a:extLst>
          </p:cNvPr>
          <p:cNvSpPr/>
          <p:nvPr/>
        </p:nvSpPr>
        <p:spPr>
          <a:xfrm>
            <a:off x="6921578"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04B8D72F-6307-EEDA-6BCD-D9984E0BFA5E}"/>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D755DF26-40E6-13DA-9AB3-729A8DE7662B}"/>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3F8F885D-680C-E740-3B9C-77453BBAC9B7}"/>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2EA987E8-E73C-9275-4025-8C6DCB5266E1}"/>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58917CBF-5A08-0A3C-876A-C18294A28CA1}"/>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3A4E5D57-476C-20D2-DD7D-998E307BCE06}"/>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0190E701-D707-F20A-E117-24E87406F349}"/>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BEFBBF2-CCF0-544A-C34B-6ECCAD44D2F4}"/>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FA57A09-F4C5-AC58-E75E-AA7F06F12CC9}"/>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E82408E-D7B8-142A-C626-DB877C06EDE4}"/>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BA5DE13-D7A9-B312-B799-C87D0B12FB8A}"/>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DB50DC8-1818-D23B-D12D-D1CF5EEF8F0C}"/>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AC8456E-789D-8E9C-E79B-79F9A0C07308}"/>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3163B61-E7C0-7D5D-A78C-E8986B942E61}"/>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9E79C88-860A-73AE-721C-B5C7034D41E3}"/>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93A747A0-4A71-7448-CAB6-7AE49CEA688C}"/>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F59EA7D-0C62-FFE7-50BA-8B09FF79FF19}"/>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A602C74-BA29-81CA-D75B-A8883C775822}"/>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5D327E79-32BA-B375-1956-C222ED281431}"/>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A3269EFD-D0E1-A540-D82E-0B3C1010D684}"/>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7AE79D0E-E215-304A-169D-36945179F703}"/>
              </a:ext>
            </a:extLst>
          </p:cNvPr>
          <p:cNvSpPr/>
          <p:nvPr/>
        </p:nvSpPr>
        <p:spPr>
          <a:xfrm>
            <a:off x="7064448" y="1290484"/>
            <a:ext cx="445677" cy="3200400"/>
          </a:xfrm>
          <a:custGeom>
            <a:avLst/>
            <a:gdLst>
              <a:gd name="connsiteX0" fmla="*/ 270417 w 445677"/>
              <a:gd name="connsiteY0" fmla="*/ 3200400 h 3200400"/>
              <a:gd name="connsiteX1" fmla="*/ 3717 w 445677"/>
              <a:gd name="connsiteY1" fmla="*/ 1432560 h 3200400"/>
              <a:gd name="connsiteX2" fmla="*/ 445677 w 445677"/>
              <a:gd name="connsiteY2" fmla="*/ 0 h 3200400"/>
            </a:gdLst>
            <a:ahLst/>
            <a:cxnLst>
              <a:cxn ang="0">
                <a:pos x="connsiteX0" y="connsiteY0"/>
              </a:cxn>
              <a:cxn ang="0">
                <a:pos x="connsiteX1" y="connsiteY1"/>
              </a:cxn>
              <a:cxn ang="0">
                <a:pos x="connsiteX2" y="connsiteY2"/>
              </a:cxn>
            </a:cxnLst>
            <a:rect l="l" t="t" r="r" b="b"/>
            <a:pathLst>
              <a:path w="445677" h="3200400">
                <a:moveTo>
                  <a:pt x="270417" y="3200400"/>
                </a:moveTo>
                <a:cubicBezTo>
                  <a:pt x="122462" y="2583180"/>
                  <a:pt x="-25493" y="1965960"/>
                  <a:pt x="3717" y="1432560"/>
                </a:cubicBezTo>
                <a:cubicBezTo>
                  <a:pt x="32927" y="899160"/>
                  <a:pt x="239302" y="449580"/>
                  <a:pt x="445677"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0AAFB180-A3E0-7D0C-1EDB-3547A6E47594}"/>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DDB7C133-DB02-1A86-8A8E-65D65BCC9FF9}"/>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915ABDFB-C03C-384C-D0EF-604131E03432}"/>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EBFE3E2B-A355-ED63-DA05-F955DC31ED04}"/>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DA9B352C-DEE7-9159-BC0C-5FA7DEBC43D9}"/>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A78A7169-2491-A586-B6DE-C4CFC32E8893}"/>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A93C4D7F-FB66-579F-634D-4BB15C0F9A3A}"/>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8FD79E2F-1700-9E35-F42D-4BE6FEF5C25C}"/>
              </a:ext>
            </a:extLst>
          </p:cNvPr>
          <p:cNvSpPr txBox="1"/>
          <p:nvPr/>
        </p:nvSpPr>
        <p:spPr>
          <a:xfrm>
            <a:off x="1017514" y="2253308"/>
            <a:ext cx="3678102" cy="3046988"/>
          </a:xfrm>
          <a:prstGeom prst="rect">
            <a:avLst/>
          </a:prstGeom>
          <a:noFill/>
        </p:spPr>
        <p:txBody>
          <a:bodyPr wrap="square" rtlCol="0">
            <a:spAutoFit/>
          </a:bodyPr>
          <a:lstStyle/>
          <a:p>
            <a:r>
              <a:rPr lang="en-US" sz="2400"/>
              <a:t>The parent of node ‘U’ is node ‘D’ and the link of that node points to another node ‘D’.</a:t>
            </a:r>
          </a:p>
          <a:p>
            <a:r>
              <a:rPr lang="en-US" sz="2400"/>
              <a:t>That node ‘D’ has node ‘U’ as its child node so the link of node ‘U’ will point to that child node.</a:t>
            </a:r>
            <a:endParaRPr lang="vi-VN" sz="2400"/>
          </a:p>
        </p:txBody>
      </p:sp>
      <p:sp>
        <p:nvSpPr>
          <p:cNvPr id="2" name="Freeform: Shape 1">
            <a:extLst>
              <a:ext uri="{FF2B5EF4-FFF2-40B4-BE49-F238E27FC236}">
                <a16:creationId xmlns:a16="http://schemas.microsoft.com/office/drawing/2014/main" id="{D27D3B4D-3564-4ADE-BBDD-7686132F50CF}"/>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rgbClr val="92D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EB5D2A0E-06B0-2ECD-C741-4082FC200F13}"/>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AFB31176-6179-329D-DBE4-2DB428BFB089}"/>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969339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C65CE-130B-E1AE-9E3E-F71EFB02BA6B}"/>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8D04377A-3546-38EA-E37B-5BC7874E4573}"/>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0A15D297-A96D-D333-5F06-FE45BE255AB2}"/>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8A6CF71E-2F8A-D821-76D7-1CDDCDB93507}"/>
              </a:ext>
            </a:extLst>
          </p:cNvPr>
          <p:cNvSpPr/>
          <p:nvPr/>
        </p:nvSpPr>
        <p:spPr>
          <a:xfrm>
            <a:off x="8673051" y="252181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400CD301-3656-B3B6-A0EE-0F43E2C14313}"/>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FAECCC9A-90D1-C4A7-BB66-14B205130F69}"/>
              </a:ext>
            </a:extLst>
          </p:cNvPr>
          <p:cNvSpPr/>
          <p:nvPr/>
        </p:nvSpPr>
        <p:spPr>
          <a:xfrm>
            <a:off x="6191740" y="344499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9AB39A90-78CD-30BF-E523-399E0ED5F585}"/>
              </a:ext>
            </a:extLst>
          </p:cNvPr>
          <p:cNvSpPr/>
          <p:nvPr/>
        </p:nvSpPr>
        <p:spPr>
          <a:xfrm>
            <a:off x="5442635"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BB89F9B8-AD97-ADB7-6649-9EFA6BDABCE2}"/>
              </a:ext>
            </a:extLst>
          </p:cNvPr>
          <p:cNvSpPr/>
          <p:nvPr/>
        </p:nvSpPr>
        <p:spPr>
          <a:xfrm>
            <a:off x="6921578" y="4491231"/>
            <a:ext cx="619760" cy="619760"/>
          </a:xfrm>
          <a:prstGeom prst="ellipse">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81E742B2-430A-4BEF-C6B4-F6FA6D070A4F}"/>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B5E76227-54CF-4721-F3FC-29F8CF811182}"/>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34F4CB40-664F-7826-2221-A74E9C0123BD}"/>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E435A7E9-0E64-F42E-BA91-FE30DC55A426}"/>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82DEBBF2-8CB7-300B-D68F-21F06A1C633F}"/>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2A4D53BD-8FCA-93A1-D534-F1E91274CAED}"/>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196662F5-D541-BA25-4580-3874F10022BB}"/>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CB359CE-115A-4283-AAA1-CE730D535026}"/>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F2FB3A4-C12E-15C7-00B4-BB428EE712D7}"/>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27F0822-0600-41F6-45DC-41CA37DDA6AA}"/>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5A97EAC0-AE49-7462-385A-8D3BA94D08B1}"/>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7DDFB74-0BE7-45C7-EEFE-DF8CC529B5A6}"/>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7348B3D-6183-50D1-75CD-210FF0096069}"/>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29F513ED-FCBC-C0B8-0C72-C594C5CF901D}"/>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1DAB509-EC0C-A14E-C955-1A692E2F478A}"/>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20ED107-8AE9-95CF-396B-0981F79CD948}"/>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572CEF9-1AF8-4CA7-F27D-B7A88687E7A6}"/>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6D8D9D9-A8FB-B693-AFFD-CF7CEF750A53}"/>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5BD94FDC-8E67-4404-8D9A-E99B7461137D}"/>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EFF7C8BC-15A2-29A9-7084-6D30FDECF252}"/>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D3F47F97-CF44-DD8B-5B02-BE5DD552CE97}"/>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6" name="Freeform: Shape 35">
            <a:extLst>
              <a:ext uri="{FF2B5EF4-FFF2-40B4-BE49-F238E27FC236}">
                <a16:creationId xmlns:a16="http://schemas.microsoft.com/office/drawing/2014/main" id="{2786B9B8-17B0-C2A9-82E8-19DA8150C8BD}"/>
              </a:ext>
            </a:extLst>
          </p:cNvPr>
          <p:cNvSpPr/>
          <p:nvPr/>
        </p:nvSpPr>
        <p:spPr>
          <a:xfrm>
            <a:off x="8028285" y="1145704"/>
            <a:ext cx="588668" cy="2270760"/>
          </a:xfrm>
          <a:custGeom>
            <a:avLst/>
            <a:gdLst>
              <a:gd name="connsiteX0" fmla="*/ 152400 w 588668"/>
              <a:gd name="connsiteY0" fmla="*/ 2270760 h 2270760"/>
              <a:gd name="connsiteX1" fmla="*/ 586740 w 588668"/>
              <a:gd name="connsiteY1" fmla="*/ 868680 h 2270760"/>
              <a:gd name="connsiteX2" fmla="*/ 0 w 588668"/>
              <a:gd name="connsiteY2" fmla="*/ 0 h 2270760"/>
            </a:gdLst>
            <a:ahLst/>
            <a:cxnLst>
              <a:cxn ang="0">
                <a:pos x="connsiteX0" y="connsiteY0"/>
              </a:cxn>
              <a:cxn ang="0">
                <a:pos x="connsiteX1" y="connsiteY1"/>
              </a:cxn>
              <a:cxn ang="0">
                <a:pos x="connsiteX2" y="connsiteY2"/>
              </a:cxn>
            </a:cxnLst>
            <a:rect l="l" t="t" r="r" b="b"/>
            <a:pathLst>
              <a:path w="588668" h="2270760">
                <a:moveTo>
                  <a:pt x="152400" y="2270760"/>
                </a:moveTo>
                <a:cubicBezTo>
                  <a:pt x="382270" y="1758950"/>
                  <a:pt x="612140" y="1247140"/>
                  <a:pt x="586740" y="868680"/>
                </a:cubicBezTo>
                <a:cubicBezTo>
                  <a:pt x="561340" y="490220"/>
                  <a:pt x="280670" y="2451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7" name="Freeform: Shape 36">
            <a:extLst>
              <a:ext uri="{FF2B5EF4-FFF2-40B4-BE49-F238E27FC236}">
                <a16:creationId xmlns:a16="http://schemas.microsoft.com/office/drawing/2014/main" id="{91FCFF91-C40F-9DED-E4B4-9A563D0E369E}"/>
              </a:ext>
            </a:extLst>
          </p:cNvPr>
          <p:cNvSpPr/>
          <p:nvPr/>
        </p:nvSpPr>
        <p:spPr>
          <a:xfrm>
            <a:off x="7973802" y="1290484"/>
            <a:ext cx="809179" cy="3299460"/>
          </a:xfrm>
          <a:custGeom>
            <a:avLst/>
            <a:gdLst>
              <a:gd name="connsiteX0" fmla="*/ 419100 w 769936"/>
              <a:gd name="connsiteY0" fmla="*/ 3284220 h 3284220"/>
              <a:gd name="connsiteX1" fmla="*/ 769620 w 769936"/>
              <a:gd name="connsiteY1" fmla="*/ 2179320 h 3284220"/>
              <a:gd name="connsiteX2" fmla="*/ 365760 w 769936"/>
              <a:gd name="connsiteY2" fmla="*/ 1386840 h 3284220"/>
              <a:gd name="connsiteX3" fmla="*/ 0 w 769936"/>
              <a:gd name="connsiteY3" fmla="*/ 0 h 3284220"/>
            </a:gdLst>
            <a:ahLst/>
            <a:cxnLst>
              <a:cxn ang="0">
                <a:pos x="connsiteX0" y="connsiteY0"/>
              </a:cxn>
              <a:cxn ang="0">
                <a:pos x="connsiteX1" y="connsiteY1"/>
              </a:cxn>
              <a:cxn ang="0">
                <a:pos x="connsiteX2" y="connsiteY2"/>
              </a:cxn>
              <a:cxn ang="0">
                <a:pos x="connsiteX3" y="connsiteY3"/>
              </a:cxn>
            </a:cxnLst>
            <a:rect l="l" t="t" r="r" b="b"/>
            <a:pathLst>
              <a:path w="769936" h="3284220">
                <a:moveTo>
                  <a:pt x="419100" y="3284220"/>
                </a:moveTo>
                <a:cubicBezTo>
                  <a:pt x="598805" y="2889885"/>
                  <a:pt x="778510" y="2495550"/>
                  <a:pt x="769620" y="2179320"/>
                </a:cubicBezTo>
                <a:cubicBezTo>
                  <a:pt x="760730" y="1863090"/>
                  <a:pt x="494030" y="1750060"/>
                  <a:pt x="365760" y="1386840"/>
                </a:cubicBezTo>
                <a:cubicBezTo>
                  <a:pt x="237490" y="1023620"/>
                  <a:pt x="118745" y="51181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8" name="Freeform: Shape 37">
            <a:extLst>
              <a:ext uri="{FF2B5EF4-FFF2-40B4-BE49-F238E27FC236}">
                <a16:creationId xmlns:a16="http://schemas.microsoft.com/office/drawing/2014/main" id="{AFBC0ACC-294E-AF7F-E55B-CC9B7A146F86}"/>
              </a:ext>
            </a:extLst>
          </p:cNvPr>
          <p:cNvSpPr/>
          <p:nvPr/>
        </p:nvSpPr>
        <p:spPr>
          <a:xfrm>
            <a:off x="7499561" y="1252384"/>
            <a:ext cx="897867" cy="4244340"/>
          </a:xfrm>
          <a:custGeom>
            <a:avLst/>
            <a:gdLst>
              <a:gd name="connsiteX0" fmla="*/ 475384 w 897867"/>
              <a:gd name="connsiteY0" fmla="*/ 4244340 h 4244340"/>
              <a:gd name="connsiteX1" fmla="*/ 10564 w 897867"/>
              <a:gd name="connsiteY1" fmla="*/ 2491740 h 4244340"/>
              <a:gd name="connsiteX2" fmla="*/ 879244 w 897867"/>
              <a:gd name="connsiteY2" fmla="*/ 899160 h 4244340"/>
              <a:gd name="connsiteX3" fmla="*/ 521104 w 897867"/>
              <a:gd name="connsiteY3" fmla="*/ 0 h 4244340"/>
            </a:gdLst>
            <a:ahLst/>
            <a:cxnLst>
              <a:cxn ang="0">
                <a:pos x="connsiteX0" y="connsiteY0"/>
              </a:cxn>
              <a:cxn ang="0">
                <a:pos x="connsiteX1" y="connsiteY1"/>
              </a:cxn>
              <a:cxn ang="0">
                <a:pos x="connsiteX2" y="connsiteY2"/>
              </a:cxn>
              <a:cxn ang="0">
                <a:pos x="connsiteX3" y="connsiteY3"/>
              </a:cxn>
            </a:cxnLst>
            <a:rect l="l" t="t" r="r" b="b"/>
            <a:pathLst>
              <a:path w="897867" h="4244340">
                <a:moveTo>
                  <a:pt x="475384" y="4244340"/>
                </a:moveTo>
                <a:cubicBezTo>
                  <a:pt x="209319" y="3646805"/>
                  <a:pt x="-56746" y="3049270"/>
                  <a:pt x="10564" y="2491740"/>
                </a:cubicBezTo>
                <a:cubicBezTo>
                  <a:pt x="77874" y="1934210"/>
                  <a:pt x="794154" y="1314450"/>
                  <a:pt x="879244" y="899160"/>
                </a:cubicBezTo>
                <a:cubicBezTo>
                  <a:pt x="964334" y="483870"/>
                  <a:pt x="742719" y="241935"/>
                  <a:pt x="521104"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122FB7ED-ED40-09F6-9099-71C7F8F81939}"/>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0" name="Freeform: Shape 39">
            <a:extLst>
              <a:ext uri="{FF2B5EF4-FFF2-40B4-BE49-F238E27FC236}">
                <a16:creationId xmlns:a16="http://schemas.microsoft.com/office/drawing/2014/main" id="{E4C17EEE-EB44-BE02-7AAE-E5CB2C07E039}"/>
              </a:ext>
            </a:extLst>
          </p:cNvPr>
          <p:cNvSpPr/>
          <p:nvPr/>
        </p:nvSpPr>
        <p:spPr>
          <a:xfrm>
            <a:off x="8066385" y="944299"/>
            <a:ext cx="2384738" cy="3706605"/>
          </a:xfrm>
          <a:custGeom>
            <a:avLst/>
            <a:gdLst>
              <a:gd name="connsiteX0" fmla="*/ 1958340 w 2384738"/>
              <a:gd name="connsiteY0" fmla="*/ 3706605 h 3706605"/>
              <a:gd name="connsiteX1" fmla="*/ 2377440 w 2384738"/>
              <a:gd name="connsiteY1" fmla="*/ 2274045 h 3706605"/>
              <a:gd name="connsiteX2" fmla="*/ 1645920 w 2384738"/>
              <a:gd name="connsiteY2" fmla="*/ 361425 h 3706605"/>
              <a:gd name="connsiteX3" fmla="*/ 0 w 2384738"/>
              <a:gd name="connsiteY3" fmla="*/ 3285 h 3706605"/>
            </a:gdLst>
            <a:ahLst/>
            <a:cxnLst>
              <a:cxn ang="0">
                <a:pos x="connsiteX0" y="connsiteY0"/>
              </a:cxn>
              <a:cxn ang="0">
                <a:pos x="connsiteX1" y="connsiteY1"/>
              </a:cxn>
              <a:cxn ang="0">
                <a:pos x="connsiteX2" y="connsiteY2"/>
              </a:cxn>
              <a:cxn ang="0">
                <a:pos x="connsiteX3" y="connsiteY3"/>
              </a:cxn>
            </a:cxnLst>
            <a:rect l="l" t="t" r="r" b="b"/>
            <a:pathLst>
              <a:path w="2384738" h="3706605">
                <a:moveTo>
                  <a:pt x="1958340" y="3706605"/>
                </a:moveTo>
                <a:cubicBezTo>
                  <a:pt x="2193925" y="3269090"/>
                  <a:pt x="2429510" y="2831575"/>
                  <a:pt x="2377440" y="2274045"/>
                </a:cubicBezTo>
                <a:cubicBezTo>
                  <a:pt x="2325370" y="1716515"/>
                  <a:pt x="2042160" y="739885"/>
                  <a:pt x="1645920" y="361425"/>
                </a:cubicBezTo>
                <a:cubicBezTo>
                  <a:pt x="1249680" y="-17035"/>
                  <a:pt x="624840" y="-6875"/>
                  <a:pt x="0" y="3285"/>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1" name="Freeform: Shape 40">
            <a:extLst>
              <a:ext uri="{FF2B5EF4-FFF2-40B4-BE49-F238E27FC236}">
                <a16:creationId xmlns:a16="http://schemas.microsoft.com/office/drawing/2014/main" id="{7EE4C070-7D46-5DD4-F8D5-9A2372B6523A}"/>
              </a:ext>
            </a:extLst>
          </p:cNvPr>
          <p:cNvSpPr/>
          <p:nvPr/>
        </p:nvSpPr>
        <p:spPr>
          <a:xfrm>
            <a:off x="8020665" y="738272"/>
            <a:ext cx="2849706" cy="4819412"/>
          </a:xfrm>
          <a:custGeom>
            <a:avLst/>
            <a:gdLst>
              <a:gd name="connsiteX0" fmla="*/ 2049780 w 2849706"/>
              <a:gd name="connsiteY0" fmla="*/ 4819412 h 4819412"/>
              <a:gd name="connsiteX1" fmla="*/ 2834640 w 2849706"/>
              <a:gd name="connsiteY1" fmla="*/ 2640092 h 4819412"/>
              <a:gd name="connsiteX2" fmla="*/ 2446020 w 2849706"/>
              <a:gd name="connsiteY2" fmla="*/ 582692 h 4819412"/>
              <a:gd name="connsiteX3" fmla="*/ 1036320 w 2849706"/>
              <a:gd name="connsiteY3" fmla="*/ 26432 h 4819412"/>
              <a:gd name="connsiteX4" fmla="*/ 0 w 2849706"/>
              <a:gd name="connsiteY4" fmla="*/ 140732 h 48194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9706" h="4819412">
                <a:moveTo>
                  <a:pt x="2049780" y="4819412"/>
                </a:moveTo>
                <a:cubicBezTo>
                  <a:pt x="2409190" y="4082812"/>
                  <a:pt x="2768600" y="3346212"/>
                  <a:pt x="2834640" y="2640092"/>
                </a:cubicBezTo>
                <a:cubicBezTo>
                  <a:pt x="2900680" y="1933972"/>
                  <a:pt x="2745740" y="1018302"/>
                  <a:pt x="2446020" y="582692"/>
                </a:cubicBezTo>
                <a:cubicBezTo>
                  <a:pt x="2146300" y="147082"/>
                  <a:pt x="1443990" y="100092"/>
                  <a:pt x="1036320" y="26432"/>
                </a:cubicBezTo>
                <a:cubicBezTo>
                  <a:pt x="628650" y="-47228"/>
                  <a:pt x="314325" y="46752"/>
                  <a:pt x="0" y="140732"/>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EE9B9BA0-B5CB-9D1B-21BE-F14535F759E4}"/>
              </a:ext>
            </a:extLst>
          </p:cNvPr>
          <p:cNvSpPr txBox="1"/>
          <p:nvPr/>
        </p:nvSpPr>
        <p:spPr>
          <a:xfrm>
            <a:off x="1017514" y="2253308"/>
            <a:ext cx="3678102" cy="3046988"/>
          </a:xfrm>
          <a:prstGeom prst="rect">
            <a:avLst/>
          </a:prstGeom>
          <a:noFill/>
        </p:spPr>
        <p:txBody>
          <a:bodyPr wrap="square" rtlCol="0">
            <a:spAutoFit/>
          </a:bodyPr>
          <a:lstStyle/>
          <a:p>
            <a:r>
              <a:rPr lang="en-US" sz="2400"/>
              <a:t>The parent of node ‘U’ is node ‘D’ and the link of that node point to another node ‘D’.</a:t>
            </a:r>
          </a:p>
          <a:p>
            <a:r>
              <a:rPr lang="en-US" sz="2400"/>
              <a:t>That node ‘D’ has node ‘U’ as its child node so the link of node ‘U’ will point to that node.</a:t>
            </a:r>
            <a:endParaRPr lang="vi-VN" sz="2400"/>
          </a:p>
        </p:txBody>
      </p:sp>
      <p:sp>
        <p:nvSpPr>
          <p:cNvPr id="2" name="Freeform: Shape 1">
            <a:extLst>
              <a:ext uri="{FF2B5EF4-FFF2-40B4-BE49-F238E27FC236}">
                <a16:creationId xmlns:a16="http://schemas.microsoft.com/office/drawing/2014/main" id="{840CE4A0-8D86-5334-508C-39A3ACE86CDD}"/>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845DE335-C613-C232-8881-9ACAE56C2B66}"/>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876AD8C6-8DDA-3F92-C310-29F417C9DE6C}"/>
              </a:ext>
            </a:extLst>
          </p:cNvPr>
          <p:cNvSpPr/>
          <p:nvPr/>
        </p:nvSpPr>
        <p:spPr>
          <a:xfrm>
            <a:off x="7331824" y="2861187"/>
            <a:ext cx="1350060" cy="1632155"/>
          </a:xfrm>
          <a:custGeom>
            <a:avLst/>
            <a:gdLst>
              <a:gd name="connsiteX0" fmla="*/ 22705 w 1350060"/>
              <a:gd name="connsiteY0" fmla="*/ 1632155 h 1632155"/>
              <a:gd name="connsiteX1" fmla="*/ 180021 w 1350060"/>
              <a:gd name="connsiteY1" fmla="*/ 275303 h 1632155"/>
              <a:gd name="connsiteX2" fmla="*/ 1350060 w 1350060"/>
              <a:gd name="connsiteY2" fmla="*/ 0 h 1632155"/>
            </a:gdLst>
            <a:ahLst/>
            <a:cxnLst>
              <a:cxn ang="0">
                <a:pos x="connsiteX0" y="connsiteY0"/>
              </a:cxn>
              <a:cxn ang="0">
                <a:pos x="connsiteX1" y="connsiteY1"/>
              </a:cxn>
              <a:cxn ang="0">
                <a:pos x="connsiteX2" y="connsiteY2"/>
              </a:cxn>
            </a:cxnLst>
            <a:rect l="l" t="t" r="r" b="b"/>
            <a:pathLst>
              <a:path w="1350060" h="1632155">
                <a:moveTo>
                  <a:pt x="22705" y="1632155"/>
                </a:moveTo>
                <a:cubicBezTo>
                  <a:pt x="-9250" y="1089742"/>
                  <a:pt x="-41205" y="547329"/>
                  <a:pt x="180021" y="275303"/>
                </a:cubicBezTo>
                <a:cubicBezTo>
                  <a:pt x="401247" y="3277"/>
                  <a:pt x="875653" y="1638"/>
                  <a:pt x="1350060" y="0"/>
                </a:cubicBezTo>
              </a:path>
            </a:pathLst>
          </a:custGeom>
          <a:ln w="190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6AAF18ED-1E52-603C-BA76-52F3695CC17B}"/>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5574805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36A22-CC5C-6BD9-AFB4-BD1489861771}"/>
            </a:ext>
          </a:extLst>
        </p:cNvPr>
        <p:cNvGrpSpPr/>
        <p:nvPr/>
      </p:nvGrpSpPr>
      <p:grpSpPr>
        <a:xfrm>
          <a:off x="0" y="0"/>
          <a:ext cx="0" cy="0"/>
          <a:chOff x="0" y="0"/>
          <a:chExt cx="0" cy="0"/>
        </a:xfrm>
      </p:grpSpPr>
      <p:sp>
        <p:nvSpPr>
          <p:cNvPr id="5" name="Oval 4">
            <a:extLst>
              <a:ext uri="{FF2B5EF4-FFF2-40B4-BE49-F238E27FC236}">
                <a16:creationId xmlns:a16="http://schemas.microsoft.com/office/drawing/2014/main" id="{0269516B-7509-902B-8727-432251D51019}"/>
              </a:ext>
            </a:extLst>
          </p:cNvPr>
          <p:cNvSpPr/>
          <p:nvPr/>
        </p:nvSpPr>
        <p:spPr>
          <a:xfrm>
            <a:off x="7420183" y="73870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6" name="Oval 5">
            <a:extLst>
              <a:ext uri="{FF2B5EF4-FFF2-40B4-BE49-F238E27FC236}">
                <a16:creationId xmlns:a16="http://schemas.microsoft.com/office/drawing/2014/main" id="{2952452D-90A2-2F9E-5F5B-AE7A95A05763}"/>
              </a:ext>
            </a:extLst>
          </p:cNvPr>
          <p:cNvSpPr/>
          <p:nvPr/>
        </p:nvSpPr>
        <p:spPr>
          <a:xfrm>
            <a:off x="7420183" y="166509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7" name="Oval 6">
            <a:extLst>
              <a:ext uri="{FF2B5EF4-FFF2-40B4-BE49-F238E27FC236}">
                <a16:creationId xmlns:a16="http://schemas.microsoft.com/office/drawing/2014/main" id="{985D6F86-EF61-5366-26B7-2BF6AD0C9344}"/>
              </a:ext>
            </a:extLst>
          </p:cNvPr>
          <p:cNvSpPr/>
          <p:nvPr/>
        </p:nvSpPr>
        <p:spPr>
          <a:xfrm>
            <a:off x="8673051"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8" name="Oval 7">
            <a:extLst>
              <a:ext uri="{FF2B5EF4-FFF2-40B4-BE49-F238E27FC236}">
                <a16:creationId xmlns:a16="http://schemas.microsoft.com/office/drawing/2014/main" id="{113398C2-F8C8-D8A6-F9CA-D9AC6852698D}"/>
              </a:ext>
            </a:extLst>
          </p:cNvPr>
          <p:cNvSpPr/>
          <p:nvPr/>
        </p:nvSpPr>
        <p:spPr>
          <a:xfrm>
            <a:off x="6191740" y="252181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9" name="Oval 8">
            <a:extLst>
              <a:ext uri="{FF2B5EF4-FFF2-40B4-BE49-F238E27FC236}">
                <a16:creationId xmlns:a16="http://schemas.microsoft.com/office/drawing/2014/main" id="{4D324D4C-B88A-7E08-F2F8-DBAAE2107F77}"/>
              </a:ext>
            </a:extLst>
          </p:cNvPr>
          <p:cNvSpPr/>
          <p:nvPr/>
        </p:nvSpPr>
        <p:spPr>
          <a:xfrm>
            <a:off x="6191740" y="344499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Oval 9">
            <a:extLst>
              <a:ext uri="{FF2B5EF4-FFF2-40B4-BE49-F238E27FC236}">
                <a16:creationId xmlns:a16="http://schemas.microsoft.com/office/drawing/2014/main" id="{ADC3E798-74A9-E139-F5A5-A67CBB87BDA8}"/>
              </a:ext>
            </a:extLst>
          </p:cNvPr>
          <p:cNvSpPr/>
          <p:nvPr/>
        </p:nvSpPr>
        <p:spPr>
          <a:xfrm>
            <a:off x="5442635"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1" name="Oval 10">
            <a:extLst>
              <a:ext uri="{FF2B5EF4-FFF2-40B4-BE49-F238E27FC236}">
                <a16:creationId xmlns:a16="http://schemas.microsoft.com/office/drawing/2014/main" id="{C04149E2-0F66-80D6-23BD-6EA1BB3A9FAF}"/>
              </a:ext>
            </a:extLst>
          </p:cNvPr>
          <p:cNvSpPr/>
          <p:nvPr/>
        </p:nvSpPr>
        <p:spPr>
          <a:xfrm>
            <a:off x="6921578" y="4491231"/>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12" name="Oval 11">
            <a:extLst>
              <a:ext uri="{FF2B5EF4-FFF2-40B4-BE49-F238E27FC236}">
                <a16:creationId xmlns:a16="http://schemas.microsoft.com/office/drawing/2014/main" id="{DF7EF53A-1655-EB12-3007-D264AC3023F8}"/>
              </a:ext>
            </a:extLst>
          </p:cNvPr>
          <p:cNvSpPr/>
          <p:nvPr/>
        </p:nvSpPr>
        <p:spPr>
          <a:xfrm>
            <a:off x="7884508"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3" name="Oval 12">
            <a:extLst>
              <a:ext uri="{FF2B5EF4-FFF2-40B4-BE49-F238E27FC236}">
                <a16:creationId xmlns:a16="http://schemas.microsoft.com/office/drawing/2014/main" id="{4B1ABD11-8C46-592D-D197-EAB1C6EEC90C}"/>
              </a:ext>
            </a:extLst>
          </p:cNvPr>
          <p:cNvSpPr/>
          <p:nvPr/>
        </p:nvSpPr>
        <p:spPr>
          <a:xfrm>
            <a:off x="7884461"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4" name="Oval 13">
            <a:extLst>
              <a:ext uri="{FF2B5EF4-FFF2-40B4-BE49-F238E27FC236}">
                <a16:creationId xmlns:a16="http://schemas.microsoft.com/office/drawing/2014/main" id="{1665CD04-0110-F5C2-58E4-5EB58D6933BE}"/>
              </a:ext>
            </a:extLst>
          </p:cNvPr>
          <p:cNvSpPr/>
          <p:nvPr/>
        </p:nvSpPr>
        <p:spPr>
          <a:xfrm>
            <a:off x="7884461"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15" name="Oval 14">
            <a:extLst>
              <a:ext uri="{FF2B5EF4-FFF2-40B4-BE49-F238E27FC236}">
                <a16:creationId xmlns:a16="http://schemas.microsoft.com/office/drawing/2014/main" id="{19D35524-F8F5-9934-5C00-EEF4E5ADEBC7}"/>
              </a:ext>
            </a:extLst>
          </p:cNvPr>
          <p:cNvSpPr/>
          <p:nvPr/>
        </p:nvSpPr>
        <p:spPr>
          <a:xfrm>
            <a:off x="9454327" y="541441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16" name="Oval 15">
            <a:extLst>
              <a:ext uri="{FF2B5EF4-FFF2-40B4-BE49-F238E27FC236}">
                <a16:creationId xmlns:a16="http://schemas.microsoft.com/office/drawing/2014/main" id="{F4FC749E-79B3-E340-40BD-1631839CC939}"/>
              </a:ext>
            </a:extLst>
          </p:cNvPr>
          <p:cNvSpPr/>
          <p:nvPr/>
        </p:nvSpPr>
        <p:spPr>
          <a:xfrm>
            <a:off x="9454640" y="3444998"/>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7" name="Oval 16">
            <a:extLst>
              <a:ext uri="{FF2B5EF4-FFF2-40B4-BE49-F238E27FC236}">
                <a16:creationId xmlns:a16="http://schemas.microsoft.com/office/drawing/2014/main" id="{3912AECC-4A9E-0864-2045-3A6C00D79BBB}"/>
              </a:ext>
            </a:extLst>
          </p:cNvPr>
          <p:cNvSpPr/>
          <p:nvPr/>
        </p:nvSpPr>
        <p:spPr>
          <a:xfrm>
            <a:off x="9454327" y="4491231"/>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18" name="Straight Connector 17">
            <a:extLst>
              <a:ext uri="{FF2B5EF4-FFF2-40B4-BE49-F238E27FC236}">
                <a16:creationId xmlns:a16="http://schemas.microsoft.com/office/drawing/2014/main" id="{D35E1654-B83F-DC1D-EC1C-738255075B24}"/>
              </a:ext>
            </a:extLst>
          </p:cNvPr>
          <p:cNvCxnSpPr>
            <a:stCxn id="6" idx="4"/>
            <a:endCxn id="8" idx="0"/>
          </p:cNvCxnSpPr>
          <p:nvPr/>
        </p:nvCxnSpPr>
        <p:spPr>
          <a:xfrm flipH="1">
            <a:off x="6501620" y="2284853"/>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A79494E-D86A-9AD1-35ED-8773C61573E7}"/>
              </a:ext>
            </a:extLst>
          </p:cNvPr>
          <p:cNvCxnSpPr>
            <a:stCxn id="6" idx="4"/>
            <a:endCxn id="7" idx="0"/>
          </p:cNvCxnSpPr>
          <p:nvPr/>
        </p:nvCxnSpPr>
        <p:spPr>
          <a:xfrm>
            <a:off x="7730063" y="2284853"/>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029B61B-30B4-9DE3-1377-6361B35D6EE6}"/>
              </a:ext>
            </a:extLst>
          </p:cNvPr>
          <p:cNvCxnSpPr>
            <a:stCxn id="5" idx="4"/>
            <a:endCxn id="6" idx="0"/>
          </p:cNvCxnSpPr>
          <p:nvPr/>
        </p:nvCxnSpPr>
        <p:spPr>
          <a:xfrm>
            <a:off x="7730063" y="1358468"/>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A31A078-1508-3377-F458-C3040D9E1CF8}"/>
              </a:ext>
            </a:extLst>
          </p:cNvPr>
          <p:cNvCxnSpPr>
            <a:stCxn id="8" idx="4"/>
            <a:endCxn id="9" idx="0"/>
          </p:cNvCxnSpPr>
          <p:nvPr/>
        </p:nvCxnSpPr>
        <p:spPr>
          <a:xfrm>
            <a:off x="6501620" y="314157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9AD28D6-A864-72A1-8A66-3423620134AA}"/>
              </a:ext>
            </a:extLst>
          </p:cNvPr>
          <p:cNvCxnSpPr>
            <a:stCxn id="7" idx="4"/>
            <a:endCxn id="12" idx="0"/>
          </p:cNvCxnSpPr>
          <p:nvPr/>
        </p:nvCxnSpPr>
        <p:spPr>
          <a:xfrm flipH="1">
            <a:off x="8194388" y="3141571"/>
            <a:ext cx="788543"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E165989B-8289-703D-631A-86D8A9FA5594}"/>
              </a:ext>
            </a:extLst>
          </p:cNvPr>
          <p:cNvCxnSpPr>
            <a:stCxn id="7" idx="4"/>
            <a:endCxn id="16" idx="7"/>
          </p:cNvCxnSpPr>
          <p:nvPr/>
        </p:nvCxnSpPr>
        <p:spPr>
          <a:xfrm>
            <a:off x="8982931" y="3141571"/>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CC37AB2-743D-A280-B547-D1D7B8A02230}"/>
              </a:ext>
            </a:extLst>
          </p:cNvPr>
          <p:cNvCxnSpPr>
            <a:stCxn id="9" idx="4"/>
            <a:endCxn id="10" idx="0"/>
          </p:cNvCxnSpPr>
          <p:nvPr/>
        </p:nvCxnSpPr>
        <p:spPr>
          <a:xfrm flipH="1">
            <a:off x="5752515" y="4064758"/>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9D18010-E9BE-1049-8259-23D98B5142D5}"/>
              </a:ext>
            </a:extLst>
          </p:cNvPr>
          <p:cNvCxnSpPr>
            <a:stCxn id="9" idx="4"/>
            <a:endCxn id="11" idx="0"/>
          </p:cNvCxnSpPr>
          <p:nvPr/>
        </p:nvCxnSpPr>
        <p:spPr>
          <a:xfrm>
            <a:off x="6501620" y="4064758"/>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20EFFFF-726E-C2E7-1F70-69D9A52F6D38}"/>
              </a:ext>
            </a:extLst>
          </p:cNvPr>
          <p:cNvCxnSpPr>
            <a:stCxn id="12" idx="4"/>
            <a:endCxn id="13" idx="0"/>
          </p:cNvCxnSpPr>
          <p:nvPr/>
        </p:nvCxnSpPr>
        <p:spPr>
          <a:xfrm flipH="1">
            <a:off x="8194341" y="4064758"/>
            <a:ext cx="47"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64498CE-C208-769B-0040-B4033AA28680}"/>
              </a:ext>
            </a:extLst>
          </p:cNvPr>
          <p:cNvCxnSpPr>
            <a:stCxn id="13" idx="4"/>
            <a:endCxn id="14" idx="0"/>
          </p:cNvCxnSpPr>
          <p:nvPr/>
        </p:nvCxnSpPr>
        <p:spPr>
          <a:xfrm>
            <a:off x="8194341" y="5110991"/>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20D99921-44A2-5268-814A-75AF593E0292}"/>
              </a:ext>
            </a:extLst>
          </p:cNvPr>
          <p:cNvCxnSpPr>
            <a:cxnSpLocks/>
            <a:stCxn id="16" idx="4"/>
            <a:endCxn id="17" idx="0"/>
          </p:cNvCxnSpPr>
          <p:nvPr/>
        </p:nvCxnSpPr>
        <p:spPr>
          <a:xfrm flipH="1">
            <a:off x="9764207" y="4064758"/>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2210FB9-69C3-7677-EBED-E3DEFE1EB7A9}"/>
              </a:ext>
            </a:extLst>
          </p:cNvPr>
          <p:cNvCxnSpPr>
            <a:stCxn id="17" idx="4"/>
            <a:endCxn id="15" idx="0"/>
          </p:cNvCxnSpPr>
          <p:nvPr/>
        </p:nvCxnSpPr>
        <p:spPr>
          <a:xfrm>
            <a:off x="9764207" y="5110991"/>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30" name="Freeform: Shape 29">
            <a:extLst>
              <a:ext uri="{FF2B5EF4-FFF2-40B4-BE49-F238E27FC236}">
                <a16:creationId xmlns:a16="http://schemas.microsoft.com/office/drawing/2014/main" id="{9FE6F626-7ADA-3327-C04C-6FDF2B3D36B1}"/>
              </a:ext>
            </a:extLst>
          </p:cNvPr>
          <p:cNvSpPr/>
          <p:nvPr/>
        </p:nvSpPr>
        <p:spPr>
          <a:xfrm>
            <a:off x="7522552" y="1346364"/>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1" name="Freeform: Shape 30">
            <a:extLst>
              <a:ext uri="{FF2B5EF4-FFF2-40B4-BE49-F238E27FC236}">
                <a16:creationId xmlns:a16="http://schemas.microsoft.com/office/drawing/2014/main" id="{949A9B6A-EBAF-F6B6-696D-9E10F2565202}"/>
              </a:ext>
            </a:extLst>
          </p:cNvPr>
          <p:cNvSpPr/>
          <p:nvPr/>
        </p:nvSpPr>
        <p:spPr>
          <a:xfrm>
            <a:off x="6547465" y="1214284"/>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5" name="Freeform: Shape 34">
            <a:extLst>
              <a:ext uri="{FF2B5EF4-FFF2-40B4-BE49-F238E27FC236}">
                <a16:creationId xmlns:a16="http://schemas.microsoft.com/office/drawing/2014/main" id="{65C8154E-44F3-C05B-4FD8-DDCA03845D92}"/>
              </a:ext>
            </a:extLst>
          </p:cNvPr>
          <p:cNvSpPr/>
          <p:nvPr/>
        </p:nvSpPr>
        <p:spPr>
          <a:xfrm>
            <a:off x="8112105" y="1031404"/>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9" name="Freeform: Shape 38">
            <a:extLst>
              <a:ext uri="{FF2B5EF4-FFF2-40B4-BE49-F238E27FC236}">
                <a16:creationId xmlns:a16="http://schemas.microsoft.com/office/drawing/2014/main" id="{079E79DE-9ACD-BB4A-4CFE-247AEF17A4B7}"/>
              </a:ext>
            </a:extLst>
          </p:cNvPr>
          <p:cNvSpPr/>
          <p:nvPr/>
        </p:nvSpPr>
        <p:spPr>
          <a:xfrm>
            <a:off x="8051145" y="978064"/>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2" name="TextBox 41">
            <a:extLst>
              <a:ext uri="{FF2B5EF4-FFF2-40B4-BE49-F238E27FC236}">
                <a16:creationId xmlns:a16="http://schemas.microsoft.com/office/drawing/2014/main" id="{245DF118-AC23-ADF0-7FFF-EE97015098E8}"/>
              </a:ext>
            </a:extLst>
          </p:cNvPr>
          <p:cNvSpPr txBox="1"/>
          <p:nvPr/>
        </p:nvSpPr>
        <p:spPr>
          <a:xfrm>
            <a:off x="748613" y="2693119"/>
            <a:ext cx="3678102" cy="1200329"/>
          </a:xfrm>
          <a:prstGeom prst="rect">
            <a:avLst/>
          </a:prstGeom>
          <a:noFill/>
        </p:spPr>
        <p:txBody>
          <a:bodyPr wrap="square" rtlCol="0">
            <a:spAutoFit/>
          </a:bodyPr>
          <a:lstStyle/>
          <a:p>
            <a:r>
              <a:rPr lang="en-US" sz="2400"/>
              <a:t>Continue with other nodes, we will have a </a:t>
            </a:r>
            <a:r>
              <a:rPr lang="en-US" sz="2400" err="1"/>
              <a:t>trie</a:t>
            </a:r>
            <a:r>
              <a:rPr lang="en-US" sz="2400"/>
              <a:t> tree with links like this picture</a:t>
            </a:r>
            <a:endParaRPr lang="vi-VN" sz="2400"/>
          </a:p>
        </p:txBody>
      </p:sp>
      <p:sp>
        <p:nvSpPr>
          <p:cNvPr id="2" name="Freeform: Shape 1">
            <a:extLst>
              <a:ext uri="{FF2B5EF4-FFF2-40B4-BE49-F238E27FC236}">
                <a16:creationId xmlns:a16="http://schemas.microsoft.com/office/drawing/2014/main" id="{10D1BCF7-1454-434D-737C-B20B9F8897B2}"/>
              </a:ext>
            </a:extLst>
          </p:cNvPr>
          <p:cNvSpPr/>
          <p:nvPr/>
        </p:nvSpPr>
        <p:spPr>
          <a:xfrm>
            <a:off x="5677149" y="1865911"/>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 name="Freeform: Shape 2">
            <a:extLst>
              <a:ext uri="{FF2B5EF4-FFF2-40B4-BE49-F238E27FC236}">
                <a16:creationId xmlns:a16="http://schemas.microsoft.com/office/drawing/2014/main" id="{0FA18CD2-9FC6-26AE-41D3-5CDB1E52C3B1}"/>
              </a:ext>
            </a:extLst>
          </p:cNvPr>
          <p:cNvSpPr/>
          <p:nvPr/>
        </p:nvSpPr>
        <p:spPr>
          <a:xfrm>
            <a:off x="5516234" y="2920181"/>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2" name="Freeform: Shape 31">
            <a:extLst>
              <a:ext uri="{FF2B5EF4-FFF2-40B4-BE49-F238E27FC236}">
                <a16:creationId xmlns:a16="http://schemas.microsoft.com/office/drawing/2014/main" id="{B863DFEA-96E6-F53E-FFE4-698169C0DBFB}"/>
              </a:ext>
            </a:extLst>
          </p:cNvPr>
          <p:cNvSpPr/>
          <p:nvPr/>
        </p:nvSpPr>
        <p:spPr>
          <a:xfrm>
            <a:off x="7331824" y="2861187"/>
            <a:ext cx="1350060" cy="1632155"/>
          </a:xfrm>
          <a:custGeom>
            <a:avLst/>
            <a:gdLst>
              <a:gd name="connsiteX0" fmla="*/ 22705 w 1350060"/>
              <a:gd name="connsiteY0" fmla="*/ 1632155 h 1632155"/>
              <a:gd name="connsiteX1" fmla="*/ 180021 w 1350060"/>
              <a:gd name="connsiteY1" fmla="*/ 275303 h 1632155"/>
              <a:gd name="connsiteX2" fmla="*/ 1350060 w 1350060"/>
              <a:gd name="connsiteY2" fmla="*/ 0 h 1632155"/>
            </a:gdLst>
            <a:ahLst/>
            <a:cxnLst>
              <a:cxn ang="0">
                <a:pos x="connsiteX0" y="connsiteY0"/>
              </a:cxn>
              <a:cxn ang="0">
                <a:pos x="connsiteX1" y="connsiteY1"/>
              </a:cxn>
              <a:cxn ang="0">
                <a:pos x="connsiteX2" y="connsiteY2"/>
              </a:cxn>
            </a:cxnLst>
            <a:rect l="l" t="t" r="r" b="b"/>
            <a:pathLst>
              <a:path w="1350060" h="1632155">
                <a:moveTo>
                  <a:pt x="22705" y="1632155"/>
                </a:moveTo>
                <a:cubicBezTo>
                  <a:pt x="-9250" y="1089742"/>
                  <a:pt x="-41205" y="547329"/>
                  <a:pt x="180021" y="275303"/>
                </a:cubicBezTo>
                <a:cubicBezTo>
                  <a:pt x="401247" y="3277"/>
                  <a:pt x="875653" y="1638"/>
                  <a:pt x="135006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 name="Freeform: Shape 3">
            <a:extLst>
              <a:ext uri="{FF2B5EF4-FFF2-40B4-BE49-F238E27FC236}">
                <a16:creationId xmlns:a16="http://schemas.microsoft.com/office/drawing/2014/main" id="{B8405A45-81D2-CA1E-4740-A8935F114AA5}"/>
              </a:ext>
            </a:extLst>
          </p:cNvPr>
          <p:cNvSpPr/>
          <p:nvPr/>
        </p:nvSpPr>
        <p:spPr>
          <a:xfrm>
            <a:off x="8042787" y="2192594"/>
            <a:ext cx="187075" cy="1278193"/>
          </a:xfrm>
          <a:custGeom>
            <a:avLst/>
            <a:gdLst>
              <a:gd name="connsiteX0" fmla="*/ 186813 w 187075"/>
              <a:gd name="connsiteY0" fmla="*/ 1278193 h 1278193"/>
              <a:gd name="connsiteX1" fmla="*/ 157316 w 187075"/>
              <a:gd name="connsiteY1" fmla="*/ 471948 h 1278193"/>
              <a:gd name="connsiteX2" fmla="*/ 0 w 187075"/>
              <a:gd name="connsiteY2" fmla="*/ 0 h 1278193"/>
            </a:gdLst>
            <a:ahLst/>
            <a:cxnLst>
              <a:cxn ang="0">
                <a:pos x="connsiteX0" y="connsiteY0"/>
              </a:cxn>
              <a:cxn ang="0">
                <a:pos x="connsiteX1" y="connsiteY1"/>
              </a:cxn>
              <a:cxn ang="0">
                <a:pos x="connsiteX2" y="connsiteY2"/>
              </a:cxn>
            </a:cxnLst>
            <a:rect l="l" t="t" r="r" b="b"/>
            <a:pathLst>
              <a:path w="187075" h="1278193">
                <a:moveTo>
                  <a:pt x="186813" y="1278193"/>
                </a:moveTo>
                <a:cubicBezTo>
                  <a:pt x="187632" y="981586"/>
                  <a:pt x="188451" y="684980"/>
                  <a:pt x="157316" y="471948"/>
                </a:cubicBezTo>
                <a:cubicBezTo>
                  <a:pt x="126181" y="258916"/>
                  <a:pt x="63090" y="129458"/>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3" name="Freeform: Shape 32">
            <a:extLst>
              <a:ext uri="{FF2B5EF4-FFF2-40B4-BE49-F238E27FC236}">
                <a16:creationId xmlns:a16="http://schemas.microsoft.com/office/drawing/2014/main" id="{0F452379-2253-D6A9-3DF3-F44C38559BEA}"/>
              </a:ext>
            </a:extLst>
          </p:cNvPr>
          <p:cNvSpPr/>
          <p:nvPr/>
        </p:nvSpPr>
        <p:spPr>
          <a:xfrm>
            <a:off x="8072284" y="1811722"/>
            <a:ext cx="2566334" cy="2947091"/>
          </a:xfrm>
          <a:custGeom>
            <a:avLst/>
            <a:gdLst>
              <a:gd name="connsiteX0" fmla="*/ 2025445 w 2566334"/>
              <a:gd name="connsiteY0" fmla="*/ 2947091 h 2947091"/>
              <a:gd name="connsiteX1" fmla="*/ 2566219 w 2566334"/>
              <a:gd name="connsiteY1" fmla="*/ 1373930 h 2947091"/>
              <a:gd name="connsiteX2" fmla="*/ 1986116 w 2566334"/>
              <a:gd name="connsiteY2" fmla="*/ 154730 h 2947091"/>
              <a:gd name="connsiteX3" fmla="*/ 0 w 2566334"/>
              <a:gd name="connsiteY3" fmla="*/ 56407 h 2947091"/>
            </a:gdLst>
            <a:ahLst/>
            <a:cxnLst>
              <a:cxn ang="0">
                <a:pos x="connsiteX0" y="connsiteY0"/>
              </a:cxn>
              <a:cxn ang="0">
                <a:pos x="connsiteX1" y="connsiteY1"/>
              </a:cxn>
              <a:cxn ang="0">
                <a:pos x="connsiteX2" y="connsiteY2"/>
              </a:cxn>
              <a:cxn ang="0">
                <a:pos x="connsiteX3" y="connsiteY3"/>
              </a:cxn>
            </a:cxnLst>
            <a:rect l="l" t="t" r="r" b="b"/>
            <a:pathLst>
              <a:path w="2566334" h="2947091">
                <a:moveTo>
                  <a:pt x="2025445" y="2947091"/>
                </a:moveTo>
                <a:cubicBezTo>
                  <a:pt x="2299109" y="2393207"/>
                  <a:pt x="2572774" y="1839323"/>
                  <a:pt x="2566219" y="1373930"/>
                </a:cubicBezTo>
                <a:cubicBezTo>
                  <a:pt x="2559664" y="908537"/>
                  <a:pt x="2413819" y="374317"/>
                  <a:pt x="1986116" y="154730"/>
                </a:cubicBezTo>
                <a:cubicBezTo>
                  <a:pt x="1558413" y="-64857"/>
                  <a:pt x="779206" y="-4225"/>
                  <a:pt x="0" y="56407"/>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34" name="Freeform: Shape 33">
            <a:extLst>
              <a:ext uri="{FF2B5EF4-FFF2-40B4-BE49-F238E27FC236}">
                <a16:creationId xmlns:a16="http://schemas.microsoft.com/office/drawing/2014/main" id="{438380E1-F012-982E-C9BB-E92E72414A16}"/>
              </a:ext>
            </a:extLst>
          </p:cNvPr>
          <p:cNvSpPr/>
          <p:nvPr/>
        </p:nvSpPr>
        <p:spPr>
          <a:xfrm>
            <a:off x="8426245" y="3136490"/>
            <a:ext cx="610439" cy="1465007"/>
          </a:xfrm>
          <a:custGeom>
            <a:avLst/>
            <a:gdLst>
              <a:gd name="connsiteX0" fmla="*/ 0 w 610439"/>
              <a:gd name="connsiteY0" fmla="*/ 1465007 h 1465007"/>
              <a:gd name="connsiteX1" fmla="*/ 550607 w 610439"/>
              <a:gd name="connsiteY1" fmla="*/ 1002891 h 1465007"/>
              <a:gd name="connsiteX2" fmla="*/ 570271 w 610439"/>
              <a:gd name="connsiteY2" fmla="*/ 0 h 1465007"/>
            </a:gdLst>
            <a:ahLst/>
            <a:cxnLst>
              <a:cxn ang="0">
                <a:pos x="connsiteX0" y="connsiteY0"/>
              </a:cxn>
              <a:cxn ang="0">
                <a:pos x="connsiteX1" y="connsiteY1"/>
              </a:cxn>
              <a:cxn ang="0">
                <a:pos x="connsiteX2" y="connsiteY2"/>
              </a:cxn>
            </a:cxnLst>
            <a:rect l="l" t="t" r="r" b="b"/>
            <a:pathLst>
              <a:path w="610439" h="1465007">
                <a:moveTo>
                  <a:pt x="0" y="1465007"/>
                </a:moveTo>
                <a:cubicBezTo>
                  <a:pt x="227781" y="1356033"/>
                  <a:pt x="455562" y="1247059"/>
                  <a:pt x="550607" y="1002891"/>
                </a:cubicBezTo>
                <a:cubicBezTo>
                  <a:pt x="645652" y="758723"/>
                  <a:pt x="607961" y="379361"/>
                  <a:pt x="570271"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3" name="Freeform: Shape 42">
            <a:extLst>
              <a:ext uri="{FF2B5EF4-FFF2-40B4-BE49-F238E27FC236}">
                <a16:creationId xmlns:a16="http://schemas.microsoft.com/office/drawing/2014/main" id="{4D644532-3CF9-FEB5-23CD-FEE09E46F9EE}"/>
              </a:ext>
            </a:extLst>
          </p:cNvPr>
          <p:cNvSpPr/>
          <p:nvPr/>
        </p:nvSpPr>
        <p:spPr>
          <a:xfrm>
            <a:off x="8514735" y="4001729"/>
            <a:ext cx="1052052" cy="1602658"/>
          </a:xfrm>
          <a:custGeom>
            <a:avLst/>
            <a:gdLst>
              <a:gd name="connsiteX0" fmla="*/ 0 w 1052052"/>
              <a:gd name="connsiteY0" fmla="*/ 1602658 h 1602658"/>
              <a:gd name="connsiteX1" fmla="*/ 521110 w 1052052"/>
              <a:gd name="connsiteY1" fmla="*/ 953729 h 1602658"/>
              <a:gd name="connsiteX2" fmla="*/ 1052052 w 1052052"/>
              <a:gd name="connsiteY2" fmla="*/ 0 h 1602658"/>
            </a:gdLst>
            <a:ahLst/>
            <a:cxnLst>
              <a:cxn ang="0">
                <a:pos x="connsiteX0" y="connsiteY0"/>
              </a:cxn>
              <a:cxn ang="0">
                <a:pos x="connsiteX1" y="connsiteY1"/>
              </a:cxn>
              <a:cxn ang="0">
                <a:pos x="connsiteX2" y="connsiteY2"/>
              </a:cxn>
            </a:cxnLst>
            <a:rect l="l" t="t" r="r" b="b"/>
            <a:pathLst>
              <a:path w="1052052" h="1602658">
                <a:moveTo>
                  <a:pt x="0" y="1602658"/>
                </a:moveTo>
                <a:cubicBezTo>
                  <a:pt x="172884" y="1411748"/>
                  <a:pt x="345768" y="1220839"/>
                  <a:pt x="521110" y="953729"/>
                </a:cubicBezTo>
                <a:cubicBezTo>
                  <a:pt x="696452" y="686619"/>
                  <a:pt x="874252" y="343309"/>
                  <a:pt x="1052052"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44" name="Freeform: Shape 43">
            <a:extLst>
              <a:ext uri="{FF2B5EF4-FFF2-40B4-BE49-F238E27FC236}">
                <a16:creationId xmlns:a16="http://schemas.microsoft.com/office/drawing/2014/main" id="{3FBE229B-25D6-14C2-0D78-6C23C8DD9683}"/>
              </a:ext>
            </a:extLst>
          </p:cNvPr>
          <p:cNvSpPr/>
          <p:nvPr/>
        </p:nvSpPr>
        <p:spPr>
          <a:xfrm>
            <a:off x="4803908" y="2861187"/>
            <a:ext cx="4743215" cy="3555508"/>
          </a:xfrm>
          <a:custGeom>
            <a:avLst/>
            <a:gdLst>
              <a:gd name="connsiteX0" fmla="*/ 4743215 w 4743215"/>
              <a:gd name="connsiteY0" fmla="*/ 3057832 h 3555508"/>
              <a:gd name="connsiteX1" fmla="*/ 2924247 w 4743215"/>
              <a:gd name="connsiteY1" fmla="*/ 3539613 h 3555508"/>
              <a:gd name="connsiteX2" fmla="*/ 181047 w 4743215"/>
              <a:gd name="connsiteY2" fmla="*/ 2536723 h 3555508"/>
              <a:gd name="connsiteX3" fmla="*/ 387524 w 4743215"/>
              <a:gd name="connsiteY3" fmla="*/ 511278 h 3555508"/>
              <a:gd name="connsiteX4" fmla="*/ 1419911 w 4743215"/>
              <a:gd name="connsiteY4" fmla="*/ 0 h 3555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215" h="3555508">
                <a:moveTo>
                  <a:pt x="4743215" y="3057832"/>
                </a:moveTo>
                <a:cubicBezTo>
                  <a:pt x="4213911" y="3342148"/>
                  <a:pt x="3684608" y="3626464"/>
                  <a:pt x="2924247" y="3539613"/>
                </a:cubicBezTo>
                <a:cubicBezTo>
                  <a:pt x="2163886" y="3452762"/>
                  <a:pt x="603834" y="3041445"/>
                  <a:pt x="181047" y="2536723"/>
                </a:cubicBezTo>
                <a:cubicBezTo>
                  <a:pt x="-241740" y="2032000"/>
                  <a:pt x="181047" y="934065"/>
                  <a:pt x="387524" y="511278"/>
                </a:cubicBezTo>
                <a:cubicBezTo>
                  <a:pt x="594001" y="88491"/>
                  <a:pt x="1006956" y="44245"/>
                  <a:pt x="1419911"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36" name="Picture 35" descr="A blue and white logo&#10;&#10;Description automatically generated">
            <a:extLst>
              <a:ext uri="{FF2B5EF4-FFF2-40B4-BE49-F238E27FC236}">
                <a16:creationId xmlns:a16="http://schemas.microsoft.com/office/drawing/2014/main" id="{957774FA-01EB-F26D-86E4-5144A4D46F73}"/>
              </a:ext>
            </a:extLst>
          </p:cNvPr>
          <p:cNvPicPr>
            <a:picLocks noChangeAspect="1"/>
          </p:cNvPicPr>
          <p:nvPr/>
        </p:nvPicPr>
        <p:blipFill>
          <a:blip r:embed="rId3"/>
          <a:srcRect r="3" b="3"/>
          <a:stretch/>
        </p:blipFill>
        <p:spPr>
          <a:xfrm>
            <a:off x="0" y="0"/>
            <a:ext cx="915076" cy="915076"/>
          </a:xfrm>
          <a:prstGeom prst="rect">
            <a:avLst/>
          </a:prstGeom>
        </p:spPr>
      </p:pic>
    </p:spTree>
    <p:extLst>
      <p:ext uri="{BB962C8B-B14F-4D97-AF65-F5344CB8AC3E}">
        <p14:creationId xmlns:p14="http://schemas.microsoft.com/office/powerpoint/2010/main" val="26727256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B305B76-47D6-78FD-29C5-0524CEA96479}"/>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49120562-A9ED-D5C1-782D-97AF635568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6BE9238-F79F-C424-B949-766556624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399"/>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620D99-3A50-F76C-5378-544F5E568F9B}"/>
              </a:ext>
            </a:extLst>
          </p:cNvPr>
          <p:cNvSpPr>
            <a:spLocks noGrp="1"/>
          </p:cNvSpPr>
          <p:nvPr>
            <p:ph type="title"/>
          </p:nvPr>
        </p:nvSpPr>
        <p:spPr>
          <a:xfrm>
            <a:off x="2057400" y="1371600"/>
            <a:ext cx="8115300" cy="2356338"/>
          </a:xfrm>
        </p:spPr>
        <p:txBody>
          <a:bodyPr vert="horz" lIns="91440" tIns="45720" rIns="91440" bIns="45720" rtlCol="0" anchor="b">
            <a:normAutofit/>
          </a:bodyPr>
          <a:lstStyle/>
          <a:p>
            <a:pPr algn="ctr"/>
            <a:r>
              <a:rPr lang="en-US" sz="4000" kern="1200" cap="all" spc="300" baseline="0">
                <a:solidFill>
                  <a:schemeClr val="bg2"/>
                </a:solidFill>
                <a:latin typeface="+mj-lt"/>
                <a:ea typeface="+mj-ea"/>
                <a:cs typeface="+mj-cs"/>
              </a:rPr>
              <a:t>Searching/ matching process</a:t>
            </a:r>
          </a:p>
        </p:txBody>
      </p:sp>
      <p:pic>
        <p:nvPicPr>
          <p:cNvPr id="3" name="Picture 2" descr="A blue and white logo&#10;&#10;Description automatically generated">
            <a:extLst>
              <a:ext uri="{FF2B5EF4-FFF2-40B4-BE49-F238E27FC236}">
                <a16:creationId xmlns:a16="http://schemas.microsoft.com/office/drawing/2014/main" id="{B8881013-9FCB-38AF-B30F-0BCFC9E0EC6A}"/>
              </a:ext>
            </a:extLst>
          </p:cNvPr>
          <p:cNvPicPr>
            <a:picLocks noChangeAspect="1"/>
          </p:cNvPicPr>
          <p:nvPr/>
        </p:nvPicPr>
        <p:blipFill>
          <a:blip r:embed="rId2"/>
          <a:srcRect r="3" b="3"/>
          <a:stretch/>
        </p:blipFill>
        <p:spPr>
          <a:xfrm>
            <a:off x="0" y="14514"/>
            <a:ext cx="685800" cy="685800"/>
          </a:xfrm>
          <a:prstGeom prst="rect">
            <a:avLst/>
          </a:prstGeom>
        </p:spPr>
      </p:pic>
    </p:spTree>
    <p:extLst>
      <p:ext uri="{BB962C8B-B14F-4D97-AF65-F5344CB8AC3E}">
        <p14:creationId xmlns:p14="http://schemas.microsoft.com/office/powerpoint/2010/main" val="22504114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D538B8-489B-407A-A760-436DB4C563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4076700" cy="54864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EE7E16-5B4D-A644-8716-D0937F1ABB5D}"/>
              </a:ext>
            </a:extLst>
          </p:cNvPr>
          <p:cNvSpPr>
            <a:spLocks noGrp="1"/>
          </p:cNvSpPr>
          <p:nvPr>
            <p:ph type="title"/>
          </p:nvPr>
        </p:nvSpPr>
        <p:spPr>
          <a:xfrm>
            <a:off x="1371600" y="1371600"/>
            <a:ext cx="2705100" cy="4114800"/>
          </a:xfrm>
        </p:spPr>
        <p:txBody>
          <a:bodyPr anchor="ctr">
            <a:normAutofit/>
          </a:bodyPr>
          <a:lstStyle/>
          <a:p>
            <a:pPr algn="ctr"/>
            <a:r>
              <a:rPr lang="en-US" sz="2700">
                <a:solidFill>
                  <a:schemeClr val="bg2"/>
                </a:solidFill>
              </a:rPr>
              <a:t>SEARCHING/ MATCHING PROCESS</a:t>
            </a:r>
            <a:endParaRPr lang="vi-VN" sz="2700">
              <a:solidFill>
                <a:schemeClr val="bg2"/>
              </a:solidFill>
            </a:endParaRPr>
          </a:p>
        </p:txBody>
      </p:sp>
      <p:graphicFrame>
        <p:nvGraphicFramePr>
          <p:cNvPr id="5" name="Content Placeholder 2">
            <a:extLst>
              <a:ext uri="{FF2B5EF4-FFF2-40B4-BE49-F238E27FC236}">
                <a16:creationId xmlns:a16="http://schemas.microsoft.com/office/drawing/2014/main" id="{DEF78B12-B6C8-1CAF-D0D0-9F6D00781DF3}"/>
              </a:ext>
            </a:extLst>
          </p:cNvPr>
          <p:cNvGraphicFramePr>
            <a:graphicFrameLocks noGrp="1"/>
          </p:cNvGraphicFramePr>
          <p:nvPr>
            <p:ph idx="1"/>
            <p:extLst>
              <p:ext uri="{D42A27DB-BD31-4B8C-83A1-F6EECF244321}">
                <p14:modId xmlns:p14="http://schemas.microsoft.com/office/powerpoint/2010/main" val="1683073550"/>
              </p:ext>
            </p:extLst>
          </p:nvPr>
        </p:nvGraphicFramePr>
        <p:xfrm>
          <a:off x="5410200" y="685800"/>
          <a:ext cx="6096000" cy="5486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blue and white logo&#10;&#10;Description automatically generated">
            <a:extLst>
              <a:ext uri="{FF2B5EF4-FFF2-40B4-BE49-F238E27FC236}">
                <a16:creationId xmlns:a16="http://schemas.microsoft.com/office/drawing/2014/main" id="{47F803D7-DE06-7D0F-7544-F0FA77A87544}"/>
              </a:ext>
            </a:extLst>
          </p:cNvPr>
          <p:cNvPicPr>
            <a:picLocks noChangeAspect="1"/>
          </p:cNvPicPr>
          <p:nvPr/>
        </p:nvPicPr>
        <p:blipFill>
          <a:blip r:embed="rId7"/>
          <a:srcRect r="3" b="3"/>
          <a:stretch/>
        </p:blipFill>
        <p:spPr>
          <a:xfrm>
            <a:off x="0" y="14514"/>
            <a:ext cx="685800" cy="685800"/>
          </a:xfrm>
          <a:prstGeom prst="rect">
            <a:avLst/>
          </a:prstGeom>
        </p:spPr>
      </p:pic>
    </p:spTree>
    <p:extLst>
      <p:ext uri="{BB962C8B-B14F-4D97-AF65-F5344CB8AC3E}">
        <p14:creationId xmlns:p14="http://schemas.microsoft.com/office/powerpoint/2010/main" val="2118490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46819BCC-6652-1E76-260F-D63EED68D2FA}"/>
              </a:ext>
            </a:extLst>
          </p:cNvPr>
          <p:cNvSpPr/>
          <p:nvPr/>
        </p:nvSpPr>
        <p:spPr>
          <a:xfrm>
            <a:off x="8712275" y="76207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43" name="Oval 42">
            <a:extLst>
              <a:ext uri="{FF2B5EF4-FFF2-40B4-BE49-F238E27FC236}">
                <a16:creationId xmlns:a16="http://schemas.microsoft.com/office/drawing/2014/main" id="{F0D605A7-FCAB-8C80-D5A0-346D7E4D6EC8}"/>
              </a:ext>
            </a:extLst>
          </p:cNvPr>
          <p:cNvSpPr/>
          <p:nvPr/>
        </p:nvSpPr>
        <p:spPr>
          <a:xfrm>
            <a:off x="8712275" y="1688458"/>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4" name="Oval 43">
            <a:extLst>
              <a:ext uri="{FF2B5EF4-FFF2-40B4-BE49-F238E27FC236}">
                <a16:creationId xmlns:a16="http://schemas.microsoft.com/office/drawing/2014/main" id="{128B2D4C-FE24-9623-2A5F-2EED77D55838}"/>
              </a:ext>
            </a:extLst>
          </p:cNvPr>
          <p:cNvSpPr/>
          <p:nvPr/>
        </p:nvSpPr>
        <p:spPr>
          <a:xfrm>
            <a:off x="9965143" y="2545176"/>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45" name="Oval 44">
            <a:extLst>
              <a:ext uri="{FF2B5EF4-FFF2-40B4-BE49-F238E27FC236}">
                <a16:creationId xmlns:a16="http://schemas.microsoft.com/office/drawing/2014/main" id="{755582ED-516F-E561-59E0-8F1C07E4A44E}"/>
              </a:ext>
            </a:extLst>
          </p:cNvPr>
          <p:cNvSpPr/>
          <p:nvPr/>
        </p:nvSpPr>
        <p:spPr>
          <a:xfrm>
            <a:off x="7483832" y="2545176"/>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6" name="Oval 45">
            <a:extLst>
              <a:ext uri="{FF2B5EF4-FFF2-40B4-BE49-F238E27FC236}">
                <a16:creationId xmlns:a16="http://schemas.microsoft.com/office/drawing/2014/main" id="{5FEA2303-6ACB-55A0-62A3-2876A55F6E2D}"/>
              </a:ext>
            </a:extLst>
          </p:cNvPr>
          <p:cNvSpPr/>
          <p:nvPr/>
        </p:nvSpPr>
        <p:spPr>
          <a:xfrm>
            <a:off x="7483832" y="3468363"/>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47" name="Oval 46">
            <a:extLst>
              <a:ext uri="{FF2B5EF4-FFF2-40B4-BE49-F238E27FC236}">
                <a16:creationId xmlns:a16="http://schemas.microsoft.com/office/drawing/2014/main" id="{E240A80E-8E20-9D88-DB5D-AEDDC483E3F1}"/>
              </a:ext>
            </a:extLst>
          </p:cNvPr>
          <p:cNvSpPr/>
          <p:nvPr/>
        </p:nvSpPr>
        <p:spPr>
          <a:xfrm>
            <a:off x="6734727" y="4514596"/>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48" name="Oval 47">
            <a:extLst>
              <a:ext uri="{FF2B5EF4-FFF2-40B4-BE49-F238E27FC236}">
                <a16:creationId xmlns:a16="http://schemas.microsoft.com/office/drawing/2014/main" id="{6919A19B-C168-9595-CBB6-20A7BBF755A1}"/>
              </a:ext>
            </a:extLst>
          </p:cNvPr>
          <p:cNvSpPr/>
          <p:nvPr/>
        </p:nvSpPr>
        <p:spPr>
          <a:xfrm>
            <a:off x="8213670" y="4514596"/>
            <a:ext cx="619760" cy="619760"/>
          </a:xfrm>
          <a:prstGeom prst="ellipse">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U</a:t>
            </a:r>
            <a:endParaRPr lang="vi-VN" u="sng"/>
          </a:p>
        </p:txBody>
      </p:sp>
      <p:sp>
        <p:nvSpPr>
          <p:cNvPr id="49" name="Oval 48">
            <a:extLst>
              <a:ext uri="{FF2B5EF4-FFF2-40B4-BE49-F238E27FC236}">
                <a16:creationId xmlns:a16="http://schemas.microsoft.com/office/drawing/2014/main" id="{FF3457A4-4CD4-1F2D-9034-79650DC7176F}"/>
              </a:ext>
            </a:extLst>
          </p:cNvPr>
          <p:cNvSpPr/>
          <p:nvPr/>
        </p:nvSpPr>
        <p:spPr>
          <a:xfrm>
            <a:off x="9186211" y="3497853"/>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50" name="Oval 49">
            <a:extLst>
              <a:ext uri="{FF2B5EF4-FFF2-40B4-BE49-F238E27FC236}">
                <a16:creationId xmlns:a16="http://schemas.microsoft.com/office/drawing/2014/main" id="{2EC89EAC-2A1D-3845-DFBF-151FA7DFD8CF}"/>
              </a:ext>
            </a:extLst>
          </p:cNvPr>
          <p:cNvSpPr/>
          <p:nvPr/>
        </p:nvSpPr>
        <p:spPr>
          <a:xfrm>
            <a:off x="9176553" y="4514596"/>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51" name="Oval 50">
            <a:extLst>
              <a:ext uri="{FF2B5EF4-FFF2-40B4-BE49-F238E27FC236}">
                <a16:creationId xmlns:a16="http://schemas.microsoft.com/office/drawing/2014/main" id="{887802D3-ABB8-09B7-1815-8D25B0B98423}"/>
              </a:ext>
            </a:extLst>
          </p:cNvPr>
          <p:cNvSpPr/>
          <p:nvPr/>
        </p:nvSpPr>
        <p:spPr>
          <a:xfrm>
            <a:off x="9176553" y="5437783"/>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A</a:t>
            </a:r>
            <a:endParaRPr lang="vi-VN" u="sng"/>
          </a:p>
        </p:txBody>
      </p:sp>
      <p:sp>
        <p:nvSpPr>
          <p:cNvPr id="52" name="Oval 51">
            <a:extLst>
              <a:ext uri="{FF2B5EF4-FFF2-40B4-BE49-F238E27FC236}">
                <a16:creationId xmlns:a16="http://schemas.microsoft.com/office/drawing/2014/main" id="{D16811EB-CDE4-DCEA-4F24-B2F5577879AF}"/>
              </a:ext>
            </a:extLst>
          </p:cNvPr>
          <p:cNvSpPr/>
          <p:nvPr/>
        </p:nvSpPr>
        <p:spPr>
          <a:xfrm>
            <a:off x="10746419" y="5437783"/>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a:t>I</a:t>
            </a:r>
            <a:endParaRPr lang="vi-VN" u="sng"/>
          </a:p>
        </p:txBody>
      </p:sp>
      <p:sp>
        <p:nvSpPr>
          <p:cNvPr id="53" name="Oval 52">
            <a:extLst>
              <a:ext uri="{FF2B5EF4-FFF2-40B4-BE49-F238E27FC236}">
                <a16:creationId xmlns:a16="http://schemas.microsoft.com/office/drawing/2014/main" id="{B9AB2F72-5577-ACC2-1C77-CBA770C17BB3}"/>
              </a:ext>
            </a:extLst>
          </p:cNvPr>
          <p:cNvSpPr/>
          <p:nvPr/>
        </p:nvSpPr>
        <p:spPr>
          <a:xfrm>
            <a:off x="10746732" y="3468363"/>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54" name="Oval 53">
            <a:extLst>
              <a:ext uri="{FF2B5EF4-FFF2-40B4-BE49-F238E27FC236}">
                <a16:creationId xmlns:a16="http://schemas.microsoft.com/office/drawing/2014/main" id="{33BE15DB-AF7B-83DF-8BB3-E8F24A331C48}"/>
              </a:ext>
            </a:extLst>
          </p:cNvPr>
          <p:cNvSpPr/>
          <p:nvPr/>
        </p:nvSpPr>
        <p:spPr>
          <a:xfrm>
            <a:off x="10746419" y="4514596"/>
            <a:ext cx="619760" cy="61976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cxnSp>
        <p:nvCxnSpPr>
          <p:cNvPr id="55" name="Straight Connector 54">
            <a:extLst>
              <a:ext uri="{FF2B5EF4-FFF2-40B4-BE49-F238E27FC236}">
                <a16:creationId xmlns:a16="http://schemas.microsoft.com/office/drawing/2014/main" id="{F8A2A1A9-A129-CF16-EE22-C5F68011D1D2}"/>
              </a:ext>
            </a:extLst>
          </p:cNvPr>
          <p:cNvCxnSpPr>
            <a:stCxn id="43" idx="4"/>
            <a:endCxn id="45" idx="0"/>
          </p:cNvCxnSpPr>
          <p:nvPr/>
        </p:nvCxnSpPr>
        <p:spPr>
          <a:xfrm flipH="1">
            <a:off x="7793712" y="2308218"/>
            <a:ext cx="1228443"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16A7417F-9A52-B416-C7A6-F1C9834796A3}"/>
              </a:ext>
            </a:extLst>
          </p:cNvPr>
          <p:cNvCxnSpPr>
            <a:stCxn id="43" idx="4"/>
            <a:endCxn id="44" idx="0"/>
          </p:cNvCxnSpPr>
          <p:nvPr/>
        </p:nvCxnSpPr>
        <p:spPr>
          <a:xfrm>
            <a:off x="9022155" y="2308218"/>
            <a:ext cx="1252868" cy="2369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57A0FCE-0E19-26A3-4050-E1BBD8692426}"/>
              </a:ext>
            </a:extLst>
          </p:cNvPr>
          <p:cNvCxnSpPr>
            <a:stCxn id="3" idx="4"/>
            <a:endCxn id="43" idx="0"/>
          </p:cNvCxnSpPr>
          <p:nvPr/>
        </p:nvCxnSpPr>
        <p:spPr>
          <a:xfrm>
            <a:off x="9022155" y="1381833"/>
            <a:ext cx="0" cy="306625"/>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597A5D51-41E3-5EEC-E1A6-9F5BC28AC3BE}"/>
              </a:ext>
            </a:extLst>
          </p:cNvPr>
          <p:cNvCxnSpPr>
            <a:stCxn id="45" idx="4"/>
            <a:endCxn id="46" idx="0"/>
          </p:cNvCxnSpPr>
          <p:nvPr/>
        </p:nvCxnSpPr>
        <p:spPr>
          <a:xfrm>
            <a:off x="7793712" y="3164936"/>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88ABFBB1-E9E2-FE61-32A4-9FB71C3E117C}"/>
              </a:ext>
            </a:extLst>
          </p:cNvPr>
          <p:cNvCxnSpPr>
            <a:stCxn id="44" idx="4"/>
            <a:endCxn id="49" idx="0"/>
          </p:cNvCxnSpPr>
          <p:nvPr/>
        </p:nvCxnSpPr>
        <p:spPr>
          <a:xfrm flipH="1">
            <a:off x="9496091" y="3164936"/>
            <a:ext cx="778932" cy="332917"/>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9D48ECA8-200A-62A0-7D57-8B95EC3FE26A}"/>
              </a:ext>
            </a:extLst>
          </p:cNvPr>
          <p:cNvCxnSpPr>
            <a:stCxn id="44" idx="4"/>
            <a:endCxn id="53" idx="7"/>
          </p:cNvCxnSpPr>
          <p:nvPr/>
        </p:nvCxnSpPr>
        <p:spPr>
          <a:xfrm>
            <a:off x="10275023" y="3164936"/>
            <a:ext cx="1000707" cy="3941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CA779207-DFB4-2A18-0537-56C1D4D989F2}"/>
              </a:ext>
            </a:extLst>
          </p:cNvPr>
          <p:cNvCxnSpPr>
            <a:stCxn id="46" idx="4"/>
            <a:endCxn id="47" idx="0"/>
          </p:cNvCxnSpPr>
          <p:nvPr/>
        </p:nvCxnSpPr>
        <p:spPr>
          <a:xfrm flipH="1">
            <a:off x="7044607" y="4088123"/>
            <a:ext cx="749105"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A12817A-C555-4716-C3C4-4BD0F7BDD99E}"/>
              </a:ext>
            </a:extLst>
          </p:cNvPr>
          <p:cNvCxnSpPr>
            <a:stCxn id="46" idx="4"/>
            <a:endCxn id="48" idx="0"/>
          </p:cNvCxnSpPr>
          <p:nvPr/>
        </p:nvCxnSpPr>
        <p:spPr>
          <a:xfrm>
            <a:off x="7793712" y="4088123"/>
            <a:ext cx="729838"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1FEA999D-B929-D5F8-1A09-B4E97AF2925F}"/>
              </a:ext>
            </a:extLst>
          </p:cNvPr>
          <p:cNvCxnSpPr>
            <a:stCxn id="49" idx="4"/>
            <a:endCxn id="50" idx="0"/>
          </p:cNvCxnSpPr>
          <p:nvPr/>
        </p:nvCxnSpPr>
        <p:spPr>
          <a:xfrm flipH="1">
            <a:off x="9486433" y="4117613"/>
            <a:ext cx="9658" cy="396983"/>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97DDE2A-2018-3DBE-CA66-1D02D63DA4B4}"/>
              </a:ext>
            </a:extLst>
          </p:cNvPr>
          <p:cNvCxnSpPr>
            <a:stCxn id="50" idx="4"/>
            <a:endCxn id="51" idx="0"/>
          </p:cNvCxnSpPr>
          <p:nvPr/>
        </p:nvCxnSpPr>
        <p:spPr>
          <a:xfrm>
            <a:off x="9486433" y="5134356"/>
            <a:ext cx="0" cy="303427"/>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D68C944-CECB-3ACA-D24A-003F7EBB60BD}"/>
              </a:ext>
            </a:extLst>
          </p:cNvPr>
          <p:cNvCxnSpPr>
            <a:cxnSpLocks/>
            <a:stCxn id="53" idx="4"/>
            <a:endCxn id="54" idx="0"/>
          </p:cNvCxnSpPr>
          <p:nvPr/>
        </p:nvCxnSpPr>
        <p:spPr>
          <a:xfrm flipH="1">
            <a:off x="11056299" y="4088123"/>
            <a:ext cx="313" cy="426473"/>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5B05CDBB-1F7A-88DA-E37A-0ACEBB767ED7}"/>
              </a:ext>
            </a:extLst>
          </p:cNvPr>
          <p:cNvCxnSpPr>
            <a:stCxn id="54" idx="4"/>
            <a:endCxn id="52" idx="0"/>
          </p:cNvCxnSpPr>
          <p:nvPr/>
        </p:nvCxnSpPr>
        <p:spPr>
          <a:xfrm>
            <a:off x="11056299" y="5134356"/>
            <a:ext cx="0" cy="303427"/>
          </a:xfrm>
          <a:prstGeom prst="line">
            <a:avLst/>
          </a:prstGeom>
        </p:spPr>
        <p:style>
          <a:lnRef idx="1">
            <a:schemeClr val="accent1"/>
          </a:lnRef>
          <a:fillRef idx="0">
            <a:schemeClr val="accent1"/>
          </a:fillRef>
          <a:effectRef idx="0">
            <a:schemeClr val="accent1"/>
          </a:effectRef>
          <a:fontRef idx="minor">
            <a:schemeClr val="tx1"/>
          </a:fontRef>
        </p:style>
      </p:cxnSp>
      <p:sp>
        <p:nvSpPr>
          <p:cNvPr id="67" name="Freeform: Shape 66">
            <a:extLst>
              <a:ext uri="{FF2B5EF4-FFF2-40B4-BE49-F238E27FC236}">
                <a16:creationId xmlns:a16="http://schemas.microsoft.com/office/drawing/2014/main" id="{101E0B50-6DCC-12AA-7CDB-AA10A6F193F3}"/>
              </a:ext>
            </a:extLst>
          </p:cNvPr>
          <p:cNvSpPr/>
          <p:nvPr/>
        </p:nvSpPr>
        <p:spPr>
          <a:xfrm>
            <a:off x="8814644" y="1369729"/>
            <a:ext cx="122193" cy="320040"/>
          </a:xfrm>
          <a:custGeom>
            <a:avLst/>
            <a:gdLst>
              <a:gd name="connsiteX0" fmla="*/ 122193 w 122193"/>
              <a:gd name="connsiteY0" fmla="*/ 320040 h 320040"/>
              <a:gd name="connsiteX1" fmla="*/ 273 w 122193"/>
              <a:gd name="connsiteY1" fmla="*/ 172720 h 320040"/>
              <a:gd name="connsiteX2" fmla="*/ 86633 w 122193"/>
              <a:gd name="connsiteY2" fmla="*/ 0 h 320040"/>
              <a:gd name="connsiteX3" fmla="*/ 86633 w 122193"/>
              <a:gd name="connsiteY3" fmla="*/ 0 h 320040"/>
            </a:gdLst>
            <a:ahLst/>
            <a:cxnLst>
              <a:cxn ang="0">
                <a:pos x="connsiteX0" y="connsiteY0"/>
              </a:cxn>
              <a:cxn ang="0">
                <a:pos x="connsiteX1" y="connsiteY1"/>
              </a:cxn>
              <a:cxn ang="0">
                <a:pos x="connsiteX2" y="connsiteY2"/>
              </a:cxn>
              <a:cxn ang="0">
                <a:pos x="connsiteX3" y="connsiteY3"/>
              </a:cxn>
            </a:cxnLst>
            <a:rect l="l" t="t" r="r" b="b"/>
            <a:pathLst>
              <a:path w="122193" h="320040">
                <a:moveTo>
                  <a:pt x="122193" y="320040"/>
                </a:moveTo>
                <a:cubicBezTo>
                  <a:pt x="64196" y="273050"/>
                  <a:pt x="6200" y="226060"/>
                  <a:pt x="273" y="172720"/>
                </a:cubicBezTo>
                <a:cubicBezTo>
                  <a:pt x="-5654" y="119380"/>
                  <a:pt x="86633" y="0"/>
                  <a:pt x="86633" y="0"/>
                </a:cubicBezTo>
                <a:lnTo>
                  <a:pt x="86633" y="0"/>
                </a:ln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68" name="Freeform: Shape 67">
            <a:extLst>
              <a:ext uri="{FF2B5EF4-FFF2-40B4-BE49-F238E27FC236}">
                <a16:creationId xmlns:a16="http://schemas.microsoft.com/office/drawing/2014/main" id="{DC361FB8-EF33-C170-9345-AF3EF9561B99}"/>
              </a:ext>
            </a:extLst>
          </p:cNvPr>
          <p:cNvSpPr/>
          <p:nvPr/>
        </p:nvSpPr>
        <p:spPr>
          <a:xfrm>
            <a:off x="7839557" y="1237649"/>
            <a:ext cx="929640" cy="1280160"/>
          </a:xfrm>
          <a:custGeom>
            <a:avLst/>
            <a:gdLst>
              <a:gd name="connsiteX0" fmla="*/ 0 w 929640"/>
              <a:gd name="connsiteY0" fmla="*/ 1280160 h 1280160"/>
              <a:gd name="connsiteX1" fmla="*/ 182880 w 929640"/>
              <a:gd name="connsiteY1" fmla="*/ 467360 h 1280160"/>
              <a:gd name="connsiteX2" fmla="*/ 929640 w 929640"/>
              <a:gd name="connsiteY2" fmla="*/ 0 h 1280160"/>
            </a:gdLst>
            <a:ahLst/>
            <a:cxnLst>
              <a:cxn ang="0">
                <a:pos x="connsiteX0" y="connsiteY0"/>
              </a:cxn>
              <a:cxn ang="0">
                <a:pos x="connsiteX1" y="connsiteY1"/>
              </a:cxn>
              <a:cxn ang="0">
                <a:pos x="connsiteX2" y="connsiteY2"/>
              </a:cxn>
            </a:cxnLst>
            <a:rect l="l" t="t" r="r" b="b"/>
            <a:pathLst>
              <a:path w="929640" h="1280160">
                <a:moveTo>
                  <a:pt x="0" y="1280160"/>
                </a:moveTo>
                <a:cubicBezTo>
                  <a:pt x="13970" y="980440"/>
                  <a:pt x="27940" y="680720"/>
                  <a:pt x="182880" y="467360"/>
                </a:cubicBezTo>
                <a:cubicBezTo>
                  <a:pt x="337820" y="254000"/>
                  <a:pt x="633730" y="127000"/>
                  <a:pt x="92964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69" name="Freeform: Shape 68">
            <a:extLst>
              <a:ext uri="{FF2B5EF4-FFF2-40B4-BE49-F238E27FC236}">
                <a16:creationId xmlns:a16="http://schemas.microsoft.com/office/drawing/2014/main" id="{D80C873E-CD84-65FD-AA1D-E971C565638F}"/>
              </a:ext>
            </a:extLst>
          </p:cNvPr>
          <p:cNvSpPr/>
          <p:nvPr/>
        </p:nvSpPr>
        <p:spPr>
          <a:xfrm>
            <a:off x="9404197" y="1054769"/>
            <a:ext cx="960120" cy="1493520"/>
          </a:xfrm>
          <a:custGeom>
            <a:avLst/>
            <a:gdLst>
              <a:gd name="connsiteX0" fmla="*/ 960120 w 960120"/>
              <a:gd name="connsiteY0" fmla="*/ 1493520 h 1493520"/>
              <a:gd name="connsiteX1" fmla="*/ 784860 w 960120"/>
              <a:gd name="connsiteY1" fmla="*/ 708660 h 1493520"/>
              <a:gd name="connsiteX2" fmla="*/ 0 w 960120"/>
              <a:gd name="connsiteY2" fmla="*/ 0 h 1493520"/>
            </a:gdLst>
            <a:ahLst/>
            <a:cxnLst>
              <a:cxn ang="0">
                <a:pos x="connsiteX0" y="connsiteY0"/>
              </a:cxn>
              <a:cxn ang="0">
                <a:pos x="connsiteX1" y="connsiteY1"/>
              </a:cxn>
              <a:cxn ang="0">
                <a:pos x="connsiteX2" y="connsiteY2"/>
              </a:cxn>
            </a:cxnLst>
            <a:rect l="l" t="t" r="r" b="b"/>
            <a:pathLst>
              <a:path w="960120" h="1493520">
                <a:moveTo>
                  <a:pt x="960120" y="1493520"/>
                </a:moveTo>
                <a:cubicBezTo>
                  <a:pt x="952500" y="1225550"/>
                  <a:pt x="944880" y="957580"/>
                  <a:pt x="784860" y="708660"/>
                </a:cubicBezTo>
                <a:cubicBezTo>
                  <a:pt x="624840" y="459740"/>
                  <a:pt x="312420" y="22987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0" name="Freeform: Shape 69">
            <a:extLst>
              <a:ext uri="{FF2B5EF4-FFF2-40B4-BE49-F238E27FC236}">
                <a16:creationId xmlns:a16="http://schemas.microsoft.com/office/drawing/2014/main" id="{5ABE373B-046A-F0A7-DFE9-9F6C8D0C67EA}"/>
              </a:ext>
            </a:extLst>
          </p:cNvPr>
          <p:cNvSpPr/>
          <p:nvPr/>
        </p:nvSpPr>
        <p:spPr>
          <a:xfrm>
            <a:off x="9343237" y="1001429"/>
            <a:ext cx="1760220" cy="2453640"/>
          </a:xfrm>
          <a:custGeom>
            <a:avLst/>
            <a:gdLst>
              <a:gd name="connsiteX0" fmla="*/ 1760220 w 1760220"/>
              <a:gd name="connsiteY0" fmla="*/ 2453640 h 2453640"/>
              <a:gd name="connsiteX1" fmla="*/ 1432560 w 1760220"/>
              <a:gd name="connsiteY1" fmla="*/ 739140 h 2453640"/>
              <a:gd name="connsiteX2" fmla="*/ 0 w 1760220"/>
              <a:gd name="connsiteY2" fmla="*/ 0 h 2453640"/>
            </a:gdLst>
            <a:ahLst/>
            <a:cxnLst>
              <a:cxn ang="0">
                <a:pos x="connsiteX0" y="connsiteY0"/>
              </a:cxn>
              <a:cxn ang="0">
                <a:pos x="connsiteX1" y="connsiteY1"/>
              </a:cxn>
              <a:cxn ang="0">
                <a:pos x="connsiteX2" y="connsiteY2"/>
              </a:cxn>
            </a:cxnLst>
            <a:rect l="l" t="t" r="r" b="b"/>
            <a:pathLst>
              <a:path w="1760220" h="2453640">
                <a:moveTo>
                  <a:pt x="1760220" y="2453640"/>
                </a:moveTo>
                <a:cubicBezTo>
                  <a:pt x="1743075" y="1800860"/>
                  <a:pt x="1725930" y="1148080"/>
                  <a:pt x="1432560" y="739140"/>
                </a:cubicBezTo>
                <a:cubicBezTo>
                  <a:pt x="1139190" y="330200"/>
                  <a:pt x="569595" y="165100"/>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1" name="Freeform: Shape 70">
            <a:extLst>
              <a:ext uri="{FF2B5EF4-FFF2-40B4-BE49-F238E27FC236}">
                <a16:creationId xmlns:a16="http://schemas.microsoft.com/office/drawing/2014/main" id="{BDDE1A2A-5846-8AF5-696A-9FFC285CA1F6}"/>
              </a:ext>
            </a:extLst>
          </p:cNvPr>
          <p:cNvSpPr/>
          <p:nvPr/>
        </p:nvSpPr>
        <p:spPr>
          <a:xfrm>
            <a:off x="6969241" y="1889276"/>
            <a:ext cx="1746206" cy="1624541"/>
          </a:xfrm>
          <a:custGeom>
            <a:avLst/>
            <a:gdLst>
              <a:gd name="connsiteX0" fmla="*/ 605664 w 1746206"/>
              <a:gd name="connsiteY0" fmla="*/ 1624541 h 1624541"/>
              <a:gd name="connsiteX1" fmla="*/ 5896 w 1746206"/>
              <a:gd name="connsiteY1" fmla="*/ 1005108 h 1624541"/>
              <a:gd name="connsiteX2" fmla="*/ 389354 w 1746206"/>
              <a:gd name="connsiteY2" fmla="*/ 139870 h 1624541"/>
              <a:gd name="connsiteX3" fmla="*/ 1746206 w 1746206"/>
              <a:gd name="connsiteY3" fmla="*/ 12050 h 1624541"/>
            </a:gdLst>
            <a:ahLst/>
            <a:cxnLst>
              <a:cxn ang="0">
                <a:pos x="connsiteX0" y="connsiteY0"/>
              </a:cxn>
              <a:cxn ang="0">
                <a:pos x="connsiteX1" y="connsiteY1"/>
              </a:cxn>
              <a:cxn ang="0">
                <a:pos x="connsiteX2" y="connsiteY2"/>
              </a:cxn>
              <a:cxn ang="0">
                <a:pos x="connsiteX3" y="connsiteY3"/>
              </a:cxn>
            </a:cxnLst>
            <a:rect l="l" t="t" r="r" b="b"/>
            <a:pathLst>
              <a:path w="1746206" h="1624541">
                <a:moveTo>
                  <a:pt x="605664" y="1624541"/>
                </a:moveTo>
                <a:cubicBezTo>
                  <a:pt x="323806" y="1438547"/>
                  <a:pt x="41948" y="1252553"/>
                  <a:pt x="5896" y="1005108"/>
                </a:cubicBezTo>
                <a:cubicBezTo>
                  <a:pt x="-30156" y="757663"/>
                  <a:pt x="99302" y="305380"/>
                  <a:pt x="389354" y="139870"/>
                </a:cubicBezTo>
                <a:cubicBezTo>
                  <a:pt x="679406" y="-25640"/>
                  <a:pt x="1212806" y="-6795"/>
                  <a:pt x="1746206" y="1205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2" name="Freeform: Shape 71">
            <a:extLst>
              <a:ext uri="{FF2B5EF4-FFF2-40B4-BE49-F238E27FC236}">
                <a16:creationId xmlns:a16="http://schemas.microsoft.com/office/drawing/2014/main" id="{14A23ACE-444A-7BC2-DA4C-382BFD538D1C}"/>
              </a:ext>
            </a:extLst>
          </p:cNvPr>
          <p:cNvSpPr/>
          <p:nvPr/>
        </p:nvSpPr>
        <p:spPr>
          <a:xfrm>
            <a:off x="6808326" y="2943546"/>
            <a:ext cx="707585" cy="1582993"/>
          </a:xfrm>
          <a:custGeom>
            <a:avLst/>
            <a:gdLst>
              <a:gd name="connsiteX0" fmla="*/ 137314 w 707585"/>
              <a:gd name="connsiteY0" fmla="*/ 1582993 h 1582993"/>
              <a:gd name="connsiteX1" fmla="*/ 38992 w 707585"/>
              <a:gd name="connsiteY1" fmla="*/ 599767 h 1582993"/>
              <a:gd name="connsiteX2" fmla="*/ 707585 w 707585"/>
              <a:gd name="connsiteY2" fmla="*/ 0 h 1582993"/>
            </a:gdLst>
            <a:ahLst/>
            <a:cxnLst>
              <a:cxn ang="0">
                <a:pos x="connsiteX0" y="connsiteY0"/>
              </a:cxn>
              <a:cxn ang="0">
                <a:pos x="connsiteX1" y="connsiteY1"/>
              </a:cxn>
              <a:cxn ang="0">
                <a:pos x="connsiteX2" y="connsiteY2"/>
              </a:cxn>
            </a:cxnLst>
            <a:rect l="l" t="t" r="r" b="b"/>
            <a:pathLst>
              <a:path w="707585" h="1582993">
                <a:moveTo>
                  <a:pt x="137314" y="1582993"/>
                </a:moveTo>
                <a:cubicBezTo>
                  <a:pt x="40630" y="1223296"/>
                  <a:pt x="-56053" y="863599"/>
                  <a:pt x="38992" y="599767"/>
                </a:cubicBezTo>
                <a:cubicBezTo>
                  <a:pt x="134037" y="335935"/>
                  <a:pt x="420811" y="167967"/>
                  <a:pt x="707585"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3" name="Freeform: Shape 72">
            <a:extLst>
              <a:ext uri="{FF2B5EF4-FFF2-40B4-BE49-F238E27FC236}">
                <a16:creationId xmlns:a16="http://schemas.microsoft.com/office/drawing/2014/main" id="{38FA3F73-3AD9-074C-4051-E296E1490B14}"/>
              </a:ext>
            </a:extLst>
          </p:cNvPr>
          <p:cNvSpPr/>
          <p:nvPr/>
        </p:nvSpPr>
        <p:spPr>
          <a:xfrm>
            <a:off x="8623916" y="2884552"/>
            <a:ext cx="1350060" cy="1632155"/>
          </a:xfrm>
          <a:custGeom>
            <a:avLst/>
            <a:gdLst>
              <a:gd name="connsiteX0" fmla="*/ 22705 w 1350060"/>
              <a:gd name="connsiteY0" fmla="*/ 1632155 h 1632155"/>
              <a:gd name="connsiteX1" fmla="*/ 180021 w 1350060"/>
              <a:gd name="connsiteY1" fmla="*/ 275303 h 1632155"/>
              <a:gd name="connsiteX2" fmla="*/ 1350060 w 1350060"/>
              <a:gd name="connsiteY2" fmla="*/ 0 h 1632155"/>
            </a:gdLst>
            <a:ahLst/>
            <a:cxnLst>
              <a:cxn ang="0">
                <a:pos x="connsiteX0" y="connsiteY0"/>
              </a:cxn>
              <a:cxn ang="0">
                <a:pos x="connsiteX1" y="connsiteY1"/>
              </a:cxn>
              <a:cxn ang="0">
                <a:pos x="connsiteX2" y="connsiteY2"/>
              </a:cxn>
            </a:cxnLst>
            <a:rect l="l" t="t" r="r" b="b"/>
            <a:pathLst>
              <a:path w="1350060" h="1632155">
                <a:moveTo>
                  <a:pt x="22705" y="1632155"/>
                </a:moveTo>
                <a:cubicBezTo>
                  <a:pt x="-9250" y="1089742"/>
                  <a:pt x="-41205" y="547329"/>
                  <a:pt x="180021" y="275303"/>
                </a:cubicBezTo>
                <a:cubicBezTo>
                  <a:pt x="401247" y="3277"/>
                  <a:pt x="875653" y="1638"/>
                  <a:pt x="135006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4" name="Freeform: Shape 73">
            <a:extLst>
              <a:ext uri="{FF2B5EF4-FFF2-40B4-BE49-F238E27FC236}">
                <a16:creationId xmlns:a16="http://schemas.microsoft.com/office/drawing/2014/main" id="{D7A3736F-D7B6-3E24-5F86-016BFB33E075}"/>
              </a:ext>
            </a:extLst>
          </p:cNvPr>
          <p:cNvSpPr/>
          <p:nvPr/>
        </p:nvSpPr>
        <p:spPr>
          <a:xfrm>
            <a:off x="9334879" y="2215959"/>
            <a:ext cx="187075" cy="1278193"/>
          </a:xfrm>
          <a:custGeom>
            <a:avLst/>
            <a:gdLst>
              <a:gd name="connsiteX0" fmla="*/ 186813 w 187075"/>
              <a:gd name="connsiteY0" fmla="*/ 1278193 h 1278193"/>
              <a:gd name="connsiteX1" fmla="*/ 157316 w 187075"/>
              <a:gd name="connsiteY1" fmla="*/ 471948 h 1278193"/>
              <a:gd name="connsiteX2" fmla="*/ 0 w 187075"/>
              <a:gd name="connsiteY2" fmla="*/ 0 h 1278193"/>
            </a:gdLst>
            <a:ahLst/>
            <a:cxnLst>
              <a:cxn ang="0">
                <a:pos x="connsiteX0" y="connsiteY0"/>
              </a:cxn>
              <a:cxn ang="0">
                <a:pos x="connsiteX1" y="connsiteY1"/>
              </a:cxn>
              <a:cxn ang="0">
                <a:pos x="connsiteX2" y="connsiteY2"/>
              </a:cxn>
            </a:cxnLst>
            <a:rect l="l" t="t" r="r" b="b"/>
            <a:pathLst>
              <a:path w="187075" h="1278193">
                <a:moveTo>
                  <a:pt x="186813" y="1278193"/>
                </a:moveTo>
                <a:cubicBezTo>
                  <a:pt x="187632" y="981586"/>
                  <a:pt x="188451" y="684980"/>
                  <a:pt x="157316" y="471948"/>
                </a:cubicBezTo>
                <a:cubicBezTo>
                  <a:pt x="126181" y="258916"/>
                  <a:pt x="63090" y="129458"/>
                  <a:pt x="0"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5" name="Freeform: Shape 74">
            <a:extLst>
              <a:ext uri="{FF2B5EF4-FFF2-40B4-BE49-F238E27FC236}">
                <a16:creationId xmlns:a16="http://schemas.microsoft.com/office/drawing/2014/main" id="{713C5607-7AE8-994A-57E3-E73B85F44562}"/>
              </a:ext>
            </a:extLst>
          </p:cNvPr>
          <p:cNvSpPr/>
          <p:nvPr/>
        </p:nvSpPr>
        <p:spPr>
          <a:xfrm>
            <a:off x="9364376" y="1835087"/>
            <a:ext cx="2566334" cy="2947091"/>
          </a:xfrm>
          <a:custGeom>
            <a:avLst/>
            <a:gdLst>
              <a:gd name="connsiteX0" fmla="*/ 2025445 w 2566334"/>
              <a:gd name="connsiteY0" fmla="*/ 2947091 h 2947091"/>
              <a:gd name="connsiteX1" fmla="*/ 2566219 w 2566334"/>
              <a:gd name="connsiteY1" fmla="*/ 1373930 h 2947091"/>
              <a:gd name="connsiteX2" fmla="*/ 1986116 w 2566334"/>
              <a:gd name="connsiteY2" fmla="*/ 154730 h 2947091"/>
              <a:gd name="connsiteX3" fmla="*/ 0 w 2566334"/>
              <a:gd name="connsiteY3" fmla="*/ 56407 h 2947091"/>
            </a:gdLst>
            <a:ahLst/>
            <a:cxnLst>
              <a:cxn ang="0">
                <a:pos x="connsiteX0" y="connsiteY0"/>
              </a:cxn>
              <a:cxn ang="0">
                <a:pos x="connsiteX1" y="connsiteY1"/>
              </a:cxn>
              <a:cxn ang="0">
                <a:pos x="connsiteX2" y="connsiteY2"/>
              </a:cxn>
              <a:cxn ang="0">
                <a:pos x="connsiteX3" y="connsiteY3"/>
              </a:cxn>
            </a:cxnLst>
            <a:rect l="l" t="t" r="r" b="b"/>
            <a:pathLst>
              <a:path w="2566334" h="2947091">
                <a:moveTo>
                  <a:pt x="2025445" y="2947091"/>
                </a:moveTo>
                <a:cubicBezTo>
                  <a:pt x="2299109" y="2393207"/>
                  <a:pt x="2572774" y="1839323"/>
                  <a:pt x="2566219" y="1373930"/>
                </a:cubicBezTo>
                <a:cubicBezTo>
                  <a:pt x="2559664" y="908537"/>
                  <a:pt x="2413819" y="374317"/>
                  <a:pt x="1986116" y="154730"/>
                </a:cubicBezTo>
                <a:cubicBezTo>
                  <a:pt x="1558413" y="-64857"/>
                  <a:pt x="779206" y="-4225"/>
                  <a:pt x="0" y="56407"/>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6" name="Freeform: Shape 75">
            <a:extLst>
              <a:ext uri="{FF2B5EF4-FFF2-40B4-BE49-F238E27FC236}">
                <a16:creationId xmlns:a16="http://schemas.microsoft.com/office/drawing/2014/main" id="{520BC589-01B8-3788-D6E5-5C30551B732E}"/>
              </a:ext>
            </a:extLst>
          </p:cNvPr>
          <p:cNvSpPr/>
          <p:nvPr/>
        </p:nvSpPr>
        <p:spPr>
          <a:xfrm>
            <a:off x="9718337" y="3159855"/>
            <a:ext cx="610439" cy="1465007"/>
          </a:xfrm>
          <a:custGeom>
            <a:avLst/>
            <a:gdLst>
              <a:gd name="connsiteX0" fmla="*/ 0 w 610439"/>
              <a:gd name="connsiteY0" fmla="*/ 1465007 h 1465007"/>
              <a:gd name="connsiteX1" fmla="*/ 550607 w 610439"/>
              <a:gd name="connsiteY1" fmla="*/ 1002891 h 1465007"/>
              <a:gd name="connsiteX2" fmla="*/ 570271 w 610439"/>
              <a:gd name="connsiteY2" fmla="*/ 0 h 1465007"/>
            </a:gdLst>
            <a:ahLst/>
            <a:cxnLst>
              <a:cxn ang="0">
                <a:pos x="connsiteX0" y="connsiteY0"/>
              </a:cxn>
              <a:cxn ang="0">
                <a:pos x="connsiteX1" y="connsiteY1"/>
              </a:cxn>
              <a:cxn ang="0">
                <a:pos x="connsiteX2" y="connsiteY2"/>
              </a:cxn>
            </a:cxnLst>
            <a:rect l="l" t="t" r="r" b="b"/>
            <a:pathLst>
              <a:path w="610439" h="1465007">
                <a:moveTo>
                  <a:pt x="0" y="1465007"/>
                </a:moveTo>
                <a:cubicBezTo>
                  <a:pt x="227781" y="1356033"/>
                  <a:pt x="455562" y="1247059"/>
                  <a:pt x="550607" y="1002891"/>
                </a:cubicBezTo>
                <a:cubicBezTo>
                  <a:pt x="645652" y="758723"/>
                  <a:pt x="607961" y="379361"/>
                  <a:pt x="570271"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7" name="Freeform: Shape 76">
            <a:extLst>
              <a:ext uri="{FF2B5EF4-FFF2-40B4-BE49-F238E27FC236}">
                <a16:creationId xmlns:a16="http://schemas.microsoft.com/office/drawing/2014/main" id="{FD58A0AF-A714-F73C-FE69-C6AB2A1DD7DD}"/>
              </a:ext>
            </a:extLst>
          </p:cNvPr>
          <p:cNvSpPr/>
          <p:nvPr/>
        </p:nvSpPr>
        <p:spPr>
          <a:xfrm>
            <a:off x="9806827" y="4025094"/>
            <a:ext cx="1052052" cy="1602658"/>
          </a:xfrm>
          <a:custGeom>
            <a:avLst/>
            <a:gdLst>
              <a:gd name="connsiteX0" fmla="*/ 0 w 1052052"/>
              <a:gd name="connsiteY0" fmla="*/ 1602658 h 1602658"/>
              <a:gd name="connsiteX1" fmla="*/ 521110 w 1052052"/>
              <a:gd name="connsiteY1" fmla="*/ 953729 h 1602658"/>
              <a:gd name="connsiteX2" fmla="*/ 1052052 w 1052052"/>
              <a:gd name="connsiteY2" fmla="*/ 0 h 1602658"/>
            </a:gdLst>
            <a:ahLst/>
            <a:cxnLst>
              <a:cxn ang="0">
                <a:pos x="connsiteX0" y="connsiteY0"/>
              </a:cxn>
              <a:cxn ang="0">
                <a:pos x="connsiteX1" y="connsiteY1"/>
              </a:cxn>
              <a:cxn ang="0">
                <a:pos x="connsiteX2" y="connsiteY2"/>
              </a:cxn>
            </a:cxnLst>
            <a:rect l="l" t="t" r="r" b="b"/>
            <a:pathLst>
              <a:path w="1052052" h="1602658">
                <a:moveTo>
                  <a:pt x="0" y="1602658"/>
                </a:moveTo>
                <a:cubicBezTo>
                  <a:pt x="172884" y="1411748"/>
                  <a:pt x="345768" y="1220839"/>
                  <a:pt x="521110" y="953729"/>
                </a:cubicBezTo>
                <a:cubicBezTo>
                  <a:pt x="696452" y="686619"/>
                  <a:pt x="874252" y="343309"/>
                  <a:pt x="1052052"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sp>
        <p:nvSpPr>
          <p:cNvPr id="78" name="Freeform: Shape 77">
            <a:extLst>
              <a:ext uri="{FF2B5EF4-FFF2-40B4-BE49-F238E27FC236}">
                <a16:creationId xmlns:a16="http://schemas.microsoft.com/office/drawing/2014/main" id="{D134B70D-1ADF-0B0F-9861-CC2CF5394885}"/>
              </a:ext>
            </a:extLst>
          </p:cNvPr>
          <p:cNvSpPr/>
          <p:nvPr/>
        </p:nvSpPr>
        <p:spPr>
          <a:xfrm>
            <a:off x="6096000" y="2884552"/>
            <a:ext cx="4743215" cy="3555508"/>
          </a:xfrm>
          <a:custGeom>
            <a:avLst/>
            <a:gdLst>
              <a:gd name="connsiteX0" fmla="*/ 4743215 w 4743215"/>
              <a:gd name="connsiteY0" fmla="*/ 3057832 h 3555508"/>
              <a:gd name="connsiteX1" fmla="*/ 2924247 w 4743215"/>
              <a:gd name="connsiteY1" fmla="*/ 3539613 h 3555508"/>
              <a:gd name="connsiteX2" fmla="*/ 181047 w 4743215"/>
              <a:gd name="connsiteY2" fmla="*/ 2536723 h 3555508"/>
              <a:gd name="connsiteX3" fmla="*/ 387524 w 4743215"/>
              <a:gd name="connsiteY3" fmla="*/ 511278 h 3555508"/>
              <a:gd name="connsiteX4" fmla="*/ 1419911 w 4743215"/>
              <a:gd name="connsiteY4" fmla="*/ 0 h 35555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3215" h="3555508">
                <a:moveTo>
                  <a:pt x="4743215" y="3057832"/>
                </a:moveTo>
                <a:cubicBezTo>
                  <a:pt x="4213911" y="3342148"/>
                  <a:pt x="3684608" y="3626464"/>
                  <a:pt x="2924247" y="3539613"/>
                </a:cubicBezTo>
                <a:cubicBezTo>
                  <a:pt x="2163886" y="3452762"/>
                  <a:pt x="603834" y="3041445"/>
                  <a:pt x="181047" y="2536723"/>
                </a:cubicBezTo>
                <a:cubicBezTo>
                  <a:pt x="-241740" y="2032000"/>
                  <a:pt x="181047" y="934065"/>
                  <a:pt x="387524" y="511278"/>
                </a:cubicBezTo>
                <a:cubicBezTo>
                  <a:pt x="594001" y="88491"/>
                  <a:pt x="1006956" y="44245"/>
                  <a:pt x="1419911" y="0"/>
                </a:cubicBezTo>
              </a:path>
            </a:pathLst>
          </a:custGeom>
          <a:ln w="19050" cap="flat" cmpd="sng" algn="ctr">
            <a:solidFill>
              <a:schemeClr val="accent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vi-VN"/>
          </a:p>
        </p:txBody>
      </p:sp>
      <p:pic>
        <p:nvPicPr>
          <p:cNvPr id="4" name="Picture 3" descr="A blue and white logo&#10;&#10;Description automatically generated">
            <a:extLst>
              <a:ext uri="{FF2B5EF4-FFF2-40B4-BE49-F238E27FC236}">
                <a16:creationId xmlns:a16="http://schemas.microsoft.com/office/drawing/2014/main" id="{D316C7A3-9170-74DE-D25E-5EA437F86DF5}"/>
              </a:ext>
            </a:extLst>
          </p:cNvPr>
          <p:cNvPicPr>
            <a:picLocks noChangeAspect="1"/>
          </p:cNvPicPr>
          <p:nvPr/>
        </p:nvPicPr>
        <p:blipFill>
          <a:blip r:embed="rId2"/>
          <a:srcRect r="3" b="3"/>
          <a:stretch/>
        </p:blipFill>
        <p:spPr>
          <a:xfrm>
            <a:off x="0" y="0"/>
            <a:ext cx="915076" cy="915076"/>
          </a:xfrm>
          <a:prstGeom prst="rect">
            <a:avLst/>
          </a:prstGeom>
        </p:spPr>
      </p:pic>
      <p:sp>
        <p:nvSpPr>
          <p:cNvPr id="7" name="Rectangle 6">
            <a:extLst>
              <a:ext uri="{FF2B5EF4-FFF2-40B4-BE49-F238E27FC236}">
                <a16:creationId xmlns:a16="http://schemas.microsoft.com/office/drawing/2014/main" id="{AC40EDE1-3A9A-A2E1-681D-0BD339B114EE}"/>
              </a:ext>
            </a:extLst>
          </p:cNvPr>
          <p:cNvSpPr/>
          <p:nvPr/>
        </p:nvSpPr>
        <p:spPr>
          <a:xfrm>
            <a:off x="11306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8" name="Rectangle 7">
            <a:extLst>
              <a:ext uri="{FF2B5EF4-FFF2-40B4-BE49-F238E27FC236}">
                <a16:creationId xmlns:a16="http://schemas.microsoft.com/office/drawing/2014/main" id="{982A71C3-0674-2946-3CC5-EB5C54180993}"/>
              </a:ext>
            </a:extLst>
          </p:cNvPr>
          <p:cNvSpPr/>
          <p:nvPr/>
        </p:nvSpPr>
        <p:spPr>
          <a:xfrm>
            <a:off x="919312"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a:t>
            </a:r>
            <a:endParaRPr lang="vi-VN"/>
          </a:p>
        </p:txBody>
      </p:sp>
      <p:sp>
        <p:nvSpPr>
          <p:cNvPr id="9" name="Rectangle 8">
            <a:extLst>
              <a:ext uri="{FF2B5EF4-FFF2-40B4-BE49-F238E27FC236}">
                <a16:creationId xmlns:a16="http://schemas.microsoft.com/office/drawing/2014/main" id="{DA0B2147-D5D1-0044-84E1-4BE65C06FEDE}"/>
              </a:ext>
            </a:extLst>
          </p:cNvPr>
          <p:cNvSpPr/>
          <p:nvPr/>
        </p:nvSpPr>
        <p:spPr>
          <a:xfrm>
            <a:off x="172555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0" name="Rectangle 9">
            <a:extLst>
              <a:ext uri="{FF2B5EF4-FFF2-40B4-BE49-F238E27FC236}">
                <a16:creationId xmlns:a16="http://schemas.microsoft.com/office/drawing/2014/main" id="{6F837C17-A635-5270-1D16-E0EA3B0A337F}"/>
              </a:ext>
            </a:extLst>
          </p:cNvPr>
          <p:cNvSpPr/>
          <p:nvPr/>
        </p:nvSpPr>
        <p:spPr>
          <a:xfrm>
            <a:off x="252914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1" name="Rectangle 10">
            <a:extLst>
              <a:ext uri="{FF2B5EF4-FFF2-40B4-BE49-F238E27FC236}">
                <a16:creationId xmlns:a16="http://schemas.microsoft.com/office/drawing/2014/main" id="{DC8C1D21-B873-F2B2-E088-7ECE217233CC}"/>
              </a:ext>
            </a:extLst>
          </p:cNvPr>
          <p:cNvSpPr/>
          <p:nvPr/>
        </p:nvSpPr>
        <p:spPr>
          <a:xfrm>
            <a:off x="3335392"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2" name="Rectangle 11">
            <a:extLst>
              <a:ext uri="{FF2B5EF4-FFF2-40B4-BE49-F238E27FC236}">
                <a16:creationId xmlns:a16="http://schemas.microsoft.com/office/drawing/2014/main" id="{7B43D39F-9BDD-5BA2-06CA-EEBEC86774B3}"/>
              </a:ext>
            </a:extLst>
          </p:cNvPr>
          <p:cNvSpPr/>
          <p:nvPr/>
        </p:nvSpPr>
        <p:spPr>
          <a:xfrm>
            <a:off x="4138982"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U</a:t>
            </a:r>
            <a:endParaRPr lang="vi-VN"/>
          </a:p>
        </p:txBody>
      </p:sp>
      <p:sp>
        <p:nvSpPr>
          <p:cNvPr id="13" name="Rectangle 12">
            <a:extLst>
              <a:ext uri="{FF2B5EF4-FFF2-40B4-BE49-F238E27FC236}">
                <a16:creationId xmlns:a16="http://schemas.microsoft.com/office/drawing/2014/main" id="{0D7EFB45-6B50-DBCC-DB63-8558C749D855}"/>
              </a:ext>
            </a:extLst>
          </p:cNvPr>
          <p:cNvSpPr/>
          <p:nvPr/>
        </p:nvSpPr>
        <p:spPr>
          <a:xfrm>
            <a:off x="494522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A</a:t>
            </a:r>
            <a:endParaRPr lang="vi-VN"/>
          </a:p>
        </p:txBody>
      </p:sp>
      <p:sp>
        <p:nvSpPr>
          <p:cNvPr id="14" name="Rectangle 13">
            <a:extLst>
              <a:ext uri="{FF2B5EF4-FFF2-40B4-BE49-F238E27FC236}">
                <a16:creationId xmlns:a16="http://schemas.microsoft.com/office/drawing/2014/main" id="{E2E3D72A-4CA6-C724-2858-5BC52D1A284A}"/>
              </a:ext>
            </a:extLst>
          </p:cNvPr>
          <p:cNvSpPr/>
          <p:nvPr/>
        </p:nvSpPr>
        <p:spPr>
          <a:xfrm>
            <a:off x="574881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D</a:t>
            </a:r>
            <a:endParaRPr lang="vi-VN"/>
          </a:p>
        </p:txBody>
      </p:sp>
      <p:sp>
        <p:nvSpPr>
          <p:cNvPr id="15" name="Rectangle 14">
            <a:extLst>
              <a:ext uri="{FF2B5EF4-FFF2-40B4-BE49-F238E27FC236}">
                <a16:creationId xmlns:a16="http://schemas.microsoft.com/office/drawing/2014/main" id="{C6890D8B-5813-6BF9-A759-D7B6C6C00670}"/>
              </a:ext>
            </a:extLst>
          </p:cNvPr>
          <p:cNvSpPr/>
          <p:nvPr/>
        </p:nvSpPr>
        <p:spPr>
          <a:xfrm>
            <a:off x="6552407" y="1436022"/>
            <a:ext cx="806245" cy="45325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a:t>
            </a:r>
            <a:endParaRPr lang="vi-VN"/>
          </a:p>
        </p:txBody>
      </p:sp>
      <p:sp>
        <p:nvSpPr>
          <p:cNvPr id="2" name="Rectangle: Rounded Corners 1">
            <a:extLst>
              <a:ext uri="{FF2B5EF4-FFF2-40B4-BE49-F238E27FC236}">
                <a16:creationId xmlns:a16="http://schemas.microsoft.com/office/drawing/2014/main" id="{A8F659BC-2B52-868B-E5CD-4262AC2EBD9B}"/>
              </a:ext>
            </a:extLst>
          </p:cNvPr>
          <p:cNvSpPr/>
          <p:nvPr/>
        </p:nvSpPr>
        <p:spPr>
          <a:xfrm>
            <a:off x="118118" y="2845071"/>
            <a:ext cx="5381074" cy="7111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The pattern strings occur in the text:</a:t>
            </a:r>
            <a:endParaRPr lang="vi-VN" sz="2400"/>
          </a:p>
        </p:txBody>
      </p:sp>
      <p:sp>
        <p:nvSpPr>
          <p:cNvPr id="5" name="Rectangle: Rounded Corners 4">
            <a:extLst>
              <a:ext uri="{FF2B5EF4-FFF2-40B4-BE49-F238E27FC236}">
                <a16:creationId xmlns:a16="http://schemas.microsoft.com/office/drawing/2014/main" id="{F20C0179-977F-5B96-2DD5-E62CF312C24A}"/>
              </a:ext>
            </a:extLst>
          </p:cNvPr>
          <p:cNvSpPr/>
          <p:nvPr/>
        </p:nvSpPr>
        <p:spPr>
          <a:xfrm>
            <a:off x="1171333" y="440746"/>
            <a:ext cx="3773894" cy="7111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The text:  “DIDUDUADI”</a:t>
            </a:r>
            <a:endParaRPr lang="vi-VN" sz="2400"/>
          </a:p>
        </p:txBody>
      </p:sp>
      <p:sp>
        <p:nvSpPr>
          <p:cNvPr id="6" name="Rectangle: Rounded Corners 5">
            <a:extLst>
              <a:ext uri="{FF2B5EF4-FFF2-40B4-BE49-F238E27FC236}">
                <a16:creationId xmlns:a16="http://schemas.microsoft.com/office/drawing/2014/main" id="{CD5F3CEF-C2C3-3C89-55C9-4348ED7184DE}"/>
              </a:ext>
            </a:extLst>
          </p:cNvPr>
          <p:cNvSpPr/>
          <p:nvPr/>
        </p:nvSpPr>
        <p:spPr>
          <a:xfrm>
            <a:off x="516189" y="3780441"/>
            <a:ext cx="953313" cy="489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DI</a:t>
            </a:r>
            <a:endParaRPr lang="vi-VN" sz="2400"/>
          </a:p>
        </p:txBody>
      </p:sp>
      <p:sp>
        <p:nvSpPr>
          <p:cNvPr id="17" name="Rectangle: Rounded Corners 16">
            <a:extLst>
              <a:ext uri="{FF2B5EF4-FFF2-40B4-BE49-F238E27FC236}">
                <a16:creationId xmlns:a16="http://schemas.microsoft.com/office/drawing/2014/main" id="{2CC51C6F-C59B-FBE4-FEED-1BC0FFEFD585}"/>
              </a:ext>
            </a:extLst>
          </p:cNvPr>
          <p:cNvSpPr/>
          <p:nvPr/>
        </p:nvSpPr>
        <p:spPr>
          <a:xfrm>
            <a:off x="516189" y="4420077"/>
            <a:ext cx="1037309" cy="489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DIDU</a:t>
            </a:r>
            <a:endParaRPr lang="vi-VN" sz="2400"/>
          </a:p>
        </p:txBody>
      </p:sp>
      <p:sp>
        <p:nvSpPr>
          <p:cNvPr id="18" name="Rectangle: Rounded Corners 17">
            <a:extLst>
              <a:ext uri="{FF2B5EF4-FFF2-40B4-BE49-F238E27FC236}">
                <a16:creationId xmlns:a16="http://schemas.microsoft.com/office/drawing/2014/main" id="{A0B9BA3F-1239-7F55-BABD-F15501AB82CD}"/>
              </a:ext>
            </a:extLst>
          </p:cNvPr>
          <p:cNvSpPr/>
          <p:nvPr/>
        </p:nvSpPr>
        <p:spPr>
          <a:xfrm>
            <a:off x="516189" y="5059713"/>
            <a:ext cx="953313" cy="489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DU</a:t>
            </a:r>
            <a:endParaRPr lang="vi-VN" sz="2400"/>
          </a:p>
        </p:txBody>
      </p:sp>
      <p:sp>
        <p:nvSpPr>
          <p:cNvPr id="22" name="Rectangle: Rounded Corners 21">
            <a:extLst>
              <a:ext uri="{FF2B5EF4-FFF2-40B4-BE49-F238E27FC236}">
                <a16:creationId xmlns:a16="http://schemas.microsoft.com/office/drawing/2014/main" id="{2111DEF0-407A-68FA-ADEB-8F14229B6AD3}"/>
              </a:ext>
            </a:extLst>
          </p:cNvPr>
          <p:cNvSpPr/>
          <p:nvPr/>
        </p:nvSpPr>
        <p:spPr>
          <a:xfrm>
            <a:off x="516189" y="5685719"/>
            <a:ext cx="1440430" cy="489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DUDUA</a:t>
            </a:r>
            <a:endParaRPr lang="vi-VN" sz="2400"/>
          </a:p>
        </p:txBody>
      </p:sp>
      <p:sp>
        <p:nvSpPr>
          <p:cNvPr id="23" name="Rectangle: Rounded Corners 22">
            <a:extLst>
              <a:ext uri="{FF2B5EF4-FFF2-40B4-BE49-F238E27FC236}">
                <a16:creationId xmlns:a16="http://schemas.microsoft.com/office/drawing/2014/main" id="{54F3A0C8-09FB-1EB8-4B3E-55B82091A8DF}"/>
              </a:ext>
            </a:extLst>
          </p:cNvPr>
          <p:cNvSpPr/>
          <p:nvPr/>
        </p:nvSpPr>
        <p:spPr>
          <a:xfrm>
            <a:off x="516189" y="6308364"/>
            <a:ext cx="1440430" cy="48930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a:t>DUADI</a:t>
            </a:r>
            <a:endParaRPr lang="vi-VN" sz="2400"/>
          </a:p>
        </p:txBody>
      </p:sp>
    </p:spTree>
    <p:extLst>
      <p:ext uri="{BB962C8B-B14F-4D97-AF65-F5344CB8AC3E}">
        <p14:creationId xmlns:p14="http://schemas.microsoft.com/office/powerpoint/2010/main" val="3749370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500" fill="hold"/>
                                        <p:tgtEl>
                                          <p:spTgt spid="7"/>
                                        </p:tgtEl>
                                        <p:attrNameLst>
                                          <p:attrName>fillcolor</p:attrName>
                                        </p:attrNameLst>
                                      </p:cBhvr>
                                      <p:to>
                                        <a:srgbClr val="00B050"/>
                                      </p:to>
                                    </p:animClr>
                                    <p:set>
                                      <p:cBhvr>
                                        <p:cTn id="7" dur="500" fill="hold"/>
                                        <p:tgtEl>
                                          <p:spTgt spid="7"/>
                                        </p:tgtEl>
                                        <p:attrNameLst>
                                          <p:attrName>fill.type</p:attrName>
                                        </p:attrNameLst>
                                      </p:cBhvr>
                                      <p:to>
                                        <p:strVal val="solid"/>
                                      </p:to>
                                    </p:set>
                                    <p:set>
                                      <p:cBhvr>
                                        <p:cTn id="8" dur="500" fill="hold"/>
                                        <p:tgtEl>
                                          <p:spTgt spid="7"/>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500" fill="hold"/>
                                        <p:tgtEl>
                                          <p:spTgt spid="43"/>
                                        </p:tgtEl>
                                        <p:attrNameLst>
                                          <p:attrName>fillcolor</p:attrName>
                                        </p:attrNameLst>
                                      </p:cBhvr>
                                      <p:to>
                                        <a:srgbClr val="00B050"/>
                                      </p:to>
                                    </p:animClr>
                                    <p:set>
                                      <p:cBhvr>
                                        <p:cTn id="13" dur="500" fill="hold"/>
                                        <p:tgtEl>
                                          <p:spTgt spid="43"/>
                                        </p:tgtEl>
                                        <p:attrNameLst>
                                          <p:attrName>fill.type</p:attrName>
                                        </p:attrNameLst>
                                      </p:cBhvr>
                                      <p:to>
                                        <p:strVal val="solid"/>
                                      </p:to>
                                    </p:set>
                                    <p:set>
                                      <p:cBhvr>
                                        <p:cTn id="14" dur="500" fill="hold"/>
                                        <p:tgtEl>
                                          <p:spTgt spid="43"/>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7" presetClass="emph" presetSubtype="2" fill="hold" nodeType="clickEffect">
                                  <p:stCondLst>
                                    <p:cond delay="0"/>
                                  </p:stCondLst>
                                  <p:childTnLst>
                                    <p:animClr clrSpc="rgb" dir="cw">
                                      <p:cBhvr>
                                        <p:cTn id="18" dur="500" fill="hold"/>
                                        <p:tgtEl>
                                          <p:spTgt spid="67"/>
                                        </p:tgtEl>
                                        <p:attrNameLst>
                                          <p:attrName>stroke.color</p:attrName>
                                        </p:attrNameLst>
                                      </p:cBhvr>
                                      <p:to>
                                        <a:srgbClr val="92D050"/>
                                      </p:to>
                                    </p:animClr>
                                    <p:set>
                                      <p:cBhvr>
                                        <p:cTn id="19" dur="500" fill="hold"/>
                                        <p:tgtEl>
                                          <p:spTgt spid="67"/>
                                        </p:tgtEl>
                                        <p:attrNameLst>
                                          <p:attrName>stroke.on</p:attrName>
                                        </p:attrNameLst>
                                      </p:cBhvr>
                                      <p:to>
                                        <p:strVal val="true"/>
                                      </p:to>
                                    </p:set>
                                  </p:childTnLst>
                                </p:cTn>
                              </p:par>
                            </p:childTnLst>
                          </p:cTn>
                        </p:par>
                        <p:par>
                          <p:cTn id="20" fill="hold">
                            <p:stCondLst>
                              <p:cond delay="500"/>
                            </p:stCondLst>
                            <p:childTnLst>
                              <p:par>
                                <p:cTn id="21" presetID="1" presetClass="emph" presetSubtype="2" fill="hold" nodeType="afterEffect">
                                  <p:stCondLst>
                                    <p:cond delay="0"/>
                                  </p:stCondLst>
                                  <p:childTnLst>
                                    <p:animClr clrSpc="rgb" dir="cw">
                                      <p:cBhvr>
                                        <p:cTn id="22" dur="500" fill="hold"/>
                                        <p:tgtEl>
                                          <p:spTgt spid="3"/>
                                        </p:tgtEl>
                                        <p:attrNameLst>
                                          <p:attrName>fillcolor</p:attrName>
                                        </p:attrNameLst>
                                      </p:cBhvr>
                                      <p:to>
                                        <a:srgbClr val="92D050"/>
                                      </p:to>
                                    </p:animClr>
                                    <p:set>
                                      <p:cBhvr>
                                        <p:cTn id="23" dur="500" fill="hold"/>
                                        <p:tgtEl>
                                          <p:spTgt spid="3"/>
                                        </p:tgtEl>
                                        <p:attrNameLst>
                                          <p:attrName>fill.type</p:attrName>
                                        </p:attrNameLst>
                                      </p:cBhvr>
                                      <p:to>
                                        <p:strVal val="solid"/>
                                      </p:to>
                                    </p:set>
                                    <p:set>
                                      <p:cBhvr>
                                        <p:cTn id="24" dur="500" fill="hold"/>
                                        <p:tgtEl>
                                          <p:spTgt spid="3"/>
                                        </p:tgtEl>
                                        <p:attrNameLst>
                                          <p:attrName>fill.on</p:attrName>
                                        </p:attrNameLst>
                                      </p:cBhvr>
                                      <p:to>
                                        <p:strVal val="true"/>
                                      </p:to>
                                    </p:set>
                                  </p:childTnLst>
                                </p:cTn>
                              </p:par>
                            </p:childTnLst>
                          </p:cTn>
                        </p:par>
                      </p:childTnLst>
                    </p:cTn>
                  </p:par>
                  <p:par>
                    <p:cTn id="25" fill="hold">
                      <p:stCondLst>
                        <p:cond delay="indefinite"/>
                      </p:stCondLst>
                      <p:childTnLst>
                        <p:par>
                          <p:cTn id="26" fill="hold">
                            <p:stCondLst>
                              <p:cond delay="0"/>
                            </p:stCondLst>
                            <p:childTnLst>
                              <p:par>
                                <p:cTn id="27" presetID="7" presetClass="emph" presetSubtype="2" fill="hold" nodeType="clickEffect">
                                  <p:stCondLst>
                                    <p:cond delay="0"/>
                                  </p:stCondLst>
                                  <p:childTnLst>
                                    <p:animClr clrSpc="rgb" dir="cw">
                                      <p:cBhvr>
                                        <p:cTn id="28" dur="500" fill="hold"/>
                                        <p:tgtEl>
                                          <p:spTgt spid="67"/>
                                        </p:tgtEl>
                                        <p:attrNameLst>
                                          <p:attrName>stroke.color</p:attrName>
                                        </p:attrNameLst>
                                      </p:cBhvr>
                                      <p:to>
                                        <a:srgbClr val="749090"/>
                                      </p:to>
                                    </p:animClr>
                                    <p:set>
                                      <p:cBhvr>
                                        <p:cTn id="29" dur="500" fill="hold"/>
                                        <p:tgtEl>
                                          <p:spTgt spid="67"/>
                                        </p:tgtEl>
                                        <p:attrNameLst>
                                          <p:attrName>stroke.on</p:attrName>
                                        </p:attrNameLst>
                                      </p:cBhvr>
                                      <p:to>
                                        <p:strVal val="true"/>
                                      </p:to>
                                    </p:set>
                                  </p:childTnLst>
                                </p:cTn>
                              </p:par>
                              <p:par>
                                <p:cTn id="30" presetID="1" presetClass="emph" presetSubtype="2" fill="hold" nodeType="withEffect">
                                  <p:stCondLst>
                                    <p:cond delay="0"/>
                                  </p:stCondLst>
                                  <p:childTnLst>
                                    <p:animClr clrSpc="rgb" dir="cw">
                                      <p:cBhvr>
                                        <p:cTn id="31" dur="500" fill="hold"/>
                                        <p:tgtEl>
                                          <p:spTgt spid="3"/>
                                        </p:tgtEl>
                                        <p:attrNameLst>
                                          <p:attrName>fillcolor</p:attrName>
                                        </p:attrNameLst>
                                      </p:cBhvr>
                                      <p:to>
                                        <a:srgbClr val="749090"/>
                                      </p:to>
                                    </p:animClr>
                                    <p:set>
                                      <p:cBhvr>
                                        <p:cTn id="32" dur="500" fill="hold"/>
                                        <p:tgtEl>
                                          <p:spTgt spid="3"/>
                                        </p:tgtEl>
                                        <p:attrNameLst>
                                          <p:attrName>fill.type</p:attrName>
                                        </p:attrNameLst>
                                      </p:cBhvr>
                                      <p:to>
                                        <p:strVal val="solid"/>
                                      </p:to>
                                    </p:set>
                                    <p:set>
                                      <p:cBhvr>
                                        <p:cTn id="33" dur="500" fill="hold"/>
                                        <p:tgtEl>
                                          <p:spTgt spid="3"/>
                                        </p:tgtEl>
                                        <p:attrNameLst>
                                          <p:attrName>fill.on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1" presetClass="emph" presetSubtype="2" fill="hold" nodeType="clickEffect">
                                  <p:stCondLst>
                                    <p:cond delay="0"/>
                                  </p:stCondLst>
                                  <p:childTnLst>
                                    <p:animClr clrSpc="rgb" dir="cw">
                                      <p:cBhvr>
                                        <p:cTn id="37" dur="500" fill="hold"/>
                                        <p:tgtEl>
                                          <p:spTgt spid="7"/>
                                        </p:tgtEl>
                                        <p:attrNameLst>
                                          <p:attrName>fillcolor</p:attrName>
                                        </p:attrNameLst>
                                      </p:cBhvr>
                                      <p:to>
                                        <a:srgbClr val="749090"/>
                                      </p:to>
                                    </p:animClr>
                                    <p:set>
                                      <p:cBhvr>
                                        <p:cTn id="38" dur="500" fill="hold"/>
                                        <p:tgtEl>
                                          <p:spTgt spid="7"/>
                                        </p:tgtEl>
                                        <p:attrNameLst>
                                          <p:attrName>fill.type</p:attrName>
                                        </p:attrNameLst>
                                      </p:cBhvr>
                                      <p:to>
                                        <p:strVal val="solid"/>
                                      </p:to>
                                    </p:set>
                                    <p:set>
                                      <p:cBhvr>
                                        <p:cTn id="39" dur="500" fill="hold"/>
                                        <p:tgtEl>
                                          <p:spTgt spid="7"/>
                                        </p:tgtEl>
                                        <p:attrNameLst>
                                          <p:attrName>fill.on</p:attrName>
                                        </p:attrNameLst>
                                      </p:cBhvr>
                                      <p:to>
                                        <p:strVal val="true"/>
                                      </p:to>
                                    </p:set>
                                  </p:childTnLst>
                                </p:cTn>
                              </p:par>
                            </p:childTnLst>
                          </p:cTn>
                        </p:par>
                        <p:par>
                          <p:cTn id="40" fill="hold">
                            <p:stCondLst>
                              <p:cond delay="500"/>
                            </p:stCondLst>
                            <p:childTnLst>
                              <p:par>
                                <p:cTn id="41" presetID="1" presetClass="emph" presetSubtype="2" fill="hold" nodeType="afterEffect">
                                  <p:stCondLst>
                                    <p:cond delay="0"/>
                                  </p:stCondLst>
                                  <p:childTnLst>
                                    <p:animClr clrSpc="rgb" dir="cw">
                                      <p:cBhvr>
                                        <p:cTn id="42" dur="500" fill="hold"/>
                                        <p:tgtEl>
                                          <p:spTgt spid="8"/>
                                        </p:tgtEl>
                                        <p:attrNameLst>
                                          <p:attrName>fillcolor</p:attrName>
                                        </p:attrNameLst>
                                      </p:cBhvr>
                                      <p:to>
                                        <a:srgbClr val="00B050"/>
                                      </p:to>
                                    </p:animClr>
                                    <p:set>
                                      <p:cBhvr>
                                        <p:cTn id="43" dur="500" fill="hold"/>
                                        <p:tgtEl>
                                          <p:spTgt spid="8"/>
                                        </p:tgtEl>
                                        <p:attrNameLst>
                                          <p:attrName>fill.type</p:attrName>
                                        </p:attrNameLst>
                                      </p:cBhvr>
                                      <p:to>
                                        <p:strVal val="solid"/>
                                      </p:to>
                                    </p:set>
                                    <p:set>
                                      <p:cBhvr>
                                        <p:cTn id="44" dur="500" fill="hold"/>
                                        <p:tgtEl>
                                          <p:spTgt spid="8"/>
                                        </p:tgtEl>
                                        <p:attrNameLst>
                                          <p:attrName>fill.on</p:attrName>
                                        </p:attrNameLst>
                                      </p:cBhvr>
                                      <p:to>
                                        <p:strVal val="true"/>
                                      </p:to>
                                    </p:set>
                                  </p:childTnLst>
                                </p:cTn>
                              </p:par>
                            </p:childTnLst>
                          </p:cTn>
                        </p:par>
                      </p:childTnLst>
                    </p:cTn>
                  </p:par>
                  <p:par>
                    <p:cTn id="45" fill="hold">
                      <p:stCondLst>
                        <p:cond delay="indefinite"/>
                      </p:stCondLst>
                      <p:childTnLst>
                        <p:par>
                          <p:cTn id="46" fill="hold">
                            <p:stCondLst>
                              <p:cond delay="0"/>
                            </p:stCondLst>
                            <p:childTnLst>
                              <p:par>
                                <p:cTn id="47" presetID="1" presetClass="emph" presetSubtype="2" fill="hold" nodeType="clickEffect">
                                  <p:stCondLst>
                                    <p:cond delay="0"/>
                                  </p:stCondLst>
                                  <p:childTnLst>
                                    <p:animClr clrSpc="rgb" dir="cw">
                                      <p:cBhvr>
                                        <p:cTn id="48" dur="500" fill="hold"/>
                                        <p:tgtEl>
                                          <p:spTgt spid="43"/>
                                        </p:tgtEl>
                                        <p:attrNameLst>
                                          <p:attrName>fillcolor</p:attrName>
                                        </p:attrNameLst>
                                      </p:cBhvr>
                                      <p:to>
                                        <a:srgbClr val="749090"/>
                                      </p:to>
                                    </p:animClr>
                                    <p:set>
                                      <p:cBhvr>
                                        <p:cTn id="49" dur="500" fill="hold"/>
                                        <p:tgtEl>
                                          <p:spTgt spid="43"/>
                                        </p:tgtEl>
                                        <p:attrNameLst>
                                          <p:attrName>fill.type</p:attrName>
                                        </p:attrNameLst>
                                      </p:cBhvr>
                                      <p:to>
                                        <p:strVal val="solid"/>
                                      </p:to>
                                    </p:set>
                                    <p:set>
                                      <p:cBhvr>
                                        <p:cTn id="50" dur="500" fill="hold"/>
                                        <p:tgtEl>
                                          <p:spTgt spid="43"/>
                                        </p:tgtEl>
                                        <p:attrNameLst>
                                          <p:attrName>fill.on</p:attrName>
                                        </p:attrNameLst>
                                      </p:cBhvr>
                                      <p:to>
                                        <p:strVal val="true"/>
                                      </p:to>
                                    </p:set>
                                  </p:childTnLst>
                                </p:cTn>
                              </p:par>
                            </p:childTnLst>
                          </p:cTn>
                        </p:par>
                        <p:par>
                          <p:cTn id="51" fill="hold">
                            <p:stCondLst>
                              <p:cond delay="500"/>
                            </p:stCondLst>
                            <p:childTnLst>
                              <p:par>
                                <p:cTn id="52" presetID="1" presetClass="emph" presetSubtype="2" fill="hold" nodeType="afterEffect">
                                  <p:stCondLst>
                                    <p:cond delay="0"/>
                                  </p:stCondLst>
                                  <p:childTnLst>
                                    <p:animClr clrSpc="rgb" dir="cw">
                                      <p:cBhvr>
                                        <p:cTn id="53" dur="500" fill="hold"/>
                                        <p:tgtEl>
                                          <p:spTgt spid="45"/>
                                        </p:tgtEl>
                                        <p:attrNameLst>
                                          <p:attrName>fillcolor</p:attrName>
                                        </p:attrNameLst>
                                      </p:cBhvr>
                                      <p:to>
                                        <a:srgbClr val="00B050"/>
                                      </p:to>
                                    </p:animClr>
                                    <p:set>
                                      <p:cBhvr>
                                        <p:cTn id="54" dur="500" fill="hold"/>
                                        <p:tgtEl>
                                          <p:spTgt spid="45"/>
                                        </p:tgtEl>
                                        <p:attrNameLst>
                                          <p:attrName>fill.type</p:attrName>
                                        </p:attrNameLst>
                                      </p:cBhvr>
                                      <p:to>
                                        <p:strVal val="solid"/>
                                      </p:to>
                                    </p:set>
                                    <p:set>
                                      <p:cBhvr>
                                        <p:cTn id="55" dur="500" fill="hold"/>
                                        <p:tgtEl>
                                          <p:spTgt spid="45"/>
                                        </p:tgtEl>
                                        <p:attrNameLst>
                                          <p:attrName>fill.on</p:attrName>
                                        </p:attrNameLst>
                                      </p:cBhvr>
                                      <p:to>
                                        <p:strVal val="true"/>
                                      </p:to>
                                    </p:se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500"/>
                                        <p:tgtEl>
                                          <p:spTgt spid="6"/>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mph" presetSubtype="2" fill="hold" nodeType="clickEffect">
                                  <p:stCondLst>
                                    <p:cond delay="0"/>
                                  </p:stCondLst>
                                  <p:childTnLst>
                                    <p:animClr clrSpc="rgb" dir="cw">
                                      <p:cBhvr>
                                        <p:cTn id="64" dur="500" fill="hold"/>
                                        <p:tgtEl>
                                          <p:spTgt spid="3"/>
                                        </p:tgtEl>
                                        <p:attrNameLst>
                                          <p:attrName>fillcolor</p:attrName>
                                        </p:attrNameLst>
                                      </p:cBhvr>
                                      <p:to>
                                        <a:srgbClr val="92D050"/>
                                      </p:to>
                                    </p:animClr>
                                    <p:set>
                                      <p:cBhvr>
                                        <p:cTn id="65" dur="500" fill="hold"/>
                                        <p:tgtEl>
                                          <p:spTgt spid="3"/>
                                        </p:tgtEl>
                                        <p:attrNameLst>
                                          <p:attrName>fill.type</p:attrName>
                                        </p:attrNameLst>
                                      </p:cBhvr>
                                      <p:to>
                                        <p:strVal val="solid"/>
                                      </p:to>
                                    </p:set>
                                    <p:set>
                                      <p:cBhvr>
                                        <p:cTn id="66" dur="500" fill="hold"/>
                                        <p:tgtEl>
                                          <p:spTgt spid="3"/>
                                        </p:tgtEl>
                                        <p:attrNameLst>
                                          <p:attrName>fill.on</p:attrName>
                                        </p:attrNameLst>
                                      </p:cBhvr>
                                      <p:to>
                                        <p:strVal val="true"/>
                                      </p:to>
                                    </p:set>
                                  </p:childTnLst>
                                </p:cTn>
                              </p:par>
                              <p:par>
                                <p:cTn id="67" presetID="7" presetClass="emph" presetSubtype="2" fill="hold" nodeType="withEffect">
                                  <p:stCondLst>
                                    <p:cond delay="0"/>
                                  </p:stCondLst>
                                  <p:childTnLst>
                                    <p:animClr clrSpc="rgb" dir="cw">
                                      <p:cBhvr>
                                        <p:cTn id="68" dur="500" fill="hold"/>
                                        <p:tgtEl>
                                          <p:spTgt spid="68"/>
                                        </p:tgtEl>
                                        <p:attrNameLst>
                                          <p:attrName>stroke.color</p:attrName>
                                        </p:attrNameLst>
                                      </p:cBhvr>
                                      <p:to>
                                        <a:srgbClr val="92D050"/>
                                      </p:to>
                                    </p:animClr>
                                    <p:set>
                                      <p:cBhvr>
                                        <p:cTn id="69" dur="500" fill="hold"/>
                                        <p:tgtEl>
                                          <p:spTgt spid="68"/>
                                        </p:tgtEl>
                                        <p:attrNameLst>
                                          <p:attrName>stroke.on</p:attrName>
                                        </p:attrNameLst>
                                      </p:cBhvr>
                                      <p:to>
                                        <p:strVal val="true"/>
                                      </p:to>
                                    </p:set>
                                  </p:childTnLst>
                                </p:cTn>
                              </p:par>
                            </p:childTnLst>
                          </p:cTn>
                        </p:par>
                      </p:childTnLst>
                    </p:cTn>
                  </p:par>
                  <p:par>
                    <p:cTn id="70" fill="hold">
                      <p:stCondLst>
                        <p:cond delay="indefinite"/>
                      </p:stCondLst>
                      <p:childTnLst>
                        <p:par>
                          <p:cTn id="71" fill="hold">
                            <p:stCondLst>
                              <p:cond delay="0"/>
                            </p:stCondLst>
                            <p:childTnLst>
                              <p:par>
                                <p:cTn id="72" presetID="7" presetClass="emph" presetSubtype="2" fill="hold" nodeType="clickEffect">
                                  <p:stCondLst>
                                    <p:cond delay="0"/>
                                  </p:stCondLst>
                                  <p:childTnLst>
                                    <p:animClr clrSpc="rgb" dir="cw">
                                      <p:cBhvr>
                                        <p:cTn id="73" dur="500" fill="hold"/>
                                        <p:tgtEl>
                                          <p:spTgt spid="68"/>
                                        </p:tgtEl>
                                        <p:attrNameLst>
                                          <p:attrName>stroke.color</p:attrName>
                                        </p:attrNameLst>
                                      </p:cBhvr>
                                      <p:to>
                                        <a:schemeClr val="accent2"/>
                                      </p:to>
                                    </p:animClr>
                                    <p:set>
                                      <p:cBhvr>
                                        <p:cTn id="74" dur="500" fill="hold"/>
                                        <p:tgtEl>
                                          <p:spTgt spid="68"/>
                                        </p:tgtEl>
                                        <p:attrNameLst>
                                          <p:attrName>stroke.on</p:attrName>
                                        </p:attrNameLst>
                                      </p:cBhvr>
                                      <p:to>
                                        <p:strVal val="true"/>
                                      </p:to>
                                    </p:set>
                                  </p:childTnLst>
                                </p:cTn>
                              </p:par>
                              <p:par>
                                <p:cTn id="75" presetID="1" presetClass="emph" presetSubtype="2" fill="hold" nodeType="withEffect">
                                  <p:stCondLst>
                                    <p:cond delay="0"/>
                                  </p:stCondLst>
                                  <p:childTnLst>
                                    <p:animClr clrSpc="rgb" dir="cw">
                                      <p:cBhvr>
                                        <p:cTn id="76" dur="500" fill="hold"/>
                                        <p:tgtEl>
                                          <p:spTgt spid="3"/>
                                        </p:tgtEl>
                                        <p:attrNameLst>
                                          <p:attrName>fillcolor</p:attrName>
                                        </p:attrNameLst>
                                      </p:cBhvr>
                                      <p:to>
                                        <a:schemeClr val="accent2"/>
                                      </p:to>
                                    </p:animClr>
                                    <p:set>
                                      <p:cBhvr>
                                        <p:cTn id="77" dur="500" fill="hold"/>
                                        <p:tgtEl>
                                          <p:spTgt spid="3"/>
                                        </p:tgtEl>
                                        <p:attrNameLst>
                                          <p:attrName>fill.type</p:attrName>
                                        </p:attrNameLst>
                                      </p:cBhvr>
                                      <p:to>
                                        <p:strVal val="solid"/>
                                      </p:to>
                                    </p:set>
                                    <p:set>
                                      <p:cBhvr>
                                        <p:cTn id="78" dur="500" fill="hold"/>
                                        <p:tgtEl>
                                          <p:spTgt spid="3"/>
                                        </p:tgtEl>
                                        <p:attrNameLst>
                                          <p:attrName>fill.on</p:attrName>
                                        </p:attrNameLst>
                                      </p:cBhvr>
                                      <p:to>
                                        <p:strVal val="true"/>
                                      </p:to>
                                    </p:set>
                                  </p:childTnLst>
                                </p:cTn>
                              </p:par>
                            </p:childTnLst>
                          </p:cTn>
                        </p:par>
                      </p:childTnLst>
                    </p:cTn>
                  </p:par>
                  <p:par>
                    <p:cTn id="79" fill="hold">
                      <p:stCondLst>
                        <p:cond delay="indefinite"/>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8"/>
                                        </p:tgtEl>
                                        <p:attrNameLst>
                                          <p:attrName>fillcolor</p:attrName>
                                        </p:attrNameLst>
                                      </p:cBhvr>
                                      <p:to>
                                        <a:srgbClr val="749090"/>
                                      </p:to>
                                    </p:animClr>
                                    <p:set>
                                      <p:cBhvr>
                                        <p:cTn id="83" dur="500" fill="hold"/>
                                        <p:tgtEl>
                                          <p:spTgt spid="8"/>
                                        </p:tgtEl>
                                        <p:attrNameLst>
                                          <p:attrName>fill.type</p:attrName>
                                        </p:attrNameLst>
                                      </p:cBhvr>
                                      <p:to>
                                        <p:strVal val="solid"/>
                                      </p:to>
                                    </p:set>
                                    <p:set>
                                      <p:cBhvr>
                                        <p:cTn id="84" dur="500" fill="hold"/>
                                        <p:tgtEl>
                                          <p:spTgt spid="8"/>
                                        </p:tgtEl>
                                        <p:attrNameLst>
                                          <p:attrName>fill.on</p:attrName>
                                        </p:attrNameLst>
                                      </p:cBhvr>
                                      <p:to>
                                        <p:strVal val="true"/>
                                      </p:to>
                                    </p:set>
                                  </p:childTnLst>
                                </p:cTn>
                              </p:par>
                            </p:childTnLst>
                          </p:cTn>
                        </p:par>
                        <p:par>
                          <p:cTn id="85" fill="hold">
                            <p:stCondLst>
                              <p:cond delay="500"/>
                            </p:stCondLst>
                            <p:childTnLst>
                              <p:par>
                                <p:cTn id="86" presetID="1" presetClass="emph" presetSubtype="2" fill="hold" nodeType="afterEffect">
                                  <p:stCondLst>
                                    <p:cond delay="0"/>
                                  </p:stCondLst>
                                  <p:childTnLst>
                                    <p:animClr clrSpc="rgb" dir="cw">
                                      <p:cBhvr>
                                        <p:cTn id="87" dur="500" fill="hold"/>
                                        <p:tgtEl>
                                          <p:spTgt spid="9"/>
                                        </p:tgtEl>
                                        <p:attrNameLst>
                                          <p:attrName>fillcolor</p:attrName>
                                        </p:attrNameLst>
                                      </p:cBhvr>
                                      <p:to>
                                        <a:srgbClr val="00B050"/>
                                      </p:to>
                                    </p:animClr>
                                    <p:set>
                                      <p:cBhvr>
                                        <p:cTn id="88" dur="500" fill="hold"/>
                                        <p:tgtEl>
                                          <p:spTgt spid="9"/>
                                        </p:tgtEl>
                                        <p:attrNameLst>
                                          <p:attrName>fill.type</p:attrName>
                                        </p:attrNameLst>
                                      </p:cBhvr>
                                      <p:to>
                                        <p:strVal val="solid"/>
                                      </p:to>
                                    </p:set>
                                    <p:set>
                                      <p:cBhvr>
                                        <p:cTn id="89" dur="500" fill="hold"/>
                                        <p:tgtEl>
                                          <p:spTgt spid="9"/>
                                        </p:tgtEl>
                                        <p:attrNameLst>
                                          <p:attrName>fill.on</p:attrName>
                                        </p:attrNameLst>
                                      </p:cBhvr>
                                      <p:to>
                                        <p:strVal val="true"/>
                                      </p:to>
                                    </p:set>
                                  </p:childTnLst>
                                </p:cTn>
                              </p:par>
                            </p:childTnLst>
                          </p:cTn>
                        </p:par>
                      </p:childTnLst>
                    </p:cTn>
                  </p:par>
                  <p:par>
                    <p:cTn id="90" fill="hold">
                      <p:stCondLst>
                        <p:cond delay="indefinite"/>
                      </p:stCondLst>
                      <p:childTnLst>
                        <p:par>
                          <p:cTn id="91" fill="hold">
                            <p:stCondLst>
                              <p:cond delay="0"/>
                            </p:stCondLst>
                            <p:childTnLst>
                              <p:par>
                                <p:cTn id="92" presetID="1" presetClass="emph" presetSubtype="2" fill="hold" nodeType="clickEffect">
                                  <p:stCondLst>
                                    <p:cond delay="0"/>
                                  </p:stCondLst>
                                  <p:childTnLst>
                                    <p:animClr clrSpc="rgb" dir="cw">
                                      <p:cBhvr>
                                        <p:cTn id="93" dur="500" fill="hold"/>
                                        <p:tgtEl>
                                          <p:spTgt spid="45"/>
                                        </p:tgtEl>
                                        <p:attrNameLst>
                                          <p:attrName>fillcolor</p:attrName>
                                        </p:attrNameLst>
                                      </p:cBhvr>
                                      <p:to>
                                        <a:srgbClr val="749090"/>
                                      </p:to>
                                    </p:animClr>
                                    <p:set>
                                      <p:cBhvr>
                                        <p:cTn id="94" dur="500" fill="hold"/>
                                        <p:tgtEl>
                                          <p:spTgt spid="45"/>
                                        </p:tgtEl>
                                        <p:attrNameLst>
                                          <p:attrName>fill.type</p:attrName>
                                        </p:attrNameLst>
                                      </p:cBhvr>
                                      <p:to>
                                        <p:strVal val="solid"/>
                                      </p:to>
                                    </p:set>
                                    <p:set>
                                      <p:cBhvr>
                                        <p:cTn id="95" dur="500" fill="hold"/>
                                        <p:tgtEl>
                                          <p:spTgt spid="45"/>
                                        </p:tgtEl>
                                        <p:attrNameLst>
                                          <p:attrName>fill.on</p:attrName>
                                        </p:attrNameLst>
                                      </p:cBhvr>
                                      <p:to>
                                        <p:strVal val="true"/>
                                      </p:to>
                                    </p:set>
                                  </p:childTnLst>
                                </p:cTn>
                              </p:par>
                              <p:par>
                                <p:cTn id="96" presetID="1" presetClass="emph" presetSubtype="2" fill="hold" nodeType="withEffect">
                                  <p:stCondLst>
                                    <p:cond delay="0"/>
                                  </p:stCondLst>
                                  <p:childTnLst>
                                    <p:animClr clrSpc="rgb" dir="cw">
                                      <p:cBhvr>
                                        <p:cTn id="97" dur="500" fill="hold"/>
                                        <p:tgtEl>
                                          <p:spTgt spid="46"/>
                                        </p:tgtEl>
                                        <p:attrNameLst>
                                          <p:attrName>fillcolor</p:attrName>
                                        </p:attrNameLst>
                                      </p:cBhvr>
                                      <p:to>
                                        <a:srgbClr val="00B050"/>
                                      </p:to>
                                    </p:animClr>
                                    <p:set>
                                      <p:cBhvr>
                                        <p:cTn id="98" dur="500" fill="hold"/>
                                        <p:tgtEl>
                                          <p:spTgt spid="46"/>
                                        </p:tgtEl>
                                        <p:attrNameLst>
                                          <p:attrName>fill.type</p:attrName>
                                        </p:attrNameLst>
                                      </p:cBhvr>
                                      <p:to>
                                        <p:strVal val="solid"/>
                                      </p:to>
                                    </p:set>
                                    <p:set>
                                      <p:cBhvr>
                                        <p:cTn id="99" dur="500" fill="hold"/>
                                        <p:tgtEl>
                                          <p:spTgt spid="46"/>
                                        </p:tgtEl>
                                        <p:attrNameLst>
                                          <p:attrName>fill.on</p:attrName>
                                        </p:attrNameLst>
                                      </p:cBhvr>
                                      <p:to>
                                        <p:strVal val="true"/>
                                      </p:to>
                                    </p:set>
                                  </p:childTnLst>
                                </p:cTn>
                              </p:par>
                            </p:childTnLst>
                          </p:cTn>
                        </p:par>
                      </p:childTnLst>
                    </p:cTn>
                  </p:par>
                  <p:par>
                    <p:cTn id="100" fill="hold">
                      <p:stCondLst>
                        <p:cond delay="indefinite"/>
                      </p:stCondLst>
                      <p:childTnLst>
                        <p:par>
                          <p:cTn id="101" fill="hold">
                            <p:stCondLst>
                              <p:cond delay="0"/>
                            </p:stCondLst>
                            <p:childTnLst>
                              <p:par>
                                <p:cTn id="102" presetID="7" presetClass="emph" presetSubtype="2" fill="hold" nodeType="clickEffect">
                                  <p:stCondLst>
                                    <p:cond delay="0"/>
                                  </p:stCondLst>
                                  <p:childTnLst>
                                    <p:animClr clrSpc="rgb" dir="cw">
                                      <p:cBhvr>
                                        <p:cTn id="103" dur="500" fill="hold"/>
                                        <p:tgtEl>
                                          <p:spTgt spid="71"/>
                                        </p:tgtEl>
                                        <p:attrNameLst>
                                          <p:attrName>stroke.color</p:attrName>
                                        </p:attrNameLst>
                                      </p:cBhvr>
                                      <p:to>
                                        <a:srgbClr val="92D050"/>
                                      </p:to>
                                    </p:animClr>
                                    <p:set>
                                      <p:cBhvr>
                                        <p:cTn id="104" dur="500" fill="hold"/>
                                        <p:tgtEl>
                                          <p:spTgt spid="71"/>
                                        </p:tgtEl>
                                        <p:attrNameLst>
                                          <p:attrName>stroke.on</p:attrName>
                                        </p:attrNameLst>
                                      </p:cBhvr>
                                      <p:to>
                                        <p:strVal val="true"/>
                                      </p:to>
                                    </p:set>
                                  </p:childTnLst>
                                </p:cTn>
                              </p:par>
                              <p:par>
                                <p:cTn id="105" presetID="1" presetClass="emph" presetSubtype="2" fill="hold" nodeType="withEffect">
                                  <p:stCondLst>
                                    <p:cond delay="0"/>
                                  </p:stCondLst>
                                  <p:childTnLst>
                                    <p:animClr clrSpc="rgb" dir="cw">
                                      <p:cBhvr>
                                        <p:cTn id="106" dur="500" fill="hold"/>
                                        <p:tgtEl>
                                          <p:spTgt spid="43"/>
                                        </p:tgtEl>
                                        <p:attrNameLst>
                                          <p:attrName>fillcolor</p:attrName>
                                        </p:attrNameLst>
                                      </p:cBhvr>
                                      <p:to>
                                        <a:srgbClr val="92D050"/>
                                      </p:to>
                                    </p:animClr>
                                    <p:set>
                                      <p:cBhvr>
                                        <p:cTn id="107" dur="500" fill="hold"/>
                                        <p:tgtEl>
                                          <p:spTgt spid="43"/>
                                        </p:tgtEl>
                                        <p:attrNameLst>
                                          <p:attrName>fill.type</p:attrName>
                                        </p:attrNameLst>
                                      </p:cBhvr>
                                      <p:to>
                                        <p:strVal val="solid"/>
                                      </p:to>
                                    </p:set>
                                    <p:set>
                                      <p:cBhvr>
                                        <p:cTn id="108" dur="500" fill="hold"/>
                                        <p:tgtEl>
                                          <p:spTgt spid="43"/>
                                        </p:tgtEl>
                                        <p:attrNameLst>
                                          <p:attrName>fill.on</p:attrName>
                                        </p:attrNameLst>
                                      </p:cBhvr>
                                      <p:to>
                                        <p:strVal val="true"/>
                                      </p:to>
                                    </p:set>
                                  </p:childTnLst>
                                </p:cTn>
                              </p:par>
                            </p:childTnLst>
                          </p:cTn>
                        </p:par>
                      </p:childTnLst>
                    </p:cTn>
                  </p:par>
                  <p:par>
                    <p:cTn id="109" fill="hold">
                      <p:stCondLst>
                        <p:cond delay="indefinite"/>
                      </p:stCondLst>
                      <p:childTnLst>
                        <p:par>
                          <p:cTn id="110" fill="hold">
                            <p:stCondLst>
                              <p:cond delay="0"/>
                            </p:stCondLst>
                            <p:childTnLst>
                              <p:par>
                                <p:cTn id="111" presetID="7" presetClass="emph" presetSubtype="2" fill="hold" nodeType="clickEffect">
                                  <p:stCondLst>
                                    <p:cond delay="0"/>
                                  </p:stCondLst>
                                  <p:childTnLst>
                                    <p:animClr clrSpc="rgb" dir="cw">
                                      <p:cBhvr>
                                        <p:cTn id="112" dur="500" fill="hold"/>
                                        <p:tgtEl>
                                          <p:spTgt spid="67"/>
                                        </p:tgtEl>
                                        <p:attrNameLst>
                                          <p:attrName>stroke.color</p:attrName>
                                        </p:attrNameLst>
                                      </p:cBhvr>
                                      <p:to>
                                        <a:srgbClr val="92D050"/>
                                      </p:to>
                                    </p:animClr>
                                    <p:set>
                                      <p:cBhvr>
                                        <p:cTn id="113" dur="500" fill="hold"/>
                                        <p:tgtEl>
                                          <p:spTgt spid="67"/>
                                        </p:tgtEl>
                                        <p:attrNameLst>
                                          <p:attrName>stroke.on</p:attrName>
                                        </p:attrNameLst>
                                      </p:cBhvr>
                                      <p:to>
                                        <p:strVal val="true"/>
                                      </p:to>
                                    </p:set>
                                  </p:childTnLst>
                                </p:cTn>
                              </p:par>
                              <p:par>
                                <p:cTn id="114" presetID="1" presetClass="emph" presetSubtype="2" fill="hold" nodeType="withEffect">
                                  <p:stCondLst>
                                    <p:cond delay="0"/>
                                  </p:stCondLst>
                                  <p:childTnLst>
                                    <p:animClr clrSpc="rgb" dir="cw">
                                      <p:cBhvr>
                                        <p:cTn id="115" dur="500" fill="hold"/>
                                        <p:tgtEl>
                                          <p:spTgt spid="3"/>
                                        </p:tgtEl>
                                        <p:attrNameLst>
                                          <p:attrName>fillcolor</p:attrName>
                                        </p:attrNameLst>
                                      </p:cBhvr>
                                      <p:to>
                                        <a:srgbClr val="92D050"/>
                                      </p:to>
                                    </p:animClr>
                                    <p:set>
                                      <p:cBhvr>
                                        <p:cTn id="116" dur="500" fill="hold"/>
                                        <p:tgtEl>
                                          <p:spTgt spid="3"/>
                                        </p:tgtEl>
                                        <p:attrNameLst>
                                          <p:attrName>fill.type</p:attrName>
                                        </p:attrNameLst>
                                      </p:cBhvr>
                                      <p:to>
                                        <p:strVal val="solid"/>
                                      </p:to>
                                    </p:set>
                                    <p:set>
                                      <p:cBhvr>
                                        <p:cTn id="117" dur="500" fill="hold"/>
                                        <p:tgtEl>
                                          <p:spTgt spid="3"/>
                                        </p:tgtEl>
                                        <p:attrNameLst>
                                          <p:attrName>fill.on</p:attrName>
                                        </p:attrNameLst>
                                      </p:cBhvr>
                                      <p:to>
                                        <p:strVal val="true"/>
                                      </p:to>
                                    </p:set>
                                  </p:childTnLst>
                                </p:cTn>
                              </p:par>
                            </p:childTnLst>
                          </p:cTn>
                        </p:par>
                      </p:childTnLst>
                    </p:cTn>
                  </p:par>
                  <p:par>
                    <p:cTn id="118" fill="hold">
                      <p:stCondLst>
                        <p:cond delay="indefinite"/>
                      </p:stCondLst>
                      <p:childTnLst>
                        <p:par>
                          <p:cTn id="119" fill="hold">
                            <p:stCondLst>
                              <p:cond delay="0"/>
                            </p:stCondLst>
                            <p:childTnLst>
                              <p:par>
                                <p:cTn id="120" presetID="1" presetClass="emph" presetSubtype="2" fill="hold" nodeType="clickEffect">
                                  <p:stCondLst>
                                    <p:cond delay="0"/>
                                  </p:stCondLst>
                                  <p:childTnLst>
                                    <p:animClr clrSpc="rgb" dir="cw">
                                      <p:cBhvr>
                                        <p:cTn id="121" dur="500" fill="hold"/>
                                        <p:tgtEl>
                                          <p:spTgt spid="43"/>
                                        </p:tgtEl>
                                        <p:attrNameLst>
                                          <p:attrName>fillcolor</p:attrName>
                                        </p:attrNameLst>
                                      </p:cBhvr>
                                      <p:to>
                                        <a:srgbClr val="749090"/>
                                      </p:to>
                                    </p:animClr>
                                    <p:set>
                                      <p:cBhvr>
                                        <p:cTn id="122" dur="500" fill="hold"/>
                                        <p:tgtEl>
                                          <p:spTgt spid="43"/>
                                        </p:tgtEl>
                                        <p:attrNameLst>
                                          <p:attrName>fill.type</p:attrName>
                                        </p:attrNameLst>
                                      </p:cBhvr>
                                      <p:to>
                                        <p:strVal val="solid"/>
                                      </p:to>
                                    </p:set>
                                    <p:set>
                                      <p:cBhvr>
                                        <p:cTn id="123" dur="500" fill="hold"/>
                                        <p:tgtEl>
                                          <p:spTgt spid="43"/>
                                        </p:tgtEl>
                                        <p:attrNameLst>
                                          <p:attrName>fill.on</p:attrName>
                                        </p:attrNameLst>
                                      </p:cBhvr>
                                      <p:to>
                                        <p:strVal val="true"/>
                                      </p:to>
                                    </p:set>
                                  </p:childTnLst>
                                </p:cTn>
                              </p:par>
                              <p:par>
                                <p:cTn id="124" presetID="1" presetClass="emph" presetSubtype="2" fill="hold" nodeType="withEffect">
                                  <p:stCondLst>
                                    <p:cond delay="0"/>
                                  </p:stCondLst>
                                  <p:childTnLst>
                                    <p:animClr clrSpc="rgb" dir="cw">
                                      <p:cBhvr>
                                        <p:cTn id="125" dur="500" fill="hold"/>
                                        <p:tgtEl>
                                          <p:spTgt spid="3"/>
                                        </p:tgtEl>
                                        <p:attrNameLst>
                                          <p:attrName>fillcolor</p:attrName>
                                        </p:attrNameLst>
                                      </p:cBhvr>
                                      <p:to>
                                        <a:srgbClr val="749090"/>
                                      </p:to>
                                    </p:animClr>
                                    <p:set>
                                      <p:cBhvr>
                                        <p:cTn id="126" dur="500" fill="hold"/>
                                        <p:tgtEl>
                                          <p:spTgt spid="3"/>
                                        </p:tgtEl>
                                        <p:attrNameLst>
                                          <p:attrName>fill.type</p:attrName>
                                        </p:attrNameLst>
                                      </p:cBhvr>
                                      <p:to>
                                        <p:strVal val="solid"/>
                                      </p:to>
                                    </p:set>
                                    <p:set>
                                      <p:cBhvr>
                                        <p:cTn id="127" dur="500" fill="hold"/>
                                        <p:tgtEl>
                                          <p:spTgt spid="3"/>
                                        </p:tgtEl>
                                        <p:attrNameLst>
                                          <p:attrName>fill.on</p:attrName>
                                        </p:attrNameLst>
                                      </p:cBhvr>
                                      <p:to>
                                        <p:strVal val="true"/>
                                      </p:to>
                                    </p:set>
                                  </p:childTnLst>
                                </p:cTn>
                              </p:par>
                              <p:par>
                                <p:cTn id="128" presetID="7" presetClass="emph" presetSubtype="2" fill="hold" nodeType="withEffect">
                                  <p:stCondLst>
                                    <p:cond delay="0"/>
                                  </p:stCondLst>
                                  <p:childTnLst>
                                    <p:animClr clrSpc="rgb" dir="cw">
                                      <p:cBhvr>
                                        <p:cTn id="129" dur="500" fill="hold"/>
                                        <p:tgtEl>
                                          <p:spTgt spid="67"/>
                                        </p:tgtEl>
                                        <p:attrNameLst>
                                          <p:attrName>stroke.color</p:attrName>
                                        </p:attrNameLst>
                                      </p:cBhvr>
                                      <p:to>
                                        <a:srgbClr val="749090"/>
                                      </p:to>
                                    </p:animClr>
                                    <p:set>
                                      <p:cBhvr>
                                        <p:cTn id="130" dur="500" fill="hold"/>
                                        <p:tgtEl>
                                          <p:spTgt spid="67"/>
                                        </p:tgtEl>
                                        <p:attrNameLst>
                                          <p:attrName>stroke.on</p:attrName>
                                        </p:attrNameLst>
                                      </p:cBhvr>
                                      <p:to>
                                        <p:strVal val="true"/>
                                      </p:to>
                                    </p:set>
                                  </p:childTnLst>
                                </p:cTn>
                              </p:par>
                              <p:par>
                                <p:cTn id="131" presetID="7" presetClass="emph" presetSubtype="2" fill="hold" nodeType="withEffect">
                                  <p:stCondLst>
                                    <p:cond delay="0"/>
                                  </p:stCondLst>
                                  <p:childTnLst>
                                    <p:animClr clrSpc="rgb" dir="cw">
                                      <p:cBhvr>
                                        <p:cTn id="132" dur="500" fill="hold"/>
                                        <p:tgtEl>
                                          <p:spTgt spid="3"/>
                                        </p:tgtEl>
                                        <p:attrNameLst>
                                          <p:attrName>stroke.color</p:attrName>
                                        </p:attrNameLst>
                                      </p:cBhvr>
                                      <p:to>
                                        <a:srgbClr val="749090"/>
                                      </p:to>
                                    </p:animClr>
                                    <p:set>
                                      <p:cBhvr>
                                        <p:cTn id="133" dur="500" fill="hold"/>
                                        <p:tgtEl>
                                          <p:spTgt spid="3"/>
                                        </p:tgtEl>
                                        <p:attrNameLst>
                                          <p:attrName>stroke.on</p:attrName>
                                        </p:attrNameLst>
                                      </p:cBhvr>
                                      <p:to>
                                        <p:strVal val="true"/>
                                      </p:to>
                                    </p:set>
                                  </p:childTnLst>
                                </p:cTn>
                              </p:par>
                              <p:par>
                                <p:cTn id="134" presetID="7" presetClass="emph" presetSubtype="2" fill="hold" nodeType="withEffect">
                                  <p:stCondLst>
                                    <p:cond delay="0"/>
                                  </p:stCondLst>
                                  <p:childTnLst>
                                    <p:animClr clrSpc="rgb" dir="cw">
                                      <p:cBhvr>
                                        <p:cTn id="135" dur="500" fill="hold"/>
                                        <p:tgtEl>
                                          <p:spTgt spid="71"/>
                                        </p:tgtEl>
                                        <p:attrNameLst>
                                          <p:attrName>stroke.color</p:attrName>
                                        </p:attrNameLst>
                                      </p:cBhvr>
                                      <p:to>
                                        <a:srgbClr val="749090"/>
                                      </p:to>
                                    </p:animClr>
                                    <p:set>
                                      <p:cBhvr>
                                        <p:cTn id="136" dur="500" fill="hold"/>
                                        <p:tgtEl>
                                          <p:spTgt spid="71"/>
                                        </p:tgtEl>
                                        <p:attrNameLst>
                                          <p:attrName>stroke.on</p:attrName>
                                        </p:attrNameLst>
                                      </p:cBhvr>
                                      <p:to>
                                        <p:strVal val="true"/>
                                      </p:to>
                                    </p:set>
                                  </p:childTnLst>
                                </p:cTn>
                              </p:par>
                            </p:childTnLst>
                          </p:cTn>
                        </p:par>
                      </p:childTnLst>
                    </p:cTn>
                  </p:par>
                  <p:par>
                    <p:cTn id="137" fill="hold">
                      <p:stCondLst>
                        <p:cond delay="indefinite"/>
                      </p:stCondLst>
                      <p:childTnLst>
                        <p:par>
                          <p:cTn id="138" fill="hold">
                            <p:stCondLst>
                              <p:cond delay="0"/>
                            </p:stCondLst>
                            <p:childTnLst>
                              <p:par>
                                <p:cTn id="139" presetID="1" presetClass="emph" presetSubtype="2" fill="hold" nodeType="clickEffect">
                                  <p:stCondLst>
                                    <p:cond delay="0"/>
                                  </p:stCondLst>
                                  <p:childTnLst>
                                    <p:animClr clrSpc="rgb" dir="cw">
                                      <p:cBhvr>
                                        <p:cTn id="140" dur="500" fill="hold"/>
                                        <p:tgtEl>
                                          <p:spTgt spid="9"/>
                                        </p:tgtEl>
                                        <p:attrNameLst>
                                          <p:attrName>fillcolor</p:attrName>
                                        </p:attrNameLst>
                                      </p:cBhvr>
                                      <p:to>
                                        <a:srgbClr val="749090"/>
                                      </p:to>
                                    </p:animClr>
                                    <p:set>
                                      <p:cBhvr>
                                        <p:cTn id="141" dur="500" fill="hold"/>
                                        <p:tgtEl>
                                          <p:spTgt spid="9"/>
                                        </p:tgtEl>
                                        <p:attrNameLst>
                                          <p:attrName>fill.type</p:attrName>
                                        </p:attrNameLst>
                                      </p:cBhvr>
                                      <p:to>
                                        <p:strVal val="solid"/>
                                      </p:to>
                                    </p:set>
                                    <p:set>
                                      <p:cBhvr>
                                        <p:cTn id="142" dur="500" fill="hold"/>
                                        <p:tgtEl>
                                          <p:spTgt spid="9"/>
                                        </p:tgtEl>
                                        <p:attrNameLst>
                                          <p:attrName>fill.on</p:attrName>
                                        </p:attrNameLst>
                                      </p:cBhvr>
                                      <p:to>
                                        <p:strVal val="true"/>
                                      </p:to>
                                    </p:set>
                                  </p:childTnLst>
                                </p:cTn>
                              </p:par>
                              <p:par>
                                <p:cTn id="143" presetID="1" presetClass="emph" presetSubtype="2" fill="hold" nodeType="withEffect">
                                  <p:stCondLst>
                                    <p:cond delay="0"/>
                                  </p:stCondLst>
                                  <p:childTnLst>
                                    <p:animClr clrSpc="rgb" dir="cw">
                                      <p:cBhvr>
                                        <p:cTn id="144" dur="500" fill="hold"/>
                                        <p:tgtEl>
                                          <p:spTgt spid="10"/>
                                        </p:tgtEl>
                                        <p:attrNameLst>
                                          <p:attrName>fillcolor</p:attrName>
                                        </p:attrNameLst>
                                      </p:cBhvr>
                                      <p:to>
                                        <a:srgbClr val="00B050"/>
                                      </p:to>
                                    </p:animClr>
                                    <p:set>
                                      <p:cBhvr>
                                        <p:cTn id="145" dur="500" fill="hold"/>
                                        <p:tgtEl>
                                          <p:spTgt spid="10"/>
                                        </p:tgtEl>
                                        <p:attrNameLst>
                                          <p:attrName>fill.type</p:attrName>
                                        </p:attrNameLst>
                                      </p:cBhvr>
                                      <p:to>
                                        <p:strVal val="solid"/>
                                      </p:to>
                                    </p:set>
                                    <p:set>
                                      <p:cBhvr>
                                        <p:cTn id="146" dur="500" fill="hold"/>
                                        <p:tgtEl>
                                          <p:spTgt spid="10"/>
                                        </p:tgtEl>
                                        <p:attrNameLst>
                                          <p:attrName>fill.on</p:attrName>
                                        </p:attrNameLst>
                                      </p:cBhvr>
                                      <p:to>
                                        <p:strVal val="true"/>
                                      </p:to>
                                    </p:set>
                                  </p:childTnLst>
                                </p:cTn>
                              </p:par>
                            </p:childTnLst>
                          </p:cTn>
                        </p:par>
                      </p:childTnLst>
                    </p:cTn>
                  </p:par>
                  <p:par>
                    <p:cTn id="147" fill="hold">
                      <p:stCondLst>
                        <p:cond delay="indefinite"/>
                      </p:stCondLst>
                      <p:childTnLst>
                        <p:par>
                          <p:cTn id="148" fill="hold">
                            <p:stCondLst>
                              <p:cond delay="0"/>
                            </p:stCondLst>
                            <p:childTnLst>
                              <p:par>
                                <p:cTn id="149" presetID="1" presetClass="emph" presetSubtype="2" fill="hold" nodeType="clickEffect">
                                  <p:stCondLst>
                                    <p:cond delay="0"/>
                                  </p:stCondLst>
                                  <p:childTnLst>
                                    <p:animClr clrSpc="rgb" dir="cw">
                                      <p:cBhvr>
                                        <p:cTn id="150" dur="500" fill="hold"/>
                                        <p:tgtEl>
                                          <p:spTgt spid="46"/>
                                        </p:tgtEl>
                                        <p:attrNameLst>
                                          <p:attrName>fillcolor</p:attrName>
                                        </p:attrNameLst>
                                      </p:cBhvr>
                                      <p:to>
                                        <a:srgbClr val="749090"/>
                                      </p:to>
                                    </p:animClr>
                                    <p:set>
                                      <p:cBhvr>
                                        <p:cTn id="151" dur="500" fill="hold"/>
                                        <p:tgtEl>
                                          <p:spTgt spid="46"/>
                                        </p:tgtEl>
                                        <p:attrNameLst>
                                          <p:attrName>fill.type</p:attrName>
                                        </p:attrNameLst>
                                      </p:cBhvr>
                                      <p:to>
                                        <p:strVal val="solid"/>
                                      </p:to>
                                    </p:set>
                                    <p:set>
                                      <p:cBhvr>
                                        <p:cTn id="152" dur="500" fill="hold"/>
                                        <p:tgtEl>
                                          <p:spTgt spid="46"/>
                                        </p:tgtEl>
                                        <p:attrNameLst>
                                          <p:attrName>fill.on</p:attrName>
                                        </p:attrNameLst>
                                      </p:cBhvr>
                                      <p:to>
                                        <p:strVal val="true"/>
                                      </p:to>
                                    </p:set>
                                  </p:childTnLst>
                                </p:cTn>
                              </p:par>
                              <p:par>
                                <p:cTn id="153" presetID="1" presetClass="emph" presetSubtype="2" fill="hold" nodeType="withEffect">
                                  <p:stCondLst>
                                    <p:cond delay="0"/>
                                  </p:stCondLst>
                                  <p:childTnLst>
                                    <p:animClr clrSpc="rgb" dir="cw">
                                      <p:cBhvr>
                                        <p:cTn id="154" dur="500" fill="hold"/>
                                        <p:tgtEl>
                                          <p:spTgt spid="48"/>
                                        </p:tgtEl>
                                        <p:attrNameLst>
                                          <p:attrName>fillcolor</p:attrName>
                                        </p:attrNameLst>
                                      </p:cBhvr>
                                      <p:to>
                                        <a:srgbClr val="00B050"/>
                                      </p:to>
                                    </p:animClr>
                                    <p:set>
                                      <p:cBhvr>
                                        <p:cTn id="155" dur="500" fill="hold"/>
                                        <p:tgtEl>
                                          <p:spTgt spid="48"/>
                                        </p:tgtEl>
                                        <p:attrNameLst>
                                          <p:attrName>fill.type</p:attrName>
                                        </p:attrNameLst>
                                      </p:cBhvr>
                                      <p:to>
                                        <p:strVal val="solid"/>
                                      </p:to>
                                    </p:set>
                                    <p:set>
                                      <p:cBhvr>
                                        <p:cTn id="156" dur="500" fill="hold"/>
                                        <p:tgtEl>
                                          <p:spTgt spid="48"/>
                                        </p:tgtEl>
                                        <p:attrNameLst>
                                          <p:attrName>fill.on</p:attrName>
                                        </p:attrNameLst>
                                      </p:cBhvr>
                                      <p:to>
                                        <p:strVal val="true"/>
                                      </p:to>
                                    </p:se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grpId="0" nodeType="clickEffect">
                                  <p:stCondLst>
                                    <p:cond delay="0"/>
                                  </p:stCondLst>
                                  <p:childTnLst>
                                    <p:set>
                                      <p:cBhvr>
                                        <p:cTn id="160" dur="1" fill="hold">
                                          <p:stCondLst>
                                            <p:cond delay="0"/>
                                          </p:stCondLst>
                                        </p:cTn>
                                        <p:tgtEl>
                                          <p:spTgt spid="17"/>
                                        </p:tgtEl>
                                        <p:attrNameLst>
                                          <p:attrName>style.visibility</p:attrName>
                                        </p:attrNameLst>
                                      </p:cBhvr>
                                      <p:to>
                                        <p:strVal val="visible"/>
                                      </p:to>
                                    </p:set>
                                    <p:animEffect transition="in" filter="fade">
                                      <p:cBhvr>
                                        <p:cTn id="161" dur="500"/>
                                        <p:tgtEl>
                                          <p:spTgt spid="17"/>
                                        </p:tgtEl>
                                      </p:cBhvr>
                                    </p:animEffect>
                                  </p:childTnLst>
                                </p:cTn>
                              </p:par>
                            </p:childTnLst>
                          </p:cTn>
                        </p:par>
                      </p:childTnLst>
                    </p:cTn>
                  </p:par>
                  <p:par>
                    <p:cTn id="162" fill="hold">
                      <p:stCondLst>
                        <p:cond delay="indefinite"/>
                      </p:stCondLst>
                      <p:childTnLst>
                        <p:par>
                          <p:cTn id="163" fill="hold">
                            <p:stCondLst>
                              <p:cond delay="0"/>
                            </p:stCondLst>
                            <p:childTnLst>
                              <p:par>
                                <p:cTn id="164" presetID="7" presetClass="emph" presetSubtype="2" fill="hold" nodeType="clickEffect">
                                  <p:stCondLst>
                                    <p:cond delay="0"/>
                                  </p:stCondLst>
                                  <p:childTnLst>
                                    <p:animClr clrSpc="rgb" dir="cw">
                                      <p:cBhvr>
                                        <p:cTn id="165" dur="500" fill="hold"/>
                                        <p:tgtEl>
                                          <p:spTgt spid="73"/>
                                        </p:tgtEl>
                                        <p:attrNameLst>
                                          <p:attrName>stroke.color</p:attrName>
                                        </p:attrNameLst>
                                      </p:cBhvr>
                                      <p:to>
                                        <a:srgbClr val="92D050"/>
                                      </p:to>
                                    </p:animClr>
                                    <p:set>
                                      <p:cBhvr>
                                        <p:cTn id="166" dur="500" fill="hold"/>
                                        <p:tgtEl>
                                          <p:spTgt spid="73"/>
                                        </p:tgtEl>
                                        <p:attrNameLst>
                                          <p:attrName>stroke.on</p:attrName>
                                        </p:attrNameLst>
                                      </p:cBhvr>
                                      <p:to>
                                        <p:strVal val="true"/>
                                      </p:to>
                                    </p:set>
                                  </p:childTnLst>
                                </p:cTn>
                              </p:par>
                              <p:par>
                                <p:cTn id="167" presetID="1" presetClass="emph" presetSubtype="2" fill="hold" nodeType="withEffect">
                                  <p:stCondLst>
                                    <p:cond delay="0"/>
                                  </p:stCondLst>
                                  <p:childTnLst>
                                    <p:animClr clrSpc="rgb" dir="cw">
                                      <p:cBhvr>
                                        <p:cTn id="168" dur="500" fill="hold"/>
                                        <p:tgtEl>
                                          <p:spTgt spid="44"/>
                                        </p:tgtEl>
                                        <p:attrNameLst>
                                          <p:attrName>fillcolor</p:attrName>
                                        </p:attrNameLst>
                                      </p:cBhvr>
                                      <p:to>
                                        <a:srgbClr val="92D050"/>
                                      </p:to>
                                    </p:animClr>
                                    <p:set>
                                      <p:cBhvr>
                                        <p:cTn id="169" dur="500" fill="hold"/>
                                        <p:tgtEl>
                                          <p:spTgt spid="44"/>
                                        </p:tgtEl>
                                        <p:attrNameLst>
                                          <p:attrName>fill.type</p:attrName>
                                        </p:attrNameLst>
                                      </p:cBhvr>
                                      <p:to>
                                        <p:strVal val="solid"/>
                                      </p:to>
                                    </p:set>
                                    <p:set>
                                      <p:cBhvr>
                                        <p:cTn id="170" dur="500" fill="hold"/>
                                        <p:tgtEl>
                                          <p:spTgt spid="44"/>
                                        </p:tgtEl>
                                        <p:attrNameLst>
                                          <p:attrName>fill.on</p:attrName>
                                        </p:attrNameLst>
                                      </p:cBhvr>
                                      <p:to>
                                        <p:strVal val="true"/>
                                      </p:to>
                                    </p:set>
                                  </p:childTnLst>
                                </p:cTn>
                              </p:par>
                            </p:childTnLst>
                          </p:cTn>
                        </p:par>
                      </p:childTnLst>
                    </p:cTn>
                  </p:par>
                  <p:par>
                    <p:cTn id="171" fill="hold">
                      <p:stCondLst>
                        <p:cond delay="indefinite"/>
                      </p:stCondLst>
                      <p:childTnLst>
                        <p:par>
                          <p:cTn id="172" fill="hold">
                            <p:stCondLst>
                              <p:cond delay="0"/>
                            </p:stCondLst>
                            <p:childTnLst>
                              <p:par>
                                <p:cTn id="173" presetID="10" presetClass="entr" presetSubtype="0" fill="hold" grpId="0" nodeType="clickEffect">
                                  <p:stCondLst>
                                    <p:cond delay="0"/>
                                  </p:stCondLst>
                                  <p:childTnLst>
                                    <p:set>
                                      <p:cBhvr>
                                        <p:cTn id="174" dur="1" fill="hold">
                                          <p:stCondLst>
                                            <p:cond delay="0"/>
                                          </p:stCondLst>
                                        </p:cTn>
                                        <p:tgtEl>
                                          <p:spTgt spid="18"/>
                                        </p:tgtEl>
                                        <p:attrNameLst>
                                          <p:attrName>style.visibility</p:attrName>
                                        </p:attrNameLst>
                                      </p:cBhvr>
                                      <p:to>
                                        <p:strVal val="visible"/>
                                      </p:to>
                                    </p:set>
                                    <p:animEffect transition="in" filter="fade">
                                      <p:cBhvr>
                                        <p:cTn id="175" dur="500"/>
                                        <p:tgtEl>
                                          <p:spTgt spid="18"/>
                                        </p:tgtEl>
                                      </p:cBhvr>
                                    </p:animEffect>
                                  </p:childTnLst>
                                </p:cTn>
                              </p:par>
                            </p:childTnLst>
                          </p:cTn>
                        </p:par>
                      </p:childTnLst>
                    </p:cTn>
                  </p:par>
                  <p:par>
                    <p:cTn id="176" fill="hold">
                      <p:stCondLst>
                        <p:cond delay="indefinite"/>
                      </p:stCondLst>
                      <p:childTnLst>
                        <p:par>
                          <p:cTn id="177" fill="hold">
                            <p:stCondLst>
                              <p:cond delay="0"/>
                            </p:stCondLst>
                            <p:childTnLst>
                              <p:par>
                                <p:cTn id="178" presetID="1" presetClass="emph" presetSubtype="2" fill="hold" nodeType="clickEffect">
                                  <p:stCondLst>
                                    <p:cond delay="0"/>
                                  </p:stCondLst>
                                  <p:childTnLst>
                                    <p:animClr clrSpc="rgb" dir="cw">
                                      <p:cBhvr>
                                        <p:cTn id="179" dur="500" fill="hold"/>
                                        <p:tgtEl>
                                          <p:spTgt spid="3"/>
                                        </p:tgtEl>
                                        <p:attrNameLst>
                                          <p:attrName>fillcolor</p:attrName>
                                        </p:attrNameLst>
                                      </p:cBhvr>
                                      <p:to>
                                        <a:srgbClr val="92D050"/>
                                      </p:to>
                                    </p:animClr>
                                    <p:set>
                                      <p:cBhvr>
                                        <p:cTn id="180" dur="500" fill="hold"/>
                                        <p:tgtEl>
                                          <p:spTgt spid="3"/>
                                        </p:tgtEl>
                                        <p:attrNameLst>
                                          <p:attrName>fill.type</p:attrName>
                                        </p:attrNameLst>
                                      </p:cBhvr>
                                      <p:to>
                                        <p:strVal val="solid"/>
                                      </p:to>
                                    </p:set>
                                    <p:set>
                                      <p:cBhvr>
                                        <p:cTn id="181" dur="500" fill="hold"/>
                                        <p:tgtEl>
                                          <p:spTgt spid="3"/>
                                        </p:tgtEl>
                                        <p:attrNameLst>
                                          <p:attrName>fill.on</p:attrName>
                                        </p:attrNameLst>
                                      </p:cBhvr>
                                      <p:to>
                                        <p:strVal val="true"/>
                                      </p:to>
                                    </p:set>
                                  </p:childTnLst>
                                </p:cTn>
                              </p:par>
                              <p:par>
                                <p:cTn id="182" presetID="7" presetClass="emph" presetSubtype="2" fill="hold" nodeType="withEffect">
                                  <p:stCondLst>
                                    <p:cond delay="0"/>
                                  </p:stCondLst>
                                  <p:childTnLst>
                                    <p:animClr clrSpc="rgb" dir="cw">
                                      <p:cBhvr>
                                        <p:cTn id="183" dur="500" fill="hold"/>
                                        <p:tgtEl>
                                          <p:spTgt spid="69"/>
                                        </p:tgtEl>
                                        <p:attrNameLst>
                                          <p:attrName>stroke.color</p:attrName>
                                        </p:attrNameLst>
                                      </p:cBhvr>
                                      <p:to>
                                        <a:srgbClr val="92D050"/>
                                      </p:to>
                                    </p:animClr>
                                    <p:set>
                                      <p:cBhvr>
                                        <p:cTn id="184" dur="500" fill="hold"/>
                                        <p:tgtEl>
                                          <p:spTgt spid="69"/>
                                        </p:tgtEl>
                                        <p:attrNameLst>
                                          <p:attrName>stroke.on</p:attrName>
                                        </p:attrNameLst>
                                      </p:cBhvr>
                                      <p:to>
                                        <p:strVal val="true"/>
                                      </p:to>
                                    </p:set>
                                  </p:childTnLst>
                                </p:cTn>
                              </p:par>
                            </p:childTnLst>
                          </p:cTn>
                        </p:par>
                      </p:childTnLst>
                    </p:cTn>
                  </p:par>
                  <p:par>
                    <p:cTn id="185" fill="hold">
                      <p:stCondLst>
                        <p:cond delay="indefinite"/>
                      </p:stCondLst>
                      <p:childTnLst>
                        <p:par>
                          <p:cTn id="186" fill="hold">
                            <p:stCondLst>
                              <p:cond delay="0"/>
                            </p:stCondLst>
                            <p:childTnLst>
                              <p:par>
                                <p:cTn id="187" presetID="1" presetClass="emph" presetSubtype="2" fill="hold" nodeType="clickEffect">
                                  <p:stCondLst>
                                    <p:cond delay="0"/>
                                  </p:stCondLst>
                                  <p:childTnLst>
                                    <p:animClr clrSpc="rgb" dir="cw">
                                      <p:cBhvr>
                                        <p:cTn id="188" dur="500" fill="hold"/>
                                        <p:tgtEl>
                                          <p:spTgt spid="3"/>
                                        </p:tgtEl>
                                        <p:attrNameLst>
                                          <p:attrName>fillcolor</p:attrName>
                                        </p:attrNameLst>
                                      </p:cBhvr>
                                      <p:to>
                                        <a:srgbClr val="749090"/>
                                      </p:to>
                                    </p:animClr>
                                    <p:set>
                                      <p:cBhvr>
                                        <p:cTn id="189" dur="500" fill="hold"/>
                                        <p:tgtEl>
                                          <p:spTgt spid="3"/>
                                        </p:tgtEl>
                                        <p:attrNameLst>
                                          <p:attrName>fill.type</p:attrName>
                                        </p:attrNameLst>
                                      </p:cBhvr>
                                      <p:to>
                                        <p:strVal val="solid"/>
                                      </p:to>
                                    </p:set>
                                    <p:set>
                                      <p:cBhvr>
                                        <p:cTn id="190" dur="500" fill="hold"/>
                                        <p:tgtEl>
                                          <p:spTgt spid="3"/>
                                        </p:tgtEl>
                                        <p:attrNameLst>
                                          <p:attrName>fill.on</p:attrName>
                                        </p:attrNameLst>
                                      </p:cBhvr>
                                      <p:to>
                                        <p:strVal val="true"/>
                                      </p:to>
                                    </p:set>
                                  </p:childTnLst>
                                </p:cTn>
                              </p:par>
                              <p:par>
                                <p:cTn id="191" presetID="1" presetClass="emph" presetSubtype="2" fill="hold" nodeType="withEffect">
                                  <p:stCondLst>
                                    <p:cond delay="0"/>
                                  </p:stCondLst>
                                  <p:childTnLst>
                                    <p:animClr clrSpc="rgb" dir="cw">
                                      <p:cBhvr>
                                        <p:cTn id="192" dur="500" fill="hold"/>
                                        <p:tgtEl>
                                          <p:spTgt spid="44"/>
                                        </p:tgtEl>
                                        <p:attrNameLst>
                                          <p:attrName>fillcolor</p:attrName>
                                        </p:attrNameLst>
                                      </p:cBhvr>
                                      <p:to>
                                        <a:srgbClr val="749090"/>
                                      </p:to>
                                    </p:animClr>
                                    <p:set>
                                      <p:cBhvr>
                                        <p:cTn id="193" dur="500" fill="hold"/>
                                        <p:tgtEl>
                                          <p:spTgt spid="44"/>
                                        </p:tgtEl>
                                        <p:attrNameLst>
                                          <p:attrName>fill.type</p:attrName>
                                        </p:attrNameLst>
                                      </p:cBhvr>
                                      <p:to>
                                        <p:strVal val="solid"/>
                                      </p:to>
                                    </p:set>
                                    <p:set>
                                      <p:cBhvr>
                                        <p:cTn id="194" dur="500" fill="hold"/>
                                        <p:tgtEl>
                                          <p:spTgt spid="44"/>
                                        </p:tgtEl>
                                        <p:attrNameLst>
                                          <p:attrName>fill.on</p:attrName>
                                        </p:attrNameLst>
                                      </p:cBhvr>
                                      <p:to>
                                        <p:strVal val="true"/>
                                      </p:to>
                                    </p:set>
                                  </p:childTnLst>
                                </p:cTn>
                              </p:par>
                              <p:par>
                                <p:cTn id="195" presetID="7" presetClass="emph" presetSubtype="2" fill="hold" nodeType="withEffect">
                                  <p:stCondLst>
                                    <p:cond delay="0"/>
                                  </p:stCondLst>
                                  <p:childTnLst>
                                    <p:animClr clrSpc="rgb" dir="cw">
                                      <p:cBhvr>
                                        <p:cTn id="196" dur="500" fill="hold"/>
                                        <p:tgtEl>
                                          <p:spTgt spid="73"/>
                                        </p:tgtEl>
                                        <p:attrNameLst>
                                          <p:attrName>stroke.color</p:attrName>
                                        </p:attrNameLst>
                                      </p:cBhvr>
                                      <p:to>
                                        <a:srgbClr val="749090"/>
                                      </p:to>
                                    </p:animClr>
                                    <p:set>
                                      <p:cBhvr>
                                        <p:cTn id="197" dur="500" fill="hold"/>
                                        <p:tgtEl>
                                          <p:spTgt spid="73"/>
                                        </p:tgtEl>
                                        <p:attrNameLst>
                                          <p:attrName>stroke.on</p:attrName>
                                        </p:attrNameLst>
                                      </p:cBhvr>
                                      <p:to>
                                        <p:strVal val="true"/>
                                      </p:to>
                                    </p:set>
                                  </p:childTnLst>
                                </p:cTn>
                              </p:par>
                              <p:par>
                                <p:cTn id="198" presetID="7" presetClass="emph" presetSubtype="2" fill="hold" nodeType="withEffect">
                                  <p:stCondLst>
                                    <p:cond delay="0"/>
                                  </p:stCondLst>
                                  <p:childTnLst>
                                    <p:animClr clrSpc="rgb" dir="cw">
                                      <p:cBhvr>
                                        <p:cTn id="199" dur="500" fill="hold"/>
                                        <p:tgtEl>
                                          <p:spTgt spid="69"/>
                                        </p:tgtEl>
                                        <p:attrNameLst>
                                          <p:attrName>stroke.color</p:attrName>
                                        </p:attrNameLst>
                                      </p:cBhvr>
                                      <p:to>
                                        <a:srgbClr val="749090"/>
                                      </p:to>
                                    </p:animClr>
                                    <p:set>
                                      <p:cBhvr>
                                        <p:cTn id="200" dur="500" fill="hold"/>
                                        <p:tgtEl>
                                          <p:spTgt spid="69"/>
                                        </p:tgtEl>
                                        <p:attrNameLst>
                                          <p:attrName>stroke.on</p:attrName>
                                        </p:attrNameLst>
                                      </p:cBhvr>
                                      <p:to>
                                        <p:strVal val="true"/>
                                      </p:to>
                                    </p:set>
                                  </p:childTnLst>
                                </p:cTn>
                              </p:par>
                            </p:childTnLst>
                          </p:cTn>
                        </p:par>
                      </p:childTnLst>
                    </p:cTn>
                  </p:par>
                  <p:par>
                    <p:cTn id="201" fill="hold">
                      <p:stCondLst>
                        <p:cond delay="indefinite"/>
                      </p:stCondLst>
                      <p:childTnLst>
                        <p:par>
                          <p:cTn id="202" fill="hold">
                            <p:stCondLst>
                              <p:cond delay="0"/>
                            </p:stCondLst>
                            <p:childTnLst>
                              <p:par>
                                <p:cTn id="203" presetID="1" presetClass="emph" presetSubtype="2" fill="hold" nodeType="clickEffect">
                                  <p:stCondLst>
                                    <p:cond delay="0"/>
                                  </p:stCondLst>
                                  <p:childTnLst>
                                    <p:animClr clrSpc="rgb" dir="cw">
                                      <p:cBhvr>
                                        <p:cTn id="204" dur="500" fill="hold"/>
                                        <p:tgtEl>
                                          <p:spTgt spid="10"/>
                                        </p:tgtEl>
                                        <p:attrNameLst>
                                          <p:attrName>fillcolor</p:attrName>
                                        </p:attrNameLst>
                                      </p:cBhvr>
                                      <p:to>
                                        <a:srgbClr val="749090"/>
                                      </p:to>
                                    </p:animClr>
                                    <p:set>
                                      <p:cBhvr>
                                        <p:cTn id="205" dur="500" fill="hold"/>
                                        <p:tgtEl>
                                          <p:spTgt spid="10"/>
                                        </p:tgtEl>
                                        <p:attrNameLst>
                                          <p:attrName>fill.type</p:attrName>
                                        </p:attrNameLst>
                                      </p:cBhvr>
                                      <p:to>
                                        <p:strVal val="solid"/>
                                      </p:to>
                                    </p:set>
                                    <p:set>
                                      <p:cBhvr>
                                        <p:cTn id="206" dur="500" fill="hold"/>
                                        <p:tgtEl>
                                          <p:spTgt spid="10"/>
                                        </p:tgtEl>
                                        <p:attrNameLst>
                                          <p:attrName>fill.on</p:attrName>
                                        </p:attrNameLst>
                                      </p:cBhvr>
                                      <p:to>
                                        <p:strVal val="true"/>
                                      </p:to>
                                    </p:set>
                                  </p:childTnLst>
                                </p:cTn>
                              </p:par>
                              <p:par>
                                <p:cTn id="207" presetID="1" presetClass="emph" presetSubtype="2" fill="hold" nodeType="withEffect">
                                  <p:stCondLst>
                                    <p:cond delay="0"/>
                                  </p:stCondLst>
                                  <p:childTnLst>
                                    <p:animClr clrSpc="rgb" dir="cw">
                                      <p:cBhvr>
                                        <p:cTn id="208" dur="500" fill="hold"/>
                                        <p:tgtEl>
                                          <p:spTgt spid="11"/>
                                        </p:tgtEl>
                                        <p:attrNameLst>
                                          <p:attrName>fillcolor</p:attrName>
                                        </p:attrNameLst>
                                      </p:cBhvr>
                                      <p:to>
                                        <a:srgbClr val="00B050"/>
                                      </p:to>
                                    </p:animClr>
                                    <p:set>
                                      <p:cBhvr>
                                        <p:cTn id="209" dur="500" fill="hold"/>
                                        <p:tgtEl>
                                          <p:spTgt spid="11"/>
                                        </p:tgtEl>
                                        <p:attrNameLst>
                                          <p:attrName>fill.type</p:attrName>
                                        </p:attrNameLst>
                                      </p:cBhvr>
                                      <p:to>
                                        <p:strVal val="solid"/>
                                      </p:to>
                                    </p:set>
                                    <p:set>
                                      <p:cBhvr>
                                        <p:cTn id="210" dur="500" fill="hold"/>
                                        <p:tgtEl>
                                          <p:spTgt spid="11"/>
                                        </p:tgtEl>
                                        <p:attrNameLst>
                                          <p:attrName>fill.on</p:attrName>
                                        </p:attrNameLst>
                                      </p:cBhvr>
                                      <p:to>
                                        <p:strVal val="true"/>
                                      </p:to>
                                    </p:set>
                                  </p:childTnLst>
                                </p:cTn>
                              </p:par>
                            </p:childTnLst>
                          </p:cTn>
                        </p:par>
                      </p:childTnLst>
                    </p:cTn>
                  </p:par>
                  <p:par>
                    <p:cTn id="211" fill="hold">
                      <p:stCondLst>
                        <p:cond delay="indefinite"/>
                      </p:stCondLst>
                      <p:childTnLst>
                        <p:par>
                          <p:cTn id="212" fill="hold">
                            <p:stCondLst>
                              <p:cond delay="0"/>
                            </p:stCondLst>
                            <p:childTnLst>
                              <p:par>
                                <p:cTn id="213" presetID="7" presetClass="emph" presetSubtype="2" fill="hold" nodeType="clickEffect">
                                  <p:stCondLst>
                                    <p:cond delay="0"/>
                                  </p:stCondLst>
                                  <p:childTnLst>
                                    <p:animClr clrSpc="rgb" dir="cw">
                                      <p:cBhvr>
                                        <p:cTn id="214" dur="500" fill="hold"/>
                                        <p:tgtEl>
                                          <p:spTgt spid="73"/>
                                        </p:tgtEl>
                                        <p:attrNameLst>
                                          <p:attrName>stroke.color</p:attrName>
                                        </p:attrNameLst>
                                      </p:cBhvr>
                                      <p:to>
                                        <a:srgbClr val="92D050"/>
                                      </p:to>
                                    </p:animClr>
                                    <p:set>
                                      <p:cBhvr>
                                        <p:cTn id="215" dur="500" fill="hold"/>
                                        <p:tgtEl>
                                          <p:spTgt spid="73"/>
                                        </p:tgtEl>
                                        <p:attrNameLst>
                                          <p:attrName>stroke.on</p:attrName>
                                        </p:attrNameLst>
                                      </p:cBhvr>
                                      <p:to>
                                        <p:strVal val="true"/>
                                      </p:to>
                                    </p:set>
                                  </p:childTnLst>
                                </p:cTn>
                              </p:par>
                              <p:par>
                                <p:cTn id="216" presetID="1" presetClass="emph" presetSubtype="2" fill="hold" nodeType="withEffect">
                                  <p:stCondLst>
                                    <p:cond delay="0"/>
                                  </p:stCondLst>
                                  <p:childTnLst>
                                    <p:animClr clrSpc="rgb" dir="cw">
                                      <p:cBhvr>
                                        <p:cTn id="217" dur="500" fill="hold"/>
                                        <p:tgtEl>
                                          <p:spTgt spid="44"/>
                                        </p:tgtEl>
                                        <p:attrNameLst>
                                          <p:attrName>fillcolor</p:attrName>
                                        </p:attrNameLst>
                                      </p:cBhvr>
                                      <p:to>
                                        <a:srgbClr val="92D050"/>
                                      </p:to>
                                    </p:animClr>
                                    <p:set>
                                      <p:cBhvr>
                                        <p:cTn id="218" dur="500" fill="hold"/>
                                        <p:tgtEl>
                                          <p:spTgt spid="44"/>
                                        </p:tgtEl>
                                        <p:attrNameLst>
                                          <p:attrName>fill.type</p:attrName>
                                        </p:attrNameLst>
                                      </p:cBhvr>
                                      <p:to>
                                        <p:strVal val="solid"/>
                                      </p:to>
                                    </p:set>
                                    <p:set>
                                      <p:cBhvr>
                                        <p:cTn id="219" dur="500" fill="hold"/>
                                        <p:tgtEl>
                                          <p:spTgt spid="44"/>
                                        </p:tgtEl>
                                        <p:attrNameLst>
                                          <p:attrName>fill.on</p:attrName>
                                        </p:attrNameLst>
                                      </p:cBhvr>
                                      <p:to>
                                        <p:strVal val="true"/>
                                      </p:to>
                                    </p:set>
                                  </p:childTnLst>
                                </p:cTn>
                              </p:par>
                            </p:childTnLst>
                          </p:cTn>
                        </p:par>
                      </p:childTnLst>
                    </p:cTn>
                  </p:par>
                  <p:par>
                    <p:cTn id="220" fill="hold">
                      <p:stCondLst>
                        <p:cond delay="indefinite"/>
                      </p:stCondLst>
                      <p:childTnLst>
                        <p:par>
                          <p:cTn id="221" fill="hold">
                            <p:stCondLst>
                              <p:cond delay="0"/>
                            </p:stCondLst>
                            <p:childTnLst>
                              <p:par>
                                <p:cTn id="222" presetID="1" presetClass="emph" presetSubtype="2" fill="hold" grpId="0" nodeType="clickEffect">
                                  <p:stCondLst>
                                    <p:cond delay="0"/>
                                  </p:stCondLst>
                                  <p:childTnLst>
                                    <p:animClr clrSpc="rgb" dir="cw">
                                      <p:cBhvr>
                                        <p:cTn id="223" dur="500" fill="hold"/>
                                        <p:tgtEl>
                                          <p:spTgt spid="49"/>
                                        </p:tgtEl>
                                        <p:attrNameLst>
                                          <p:attrName>fillcolor</p:attrName>
                                        </p:attrNameLst>
                                      </p:cBhvr>
                                      <p:to>
                                        <a:srgbClr val="00B050"/>
                                      </p:to>
                                    </p:animClr>
                                    <p:set>
                                      <p:cBhvr>
                                        <p:cTn id="224" dur="500" fill="hold"/>
                                        <p:tgtEl>
                                          <p:spTgt spid="49"/>
                                        </p:tgtEl>
                                        <p:attrNameLst>
                                          <p:attrName>fill.type</p:attrName>
                                        </p:attrNameLst>
                                      </p:cBhvr>
                                      <p:to>
                                        <p:strVal val="solid"/>
                                      </p:to>
                                    </p:set>
                                    <p:set>
                                      <p:cBhvr>
                                        <p:cTn id="225" dur="500" fill="hold"/>
                                        <p:tgtEl>
                                          <p:spTgt spid="49"/>
                                        </p:tgtEl>
                                        <p:attrNameLst>
                                          <p:attrName>fill.on</p:attrName>
                                        </p:attrNameLst>
                                      </p:cBhvr>
                                      <p:to>
                                        <p:strVal val="true"/>
                                      </p:to>
                                    </p:set>
                                  </p:childTnLst>
                                </p:cTn>
                              </p:par>
                            </p:childTnLst>
                          </p:cTn>
                        </p:par>
                      </p:childTnLst>
                    </p:cTn>
                  </p:par>
                  <p:par>
                    <p:cTn id="226" fill="hold">
                      <p:stCondLst>
                        <p:cond delay="indefinite"/>
                      </p:stCondLst>
                      <p:childTnLst>
                        <p:par>
                          <p:cTn id="227" fill="hold">
                            <p:stCondLst>
                              <p:cond delay="0"/>
                            </p:stCondLst>
                            <p:childTnLst>
                              <p:par>
                                <p:cTn id="228" presetID="1" presetClass="emph" presetSubtype="2" fill="hold" nodeType="clickEffect">
                                  <p:stCondLst>
                                    <p:cond delay="0"/>
                                  </p:stCondLst>
                                  <p:childTnLst>
                                    <p:animClr clrSpc="rgb" dir="cw">
                                      <p:cBhvr>
                                        <p:cTn id="229" dur="500" fill="hold"/>
                                        <p:tgtEl>
                                          <p:spTgt spid="48"/>
                                        </p:tgtEl>
                                        <p:attrNameLst>
                                          <p:attrName>fillcolor</p:attrName>
                                        </p:attrNameLst>
                                      </p:cBhvr>
                                      <p:to>
                                        <a:srgbClr val="749090"/>
                                      </p:to>
                                    </p:animClr>
                                    <p:set>
                                      <p:cBhvr>
                                        <p:cTn id="230" dur="500" fill="hold"/>
                                        <p:tgtEl>
                                          <p:spTgt spid="48"/>
                                        </p:tgtEl>
                                        <p:attrNameLst>
                                          <p:attrName>fill.type</p:attrName>
                                        </p:attrNameLst>
                                      </p:cBhvr>
                                      <p:to>
                                        <p:strVal val="solid"/>
                                      </p:to>
                                    </p:set>
                                    <p:set>
                                      <p:cBhvr>
                                        <p:cTn id="231" dur="500" fill="hold"/>
                                        <p:tgtEl>
                                          <p:spTgt spid="48"/>
                                        </p:tgtEl>
                                        <p:attrNameLst>
                                          <p:attrName>fill.on</p:attrName>
                                        </p:attrNameLst>
                                      </p:cBhvr>
                                      <p:to>
                                        <p:strVal val="true"/>
                                      </p:to>
                                    </p:set>
                                  </p:childTnLst>
                                </p:cTn>
                              </p:par>
                              <p:par>
                                <p:cTn id="232" presetID="1" presetClass="emph" presetSubtype="2" fill="hold" nodeType="withEffect">
                                  <p:stCondLst>
                                    <p:cond delay="0"/>
                                  </p:stCondLst>
                                  <p:childTnLst>
                                    <p:animClr clrSpc="rgb" dir="cw">
                                      <p:cBhvr>
                                        <p:cTn id="233" dur="500" fill="hold"/>
                                        <p:tgtEl>
                                          <p:spTgt spid="44"/>
                                        </p:tgtEl>
                                        <p:attrNameLst>
                                          <p:attrName>fillcolor</p:attrName>
                                        </p:attrNameLst>
                                      </p:cBhvr>
                                      <p:to>
                                        <a:srgbClr val="749090"/>
                                      </p:to>
                                    </p:animClr>
                                    <p:set>
                                      <p:cBhvr>
                                        <p:cTn id="234" dur="500" fill="hold"/>
                                        <p:tgtEl>
                                          <p:spTgt spid="44"/>
                                        </p:tgtEl>
                                        <p:attrNameLst>
                                          <p:attrName>fill.type</p:attrName>
                                        </p:attrNameLst>
                                      </p:cBhvr>
                                      <p:to>
                                        <p:strVal val="solid"/>
                                      </p:to>
                                    </p:set>
                                    <p:set>
                                      <p:cBhvr>
                                        <p:cTn id="235" dur="500" fill="hold"/>
                                        <p:tgtEl>
                                          <p:spTgt spid="44"/>
                                        </p:tgtEl>
                                        <p:attrNameLst>
                                          <p:attrName>fill.on</p:attrName>
                                        </p:attrNameLst>
                                      </p:cBhvr>
                                      <p:to>
                                        <p:strVal val="true"/>
                                      </p:to>
                                    </p:set>
                                  </p:childTnLst>
                                </p:cTn>
                              </p:par>
                              <p:par>
                                <p:cTn id="236" presetID="7" presetClass="emph" presetSubtype="2" fill="hold" nodeType="withEffect">
                                  <p:stCondLst>
                                    <p:cond delay="0"/>
                                  </p:stCondLst>
                                  <p:childTnLst>
                                    <p:animClr clrSpc="rgb" dir="cw">
                                      <p:cBhvr>
                                        <p:cTn id="237" dur="500" fill="hold"/>
                                        <p:tgtEl>
                                          <p:spTgt spid="73"/>
                                        </p:tgtEl>
                                        <p:attrNameLst>
                                          <p:attrName>stroke.color</p:attrName>
                                        </p:attrNameLst>
                                      </p:cBhvr>
                                      <p:to>
                                        <a:srgbClr val="749090"/>
                                      </p:to>
                                    </p:animClr>
                                    <p:set>
                                      <p:cBhvr>
                                        <p:cTn id="238" dur="500" fill="hold"/>
                                        <p:tgtEl>
                                          <p:spTgt spid="73"/>
                                        </p:tgtEl>
                                        <p:attrNameLst>
                                          <p:attrName>stroke.on</p:attrName>
                                        </p:attrNameLst>
                                      </p:cBhvr>
                                      <p:to>
                                        <p:strVal val="true"/>
                                      </p:to>
                                    </p:set>
                                  </p:childTnLst>
                                </p:cTn>
                              </p:par>
                            </p:childTnLst>
                          </p:cTn>
                        </p:par>
                      </p:childTnLst>
                    </p:cTn>
                  </p:par>
                  <p:par>
                    <p:cTn id="239" fill="hold">
                      <p:stCondLst>
                        <p:cond delay="indefinite"/>
                      </p:stCondLst>
                      <p:childTnLst>
                        <p:par>
                          <p:cTn id="240" fill="hold">
                            <p:stCondLst>
                              <p:cond delay="0"/>
                            </p:stCondLst>
                            <p:childTnLst>
                              <p:par>
                                <p:cTn id="241" presetID="1" presetClass="emph" presetSubtype="2" fill="hold" nodeType="clickEffect">
                                  <p:stCondLst>
                                    <p:cond delay="0"/>
                                  </p:stCondLst>
                                  <p:childTnLst>
                                    <p:animClr clrSpc="rgb" dir="cw">
                                      <p:cBhvr>
                                        <p:cTn id="242" dur="500" fill="hold"/>
                                        <p:tgtEl>
                                          <p:spTgt spid="43"/>
                                        </p:tgtEl>
                                        <p:attrNameLst>
                                          <p:attrName>fillcolor</p:attrName>
                                        </p:attrNameLst>
                                      </p:cBhvr>
                                      <p:to>
                                        <a:srgbClr val="92D050"/>
                                      </p:to>
                                    </p:animClr>
                                    <p:set>
                                      <p:cBhvr>
                                        <p:cTn id="243" dur="500" fill="hold"/>
                                        <p:tgtEl>
                                          <p:spTgt spid="43"/>
                                        </p:tgtEl>
                                        <p:attrNameLst>
                                          <p:attrName>fill.type</p:attrName>
                                        </p:attrNameLst>
                                      </p:cBhvr>
                                      <p:to>
                                        <p:strVal val="solid"/>
                                      </p:to>
                                    </p:set>
                                    <p:set>
                                      <p:cBhvr>
                                        <p:cTn id="244" dur="500" fill="hold"/>
                                        <p:tgtEl>
                                          <p:spTgt spid="43"/>
                                        </p:tgtEl>
                                        <p:attrNameLst>
                                          <p:attrName>fill.on</p:attrName>
                                        </p:attrNameLst>
                                      </p:cBhvr>
                                      <p:to>
                                        <p:strVal val="true"/>
                                      </p:to>
                                    </p:set>
                                  </p:childTnLst>
                                </p:cTn>
                              </p:par>
                              <p:par>
                                <p:cTn id="245" presetID="7" presetClass="emph" presetSubtype="2" fill="hold" nodeType="withEffect">
                                  <p:stCondLst>
                                    <p:cond delay="0"/>
                                  </p:stCondLst>
                                  <p:childTnLst>
                                    <p:animClr clrSpc="rgb" dir="cw">
                                      <p:cBhvr>
                                        <p:cTn id="246" dur="500" fill="hold"/>
                                        <p:tgtEl>
                                          <p:spTgt spid="74"/>
                                        </p:tgtEl>
                                        <p:attrNameLst>
                                          <p:attrName>stroke.color</p:attrName>
                                        </p:attrNameLst>
                                      </p:cBhvr>
                                      <p:to>
                                        <a:srgbClr val="92D050"/>
                                      </p:to>
                                    </p:animClr>
                                    <p:set>
                                      <p:cBhvr>
                                        <p:cTn id="247" dur="500" fill="hold"/>
                                        <p:tgtEl>
                                          <p:spTgt spid="74"/>
                                        </p:tgtEl>
                                        <p:attrNameLst>
                                          <p:attrName>stroke.on</p:attrName>
                                        </p:attrNameLst>
                                      </p:cBhvr>
                                      <p:to>
                                        <p:strVal val="true"/>
                                      </p:to>
                                    </p:set>
                                  </p:childTnLst>
                                </p:cTn>
                              </p:par>
                            </p:childTnLst>
                          </p:cTn>
                        </p:par>
                      </p:childTnLst>
                    </p:cTn>
                  </p:par>
                  <p:par>
                    <p:cTn id="248" fill="hold">
                      <p:stCondLst>
                        <p:cond delay="indefinite"/>
                      </p:stCondLst>
                      <p:childTnLst>
                        <p:par>
                          <p:cTn id="249" fill="hold">
                            <p:stCondLst>
                              <p:cond delay="0"/>
                            </p:stCondLst>
                            <p:childTnLst>
                              <p:par>
                                <p:cTn id="250" presetID="7" presetClass="emph" presetSubtype="2" fill="hold" nodeType="clickEffect">
                                  <p:stCondLst>
                                    <p:cond delay="0"/>
                                  </p:stCondLst>
                                  <p:childTnLst>
                                    <p:animClr clrSpc="rgb" dir="cw">
                                      <p:cBhvr>
                                        <p:cTn id="251" dur="500" fill="hold"/>
                                        <p:tgtEl>
                                          <p:spTgt spid="67"/>
                                        </p:tgtEl>
                                        <p:attrNameLst>
                                          <p:attrName>stroke.color</p:attrName>
                                        </p:attrNameLst>
                                      </p:cBhvr>
                                      <p:to>
                                        <a:srgbClr val="92D050"/>
                                      </p:to>
                                    </p:animClr>
                                    <p:set>
                                      <p:cBhvr>
                                        <p:cTn id="252" dur="500" fill="hold"/>
                                        <p:tgtEl>
                                          <p:spTgt spid="67"/>
                                        </p:tgtEl>
                                        <p:attrNameLst>
                                          <p:attrName>stroke.on</p:attrName>
                                        </p:attrNameLst>
                                      </p:cBhvr>
                                      <p:to>
                                        <p:strVal val="true"/>
                                      </p:to>
                                    </p:set>
                                  </p:childTnLst>
                                </p:cTn>
                              </p:par>
                              <p:par>
                                <p:cTn id="253" presetID="1" presetClass="emph" presetSubtype="2" fill="hold" nodeType="withEffect">
                                  <p:stCondLst>
                                    <p:cond delay="0"/>
                                  </p:stCondLst>
                                  <p:childTnLst>
                                    <p:animClr clrSpc="rgb" dir="cw">
                                      <p:cBhvr>
                                        <p:cTn id="254" dur="500" fill="hold"/>
                                        <p:tgtEl>
                                          <p:spTgt spid="3"/>
                                        </p:tgtEl>
                                        <p:attrNameLst>
                                          <p:attrName>fillcolor</p:attrName>
                                        </p:attrNameLst>
                                      </p:cBhvr>
                                      <p:to>
                                        <a:srgbClr val="92D050"/>
                                      </p:to>
                                    </p:animClr>
                                    <p:set>
                                      <p:cBhvr>
                                        <p:cTn id="255" dur="500" fill="hold"/>
                                        <p:tgtEl>
                                          <p:spTgt spid="3"/>
                                        </p:tgtEl>
                                        <p:attrNameLst>
                                          <p:attrName>fill.type</p:attrName>
                                        </p:attrNameLst>
                                      </p:cBhvr>
                                      <p:to>
                                        <p:strVal val="solid"/>
                                      </p:to>
                                    </p:set>
                                    <p:set>
                                      <p:cBhvr>
                                        <p:cTn id="256" dur="500" fill="hold"/>
                                        <p:tgtEl>
                                          <p:spTgt spid="3"/>
                                        </p:tgtEl>
                                        <p:attrNameLst>
                                          <p:attrName>fill.on</p:attrName>
                                        </p:attrNameLst>
                                      </p:cBhvr>
                                      <p:to>
                                        <p:strVal val="true"/>
                                      </p:to>
                                    </p:set>
                                  </p:childTnLst>
                                </p:cTn>
                              </p:par>
                            </p:childTnLst>
                          </p:cTn>
                        </p:par>
                      </p:childTnLst>
                    </p:cTn>
                  </p:par>
                  <p:par>
                    <p:cTn id="257" fill="hold">
                      <p:stCondLst>
                        <p:cond delay="indefinite"/>
                      </p:stCondLst>
                      <p:childTnLst>
                        <p:par>
                          <p:cTn id="258" fill="hold">
                            <p:stCondLst>
                              <p:cond delay="0"/>
                            </p:stCondLst>
                            <p:childTnLst>
                              <p:par>
                                <p:cTn id="259" presetID="7" presetClass="emph" presetSubtype="2" fill="hold" nodeType="clickEffect">
                                  <p:stCondLst>
                                    <p:cond delay="0"/>
                                  </p:stCondLst>
                                  <p:childTnLst>
                                    <p:animClr clrSpc="rgb" dir="cw">
                                      <p:cBhvr>
                                        <p:cTn id="260" dur="500" fill="hold"/>
                                        <p:tgtEl>
                                          <p:spTgt spid="74"/>
                                        </p:tgtEl>
                                        <p:attrNameLst>
                                          <p:attrName>stroke.color</p:attrName>
                                        </p:attrNameLst>
                                      </p:cBhvr>
                                      <p:to>
                                        <a:srgbClr val="749090"/>
                                      </p:to>
                                    </p:animClr>
                                    <p:set>
                                      <p:cBhvr>
                                        <p:cTn id="261" dur="500" fill="hold"/>
                                        <p:tgtEl>
                                          <p:spTgt spid="74"/>
                                        </p:tgtEl>
                                        <p:attrNameLst>
                                          <p:attrName>stroke.on</p:attrName>
                                        </p:attrNameLst>
                                      </p:cBhvr>
                                      <p:to>
                                        <p:strVal val="true"/>
                                      </p:to>
                                    </p:set>
                                  </p:childTnLst>
                                </p:cTn>
                              </p:par>
                              <p:par>
                                <p:cTn id="262" presetID="7" presetClass="emph" presetSubtype="2" fill="hold" nodeType="withEffect">
                                  <p:stCondLst>
                                    <p:cond delay="0"/>
                                  </p:stCondLst>
                                  <p:childTnLst>
                                    <p:animClr clrSpc="rgb" dir="cw">
                                      <p:cBhvr>
                                        <p:cTn id="263" dur="500" fill="hold"/>
                                        <p:tgtEl>
                                          <p:spTgt spid="67"/>
                                        </p:tgtEl>
                                        <p:attrNameLst>
                                          <p:attrName>stroke.color</p:attrName>
                                        </p:attrNameLst>
                                      </p:cBhvr>
                                      <p:to>
                                        <a:srgbClr val="749090"/>
                                      </p:to>
                                    </p:animClr>
                                    <p:set>
                                      <p:cBhvr>
                                        <p:cTn id="264" dur="500" fill="hold"/>
                                        <p:tgtEl>
                                          <p:spTgt spid="67"/>
                                        </p:tgtEl>
                                        <p:attrNameLst>
                                          <p:attrName>stroke.on</p:attrName>
                                        </p:attrNameLst>
                                      </p:cBhvr>
                                      <p:to>
                                        <p:strVal val="true"/>
                                      </p:to>
                                    </p:set>
                                  </p:childTnLst>
                                </p:cTn>
                              </p:par>
                              <p:par>
                                <p:cTn id="265" presetID="1" presetClass="emph" presetSubtype="2" fill="hold" nodeType="withEffect">
                                  <p:stCondLst>
                                    <p:cond delay="0"/>
                                  </p:stCondLst>
                                  <p:childTnLst>
                                    <p:animClr clrSpc="rgb" dir="cw">
                                      <p:cBhvr>
                                        <p:cTn id="266" dur="500" fill="hold"/>
                                        <p:tgtEl>
                                          <p:spTgt spid="43"/>
                                        </p:tgtEl>
                                        <p:attrNameLst>
                                          <p:attrName>fillcolor</p:attrName>
                                        </p:attrNameLst>
                                      </p:cBhvr>
                                      <p:to>
                                        <a:srgbClr val="749090"/>
                                      </p:to>
                                    </p:animClr>
                                    <p:set>
                                      <p:cBhvr>
                                        <p:cTn id="267" dur="500" fill="hold"/>
                                        <p:tgtEl>
                                          <p:spTgt spid="43"/>
                                        </p:tgtEl>
                                        <p:attrNameLst>
                                          <p:attrName>fill.type</p:attrName>
                                        </p:attrNameLst>
                                      </p:cBhvr>
                                      <p:to>
                                        <p:strVal val="solid"/>
                                      </p:to>
                                    </p:set>
                                    <p:set>
                                      <p:cBhvr>
                                        <p:cTn id="268" dur="500" fill="hold"/>
                                        <p:tgtEl>
                                          <p:spTgt spid="43"/>
                                        </p:tgtEl>
                                        <p:attrNameLst>
                                          <p:attrName>fill.on</p:attrName>
                                        </p:attrNameLst>
                                      </p:cBhvr>
                                      <p:to>
                                        <p:strVal val="true"/>
                                      </p:to>
                                    </p:set>
                                  </p:childTnLst>
                                </p:cTn>
                              </p:par>
                              <p:par>
                                <p:cTn id="269" presetID="1" presetClass="emph" presetSubtype="2" fill="hold" nodeType="withEffect">
                                  <p:stCondLst>
                                    <p:cond delay="0"/>
                                  </p:stCondLst>
                                  <p:childTnLst>
                                    <p:animClr clrSpc="rgb" dir="cw">
                                      <p:cBhvr>
                                        <p:cTn id="270" dur="500" fill="hold"/>
                                        <p:tgtEl>
                                          <p:spTgt spid="3"/>
                                        </p:tgtEl>
                                        <p:attrNameLst>
                                          <p:attrName>fillcolor</p:attrName>
                                        </p:attrNameLst>
                                      </p:cBhvr>
                                      <p:to>
                                        <a:srgbClr val="749090"/>
                                      </p:to>
                                    </p:animClr>
                                    <p:set>
                                      <p:cBhvr>
                                        <p:cTn id="271" dur="500" fill="hold"/>
                                        <p:tgtEl>
                                          <p:spTgt spid="3"/>
                                        </p:tgtEl>
                                        <p:attrNameLst>
                                          <p:attrName>fill.type</p:attrName>
                                        </p:attrNameLst>
                                      </p:cBhvr>
                                      <p:to>
                                        <p:strVal val="solid"/>
                                      </p:to>
                                    </p:set>
                                    <p:set>
                                      <p:cBhvr>
                                        <p:cTn id="272" dur="500" fill="hold"/>
                                        <p:tgtEl>
                                          <p:spTgt spid="3"/>
                                        </p:tgtEl>
                                        <p:attrNameLst>
                                          <p:attrName>fill.on</p:attrName>
                                        </p:attrNameLst>
                                      </p:cBhvr>
                                      <p:to>
                                        <p:strVal val="true"/>
                                      </p:to>
                                    </p:set>
                                  </p:childTnLst>
                                </p:cTn>
                              </p:par>
                            </p:childTnLst>
                          </p:cTn>
                        </p:par>
                      </p:childTnLst>
                    </p:cTn>
                  </p:par>
                  <p:par>
                    <p:cTn id="273" fill="hold">
                      <p:stCondLst>
                        <p:cond delay="indefinite"/>
                      </p:stCondLst>
                      <p:childTnLst>
                        <p:par>
                          <p:cTn id="274" fill="hold">
                            <p:stCondLst>
                              <p:cond delay="0"/>
                            </p:stCondLst>
                            <p:childTnLst>
                              <p:par>
                                <p:cTn id="275" presetID="1" presetClass="emph" presetSubtype="2" fill="hold" nodeType="clickEffect">
                                  <p:stCondLst>
                                    <p:cond delay="0"/>
                                  </p:stCondLst>
                                  <p:childTnLst>
                                    <p:animClr clrSpc="rgb" dir="cw">
                                      <p:cBhvr>
                                        <p:cTn id="276" dur="500" fill="hold"/>
                                        <p:tgtEl>
                                          <p:spTgt spid="11"/>
                                        </p:tgtEl>
                                        <p:attrNameLst>
                                          <p:attrName>fillcolor</p:attrName>
                                        </p:attrNameLst>
                                      </p:cBhvr>
                                      <p:to>
                                        <a:srgbClr val="749090"/>
                                      </p:to>
                                    </p:animClr>
                                    <p:set>
                                      <p:cBhvr>
                                        <p:cTn id="277" dur="500" fill="hold"/>
                                        <p:tgtEl>
                                          <p:spTgt spid="11"/>
                                        </p:tgtEl>
                                        <p:attrNameLst>
                                          <p:attrName>fill.type</p:attrName>
                                        </p:attrNameLst>
                                      </p:cBhvr>
                                      <p:to>
                                        <p:strVal val="solid"/>
                                      </p:to>
                                    </p:set>
                                    <p:set>
                                      <p:cBhvr>
                                        <p:cTn id="278" dur="500" fill="hold"/>
                                        <p:tgtEl>
                                          <p:spTgt spid="11"/>
                                        </p:tgtEl>
                                        <p:attrNameLst>
                                          <p:attrName>fill.on</p:attrName>
                                        </p:attrNameLst>
                                      </p:cBhvr>
                                      <p:to>
                                        <p:strVal val="true"/>
                                      </p:to>
                                    </p:set>
                                  </p:childTnLst>
                                </p:cTn>
                              </p:par>
                              <p:par>
                                <p:cTn id="279" presetID="1" presetClass="emph" presetSubtype="2" fill="hold" nodeType="withEffect">
                                  <p:stCondLst>
                                    <p:cond delay="0"/>
                                  </p:stCondLst>
                                  <p:childTnLst>
                                    <p:animClr clrSpc="rgb" dir="cw">
                                      <p:cBhvr>
                                        <p:cTn id="280" dur="500" fill="hold"/>
                                        <p:tgtEl>
                                          <p:spTgt spid="12"/>
                                        </p:tgtEl>
                                        <p:attrNameLst>
                                          <p:attrName>fillcolor</p:attrName>
                                        </p:attrNameLst>
                                      </p:cBhvr>
                                      <p:to>
                                        <a:srgbClr val="00B050"/>
                                      </p:to>
                                    </p:animClr>
                                    <p:set>
                                      <p:cBhvr>
                                        <p:cTn id="281" dur="500" fill="hold"/>
                                        <p:tgtEl>
                                          <p:spTgt spid="12"/>
                                        </p:tgtEl>
                                        <p:attrNameLst>
                                          <p:attrName>fill.type</p:attrName>
                                        </p:attrNameLst>
                                      </p:cBhvr>
                                      <p:to>
                                        <p:strVal val="solid"/>
                                      </p:to>
                                    </p:set>
                                    <p:set>
                                      <p:cBhvr>
                                        <p:cTn id="282" dur="500" fill="hold"/>
                                        <p:tgtEl>
                                          <p:spTgt spid="12"/>
                                        </p:tgtEl>
                                        <p:attrNameLst>
                                          <p:attrName>fill.on</p:attrName>
                                        </p:attrNameLst>
                                      </p:cBhvr>
                                      <p:to>
                                        <p:strVal val="true"/>
                                      </p:to>
                                    </p:set>
                                  </p:childTnLst>
                                </p:cTn>
                              </p:par>
                            </p:childTnLst>
                          </p:cTn>
                        </p:par>
                      </p:childTnLst>
                    </p:cTn>
                  </p:par>
                  <p:par>
                    <p:cTn id="283" fill="hold">
                      <p:stCondLst>
                        <p:cond delay="indefinite"/>
                      </p:stCondLst>
                      <p:childTnLst>
                        <p:par>
                          <p:cTn id="284" fill="hold">
                            <p:stCondLst>
                              <p:cond delay="0"/>
                            </p:stCondLst>
                            <p:childTnLst>
                              <p:par>
                                <p:cTn id="285" presetID="1" presetClass="emph" presetSubtype="2" fill="hold" nodeType="clickEffect">
                                  <p:stCondLst>
                                    <p:cond delay="0"/>
                                  </p:stCondLst>
                                  <p:childTnLst>
                                    <p:animClr clrSpc="rgb" dir="cw">
                                      <p:cBhvr>
                                        <p:cTn id="286" dur="500" fill="hold"/>
                                        <p:tgtEl>
                                          <p:spTgt spid="49"/>
                                        </p:tgtEl>
                                        <p:attrNameLst>
                                          <p:attrName>fillcolor</p:attrName>
                                        </p:attrNameLst>
                                      </p:cBhvr>
                                      <p:to>
                                        <a:srgbClr val="749090"/>
                                      </p:to>
                                    </p:animClr>
                                    <p:set>
                                      <p:cBhvr>
                                        <p:cTn id="287" dur="500" fill="hold"/>
                                        <p:tgtEl>
                                          <p:spTgt spid="49"/>
                                        </p:tgtEl>
                                        <p:attrNameLst>
                                          <p:attrName>fill.type</p:attrName>
                                        </p:attrNameLst>
                                      </p:cBhvr>
                                      <p:to>
                                        <p:strVal val="solid"/>
                                      </p:to>
                                    </p:set>
                                    <p:set>
                                      <p:cBhvr>
                                        <p:cTn id="288" dur="500" fill="hold"/>
                                        <p:tgtEl>
                                          <p:spTgt spid="49"/>
                                        </p:tgtEl>
                                        <p:attrNameLst>
                                          <p:attrName>fill.on</p:attrName>
                                        </p:attrNameLst>
                                      </p:cBhvr>
                                      <p:to>
                                        <p:strVal val="true"/>
                                      </p:to>
                                    </p:set>
                                  </p:childTnLst>
                                </p:cTn>
                              </p:par>
                              <p:par>
                                <p:cTn id="289" presetID="1" presetClass="emph" presetSubtype="2" fill="hold" nodeType="withEffect">
                                  <p:stCondLst>
                                    <p:cond delay="0"/>
                                  </p:stCondLst>
                                  <p:childTnLst>
                                    <p:animClr clrSpc="rgb" dir="cw">
                                      <p:cBhvr>
                                        <p:cTn id="290" dur="500" fill="hold"/>
                                        <p:tgtEl>
                                          <p:spTgt spid="50"/>
                                        </p:tgtEl>
                                        <p:attrNameLst>
                                          <p:attrName>fillcolor</p:attrName>
                                        </p:attrNameLst>
                                      </p:cBhvr>
                                      <p:to>
                                        <a:srgbClr val="00B050"/>
                                      </p:to>
                                    </p:animClr>
                                    <p:set>
                                      <p:cBhvr>
                                        <p:cTn id="291" dur="500" fill="hold"/>
                                        <p:tgtEl>
                                          <p:spTgt spid="50"/>
                                        </p:tgtEl>
                                        <p:attrNameLst>
                                          <p:attrName>fill.type</p:attrName>
                                        </p:attrNameLst>
                                      </p:cBhvr>
                                      <p:to>
                                        <p:strVal val="solid"/>
                                      </p:to>
                                    </p:set>
                                    <p:set>
                                      <p:cBhvr>
                                        <p:cTn id="292" dur="500" fill="hold"/>
                                        <p:tgtEl>
                                          <p:spTgt spid="50"/>
                                        </p:tgtEl>
                                        <p:attrNameLst>
                                          <p:attrName>fill.on</p:attrName>
                                        </p:attrNameLst>
                                      </p:cBhvr>
                                      <p:to>
                                        <p:strVal val="true"/>
                                      </p:to>
                                    </p:set>
                                  </p:childTnLst>
                                </p:cTn>
                              </p:par>
                            </p:childTnLst>
                          </p:cTn>
                        </p:par>
                      </p:childTnLst>
                    </p:cTn>
                  </p:par>
                  <p:par>
                    <p:cTn id="293" fill="hold">
                      <p:stCondLst>
                        <p:cond delay="indefinite"/>
                      </p:stCondLst>
                      <p:childTnLst>
                        <p:par>
                          <p:cTn id="294" fill="hold">
                            <p:stCondLst>
                              <p:cond delay="0"/>
                            </p:stCondLst>
                            <p:childTnLst>
                              <p:par>
                                <p:cTn id="295" presetID="7" presetClass="emph" presetSubtype="2" fill="hold" nodeType="clickEffect">
                                  <p:stCondLst>
                                    <p:cond delay="0"/>
                                  </p:stCondLst>
                                  <p:childTnLst>
                                    <p:animClr clrSpc="rgb" dir="cw">
                                      <p:cBhvr>
                                        <p:cTn id="296" dur="500" fill="hold"/>
                                        <p:tgtEl>
                                          <p:spTgt spid="76"/>
                                        </p:tgtEl>
                                        <p:attrNameLst>
                                          <p:attrName>stroke.color</p:attrName>
                                        </p:attrNameLst>
                                      </p:cBhvr>
                                      <p:to>
                                        <a:srgbClr val="92D050"/>
                                      </p:to>
                                    </p:animClr>
                                    <p:set>
                                      <p:cBhvr>
                                        <p:cTn id="297" dur="500" fill="hold"/>
                                        <p:tgtEl>
                                          <p:spTgt spid="76"/>
                                        </p:tgtEl>
                                        <p:attrNameLst>
                                          <p:attrName>stroke.on</p:attrName>
                                        </p:attrNameLst>
                                      </p:cBhvr>
                                      <p:to>
                                        <p:strVal val="true"/>
                                      </p:to>
                                    </p:set>
                                  </p:childTnLst>
                                </p:cTn>
                              </p:par>
                              <p:par>
                                <p:cTn id="298" presetID="1" presetClass="emph" presetSubtype="2" fill="hold" nodeType="withEffect">
                                  <p:stCondLst>
                                    <p:cond delay="0"/>
                                  </p:stCondLst>
                                  <p:childTnLst>
                                    <p:animClr clrSpc="rgb" dir="cw">
                                      <p:cBhvr>
                                        <p:cTn id="299" dur="500" fill="hold"/>
                                        <p:tgtEl>
                                          <p:spTgt spid="44"/>
                                        </p:tgtEl>
                                        <p:attrNameLst>
                                          <p:attrName>fillcolor</p:attrName>
                                        </p:attrNameLst>
                                      </p:cBhvr>
                                      <p:to>
                                        <a:srgbClr val="92D050"/>
                                      </p:to>
                                    </p:animClr>
                                    <p:set>
                                      <p:cBhvr>
                                        <p:cTn id="300" dur="500" fill="hold"/>
                                        <p:tgtEl>
                                          <p:spTgt spid="44"/>
                                        </p:tgtEl>
                                        <p:attrNameLst>
                                          <p:attrName>fill.type</p:attrName>
                                        </p:attrNameLst>
                                      </p:cBhvr>
                                      <p:to>
                                        <p:strVal val="solid"/>
                                      </p:to>
                                    </p:set>
                                    <p:set>
                                      <p:cBhvr>
                                        <p:cTn id="301" dur="500" fill="hold"/>
                                        <p:tgtEl>
                                          <p:spTgt spid="44"/>
                                        </p:tgtEl>
                                        <p:attrNameLst>
                                          <p:attrName>fill.on</p:attrName>
                                        </p:attrNameLst>
                                      </p:cBhvr>
                                      <p:to>
                                        <p:strVal val="true"/>
                                      </p:to>
                                    </p:set>
                                  </p:childTnLst>
                                </p:cTn>
                              </p:par>
                            </p:childTnLst>
                          </p:cTn>
                        </p:par>
                      </p:childTnLst>
                    </p:cTn>
                  </p:par>
                  <p:par>
                    <p:cTn id="302" fill="hold">
                      <p:stCondLst>
                        <p:cond delay="indefinite"/>
                      </p:stCondLst>
                      <p:childTnLst>
                        <p:par>
                          <p:cTn id="303" fill="hold">
                            <p:stCondLst>
                              <p:cond delay="0"/>
                            </p:stCondLst>
                            <p:childTnLst>
                              <p:par>
                                <p:cTn id="304" presetID="7" presetClass="emph" presetSubtype="2" fill="hold" nodeType="clickEffect">
                                  <p:stCondLst>
                                    <p:cond delay="0"/>
                                  </p:stCondLst>
                                  <p:childTnLst>
                                    <p:animClr clrSpc="rgb" dir="cw">
                                      <p:cBhvr>
                                        <p:cTn id="305" dur="500" fill="hold"/>
                                        <p:tgtEl>
                                          <p:spTgt spid="69"/>
                                        </p:tgtEl>
                                        <p:attrNameLst>
                                          <p:attrName>stroke.color</p:attrName>
                                        </p:attrNameLst>
                                      </p:cBhvr>
                                      <p:to>
                                        <a:srgbClr val="92D050"/>
                                      </p:to>
                                    </p:animClr>
                                    <p:set>
                                      <p:cBhvr>
                                        <p:cTn id="306" dur="500" fill="hold"/>
                                        <p:tgtEl>
                                          <p:spTgt spid="69"/>
                                        </p:tgtEl>
                                        <p:attrNameLst>
                                          <p:attrName>stroke.on</p:attrName>
                                        </p:attrNameLst>
                                      </p:cBhvr>
                                      <p:to>
                                        <p:strVal val="true"/>
                                      </p:to>
                                    </p:set>
                                  </p:childTnLst>
                                </p:cTn>
                              </p:par>
                              <p:par>
                                <p:cTn id="307" presetID="1" presetClass="emph" presetSubtype="2" fill="hold" nodeType="withEffect">
                                  <p:stCondLst>
                                    <p:cond delay="0"/>
                                  </p:stCondLst>
                                  <p:childTnLst>
                                    <p:animClr clrSpc="rgb" dir="cw">
                                      <p:cBhvr>
                                        <p:cTn id="308" dur="500" fill="hold"/>
                                        <p:tgtEl>
                                          <p:spTgt spid="3"/>
                                        </p:tgtEl>
                                        <p:attrNameLst>
                                          <p:attrName>fillcolor</p:attrName>
                                        </p:attrNameLst>
                                      </p:cBhvr>
                                      <p:to>
                                        <a:srgbClr val="92D050"/>
                                      </p:to>
                                    </p:animClr>
                                    <p:set>
                                      <p:cBhvr>
                                        <p:cTn id="309" dur="500" fill="hold"/>
                                        <p:tgtEl>
                                          <p:spTgt spid="3"/>
                                        </p:tgtEl>
                                        <p:attrNameLst>
                                          <p:attrName>fill.type</p:attrName>
                                        </p:attrNameLst>
                                      </p:cBhvr>
                                      <p:to>
                                        <p:strVal val="solid"/>
                                      </p:to>
                                    </p:set>
                                    <p:set>
                                      <p:cBhvr>
                                        <p:cTn id="310" dur="500" fill="hold"/>
                                        <p:tgtEl>
                                          <p:spTgt spid="3"/>
                                        </p:tgtEl>
                                        <p:attrNameLst>
                                          <p:attrName>fill.on</p:attrName>
                                        </p:attrNameLst>
                                      </p:cBhvr>
                                      <p:to>
                                        <p:strVal val="true"/>
                                      </p:to>
                                    </p:set>
                                  </p:childTnLst>
                                </p:cTn>
                              </p:par>
                            </p:childTnLst>
                          </p:cTn>
                        </p:par>
                      </p:childTnLst>
                    </p:cTn>
                  </p:par>
                  <p:par>
                    <p:cTn id="311" fill="hold">
                      <p:stCondLst>
                        <p:cond delay="indefinite"/>
                      </p:stCondLst>
                      <p:childTnLst>
                        <p:par>
                          <p:cTn id="312" fill="hold">
                            <p:stCondLst>
                              <p:cond delay="0"/>
                            </p:stCondLst>
                            <p:childTnLst>
                              <p:par>
                                <p:cTn id="313" presetID="7" presetClass="emph" presetSubtype="2" fill="hold" nodeType="clickEffect">
                                  <p:stCondLst>
                                    <p:cond delay="0"/>
                                  </p:stCondLst>
                                  <p:childTnLst>
                                    <p:animClr clrSpc="rgb" dir="cw">
                                      <p:cBhvr>
                                        <p:cTn id="314" dur="500" fill="hold"/>
                                        <p:tgtEl>
                                          <p:spTgt spid="76"/>
                                        </p:tgtEl>
                                        <p:attrNameLst>
                                          <p:attrName>stroke.color</p:attrName>
                                        </p:attrNameLst>
                                      </p:cBhvr>
                                      <p:to>
                                        <a:srgbClr val="749090"/>
                                      </p:to>
                                    </p:animClr>
                                    <p:set>
                                      <p:cBhvr>
                                        <p:cTn id="315" dur="500" fill="hold"/>
                                        <p:tgtEl>
                                          <p:spTgt spid="76"/>
                                        </p:tgtEl>
                                        <p:attrNameLst>
                                          <p:attrName>stroke.on</p:attrName>
                                        </p:attrNameLst>
                                      </p:cBhvr>
                                      <p:to>
                                        <p:strVal val="true"/>
                                      </p:to>
                                    </p:set>
                                  </p:childTnLst>
                                </p:cTn>
                              </p:par>
                              <p:par>
                                <p:cTn id="316" presetID="7" presetClass="emph" presetSubtype="2" fill="hold" nodeType="withEffect">
                                  <p:stCondLst>
                                    <p:cond delay="0"/>
                                  </p:stCondLst>
                                  <p:childTnLst>
                                    <p:animClr clrSpc="rgb" dir="cw">
                                      <p:cBhvr>
                                        <p:cTn id="317" dur="500" fill="hold"/>
                                        <p:tgtEl>
                                          <p:spTgt spid="69"/>
                                        </p:tgtEl>
                                        <p:attrNameLst>
                                          <p:attrName>stroke.color</p:attrName>
                                        </p:attrNameLst>
                                      </p:cBhvr>
                                      <p:to>
                                        <a:srgbClr val="749090"/>
                                      </p:to>
                                    </p:animClr>
                                    <p:set>
                                      <p:cBhvr>
                                        <p:cTn id="318" dur="500" fill="hold"/>
                                        <p:tgtEl>
                                          <p:spTgt spid="69"/>
                                        </p:tgtEl>
                                        <p:attrNameLst>
                                          <p:attrName>stroke.on</p:attrName>
                                        </p:attrNameLst>
                                      </p:cBhvr>
                                      <p:to>
                                        <p:strVal val="true"/>
                                      </p:to>
                                    </p:set>
                                  </p:childTnLst>
                                </p:cTn>
                              </p:par>
                              <p:par>
                                <p:cTn id="319" presetID="1" presetClass="emph" presetSubtype="2" fill="hold" nodeType="withEffect">
                                  <p:stCondLst>
                                    <p:cond delay="0"/>
                                  </p:stCondLst>
                                  <p:childTnLst>
                                    <p:animClr clrSpc="rgb" dir="cw">
                                      <p:cBhvr>
                                        <p:cTn id="320" dur="500" fill="hold"/>
                                        <p:tgtEl>
                                          <p:spTgt spid="44"/>
                                        </p:tgtEl>
                                        <p:attrNameLst>
                                          <p:attrName>fillcolor</p:attrName>
                                        </p:attrNameLst>
                                      </p:cBhvr>
                                      <p:to>
                                        <a:srgbClr val="749090"/>
                                      </p:to>
                                    </p:animClr>
                                    <p:set>
                                      <p:cBhvr>
                                        <p:cTn id="321" dur="500" fill="hold"/>
                                        <p:tgtEl>
                                          <p:spTgt spid="44"/>
                                        </p:tgtEl>
                                        <p:attrNameLst>
                                          <p:attrName>fill.type</p:attrName>
                                        </p:attrNameLst>
                                      </p:cBhvr>
                                      <p:to>
                                        <p:strVal val="solid"/>
                                      </p:to>
                                    </p:set>
                                    <p:set>
                                      <p:cBhvr>
                                        <p:cTn id="322" dur="500" fill="hold"/>
                                        <p:tgtEl>
                                          <p:spTgt spid="44"/>
                                        </p:tgtEl>
                                        <p:attrNameLst>
                                          <p:attrName>fill.on</p:attrName>
                                        </p:attrNameLst>
                                      </p:cBhvr>
                                      <p:to>
                                        <p:strVal val="true"/>
                                      </p:to>
                                    </p:set>
                                  </p:childTnLst>
                                </p:cTn>
                              </p:par>
                              <p:par>
                                <p:cTn id="323" presetID="1" presetClass="emph" presetSubtype="2" fill="hold" nodeType="withEffect">
                                  <p:stCondLst>
                                    <p:cond delay="0"/>
                                  </p:stCondLst>
                                  <p:childTnLst>
                                    <p:animClr clrSpc="rgb" dir="cw">
                                      <p:cBhvr>
                                        <p:cTn id="324" dur="500" fill="hold"/>
                                        <p:tgtEl>
                                          <p:spTgt spid="3"/>
                                        </p:tgtEl>
                                        <p:attrNameLst>
                                          <p:attrName>fillcolor</p:attrName>
                                        </p:attrNameLst>
                                      </p:cBhvr>
                                      <p:to>
                                        <a:srgbClr val="749090"/>
                                      </p:to>
                                    </p:animClr>
                                    <p:set>
                                      <p:cBhvr>
                                        <p:cTn id="325" dur="500" fill="hold"/>
                                        <p:tgtEl>
                                          <p:spTgt spid="3"/>
                                        </p:tgtEl>
                                        <p:attrNameLst>
                                          <p:attrName>fill.type</p:attrName>
                                        </p:attrNameLst>
                                      </p:cBhvr>
                                      <p:to>
                                        <p:strVal val="solid"/>
                                      </p:to>
                                    </p:set>
                                    <p:set>
                                      <p:cBhvr>
                                        <p:cTn id="326" dur="500" fill="hold"/>
                                        <p:tgtEl>
                                          <p:spTgt spid="3"/>
                                        </p:tgtEl>
                                        <p:attrNameLst>
                                          <p:attrName>fill.on</p:attrName>
                                        </p:attrNameLst>
                                      </p:cBhvr>
                                      <p:to>
                                        <p:strVal val="true"/>
                                      </p:to>
                                    </p:set>
                                  </p:childTnLst>
                                </p:cTn>
                              </p:par>
                            </p:childTnLst>
                          </p:cTn>
                        </p:par>
                      </p:childTnLst>
                    </p:cTn>
                  </p:par>
                  <p:par>
                    <p:cTn id="327" fill="hold">
                      <p:stCondLst>
                        <p:cond delay="indefinite"/>
                      </p:stCondLst>
                      <p:childTnLst>
                        <p:par>
                          <p:cTn id="328" fill="hold">
                            <p:stCondLst>
                              <p:cond delay="0"/>
                            </p:stCondLst>
                            <p:childTnLst>
                              <p:par>
                                <p:cTn id="329" presetID="1" presetClass="emph" presetSubtype="2" fill="hold" nodeType="clickEffect">
                                  <p:stCondLst>
                                    <p:cond delay="0"/>
                                  </p:stCondLst>
                                  <p:childTnLst>
                                    <p:animClr clrSpc="rgb" dir="cw">
                                      <p:cBhvr>
                                        <p:cTn id="330" dur="500" fill="hold"/>
                                        <p:tgtEl>
                                          <p:spTgt spid="12"/>
                                        </p:tgtEl>
                                        <p:attrNameLst>
                                          <p:attrName>fillcolor</p:attrName>
                                        </p:attrNameLst>
                                      </p:cBhvr>
                                      <p:to>
                                        <a:srgbClr val="749090"/>
                                      </p:to>
                                    </p:animClr>
                                    <p:set>
                                      <p:cBhvr>
                                        <p:cTn id="331" dur="500" fill="hold"/>
                                        <p:tgtEl>
                                          <p:spTgt spid="12"/>
                                        </p:tgtEl>
                                        <p:attrNameLst>
                                          <p:attrName>fill.type</p:attrName>
                                        </p:attrNameLst>
                                      </p:cBhvr>
                                      <p:to>
                                        <p:strVal val="solid"/>
                                      </p:to>
                                    </p:set>
                                    <p:set>
                                      <p:cBhvr>
                                        <p:cTn id="332" dur="500" fill="hold"/>
                                        <p:tgtEl>
                                          <p:spTgt spid="12"/>
                                        </p:tgtEl>
                                        <p:attrNameLst>
                                          <p:attrName>fill.on</p:attrName>
                                        </p:attrNameLst>
                                      </p:cBhvr>
                                      <p:to>
                                        <p:strVal val="true"/>
                                      </p:to>
                                    </p:set>
                                  </p:childTnLst>
                                </p:cTn>
                              </p:par>
                              <p:par>
                                <p:cTn id="333" presetID="1" presetClass="emph" presetSubtype="2" fill="hold" nodeType="withEffect">
                                  <p:stCondLst>
                                    <p:cond delay="0"/>
                                  </p:stCondLst>
                                  <p:childTnLst>
                                    <p:animClr clrSpc="rgb" dir="cw">
                                      <p:cBhvr>
                                        <p:cTn id="334" dur="500" fill="hold"/>
                                        <p:tgtEl>
                                          <p:spTgt spid="13"/>
                                        </p:tgtEl>
                                        <p:attrNameLst>
                                          <p:attrName>fillcolor</p:attrName>
                                        </p:attrNameLst>
                                      </p:cBhvr>
                                      <p:to>
                                        <a:srgbClr val="00B050"/>
                                      </p:to>
                                    </p:animClr>
                                    <p:set>
                                      <p:cBhvr>
                                        <p:cTn id="335" dur="500" fill="hold"/>
                                        <p:tgtEl>
                                          <p:spTgt spid="13"/>
                                        </p:tgtEl>
                                        <p:attrNameLst>
                                          <p:attrName>fill.type</p:attrName>
                                        </p:attrNameLst>
                                      </p:cBhvr>
                                      <p:to>
                                        <p:strVal val="solid"/>
                                      </p:to>
                                    </p:set>
                                    <p:set>
                                      <p:cBhvr>
                                        <p:cTn id="336" dur="500" fill="hold"/>
                                        <p:tgtEl>
                                          <p:spTgt spid="13"/>
                                        </p:tgtEl>
                                        <p:attrNameLst>
                                          <p:attrName>fill.on</p:attrName>
                                        </p:attrNameLst>
                                      </p:cBhvr>
                                      <p:to>
                                        <p:strVal val="true"/>
                                      </p:to>
                                    </p:set>
                                  </p:childTnLst>
                                </p:cTn>
                              </p:par>
                            </p:childTnLst>
                          </p:cTn>
                        </p:par>
                      </p:childTnLst>
                    </p:cTn>
                  </p:par>
                  <p:par>
                    <p:cTn id="337" fill="hold">
                      <p:stCondLst>
                        <p:cond delay="indefinite"/>
                      </p:stCondLst>
                      <p:childTnLst>
                        <p:par>
                          <p:cTn id="338" fill="hold">
                            <p:stCondLst>
                              <p:cond delay="0"/>
                            </p:stCondLst>
                            <p:childTnLst>
                              <p:par>
                                <p:cTn id="339" presetID="1" presetClass="emph" presetSubtype="2" fill="hold" nodeType="clickEffect">
                                  <p:stCondLst>
                                    <p:cond delay="0"/>
                                  </p:stCondLst>
                                  <p:childTnLst>
                                    <p:animClr clrSpc="rgb" dir="cw">
                                      <p:cBhvr>
                                        <p:cTn id="340" dur="500" fill="hold"/>
                                        <p:tgtEl>
                                          <p:spTgt spid="50"/>
                                        </p:tgtEl>
                                        <p:attrNameLst>
                                          <p:attrName>fillcolor</p:attrName>
                                        </p:attrNameLst>
                                      </p:cBhvr>
                                      <p:to>
                                        <a:srgbClr val="749090"/>
                                      </p:to>
                                    </p:animClr>
                                    <p:set>
                                      <p:cBhvr>
                                        <p:cTn id="341" dur="500" fill="hold"/>
                                        <p:tgtEl>
                                          <p:spTgt spid="50"/>
                                        </p:tgtEl>
                                        <p:attrNameLst>
                                          <p:attrName>fill.type</p:attrName>
                                        </p:attrNameLst>
                                      </p:cBhvr>
                                      <p:to>
                                        <p:strVal val="solid"/>
                                      </p:to>
                                    </p:set>
                                    <p:set>
                                      <p:cBhvr>
                                        <p:cTn id="342" dur="500" fill="hold"/>
                                        <p:tgtEl>
                                          <p:spTgt spid="50"/>
                                        </p:tgtEl>
                                        <p:attrNameLst>
                                          <p:attrName>fill.on</p:attrName>
                                        </p:attrNameLst>
                                      </p:cBhvr>
                                      <p:to>
                                        <p:strVal val="true"/>
                                      </p:to>
                                    </p:set>
                                  </p:childTnLst>
                                </p:cTn>
                              </p:par>
                              <p:par>
                                <p:cTn id="343" presetID="1" presetClass="emph" presetSubtype="2" fill="hold" nodeType="withEffect">
                                  <p:stCondLst>
                                    <p:cond delay="0"/>
                                  </p:stCondLst>
                                  <p:childTnLst>
                                    <p:animClr clrSpc="rgb" dir="cw">
                                      <p:cBhvr>
                                        <p:cTn id="344" dur="500" fill="hold"/>
                                        <p:tgtEl>
                                          <p:spTgt spid="51"/>
                                        </p:tgtEl>
                                        <p:attrNameLst>
                                          <p:attrName>fillcolor</p:attrName>
                                        </p:attrNameLst>
                                      </p:cBhvr>
                                      <p:to>
                                        <a:srgbClr val="00B050"/>
                                      </p:to>
                                    </p:animClr>
                                    <p:set>
                                      <p:cBhvr>
                                        <p:cTn id="345" dur="500" fill="hold"/>
                                        <p:tgtEl>
                                          <p:spTgt spid="51"/>
                                        </p:tgtEl>
                                        <p:attrNameLst>
                                          <p:attrName>fill.type</p:attrName>
                                        </p:attrNameLst>
                                      </p:cBhvr>
                                      <p:to>
                                        <p:strVal val="solid"/>
                                      </p:to>
                                    </p:set>
                                    <p:set>
                                      <p:cBhvr>
                                        <p:cTn id="346" dur="500" fill="hold"/>
                                        <p:tgtEl>
                                          <p:spTgt spid="51"/>
                                        </p:tgtEl>
                                        <p:attrNameLst>
                                          <p:attrName>fill.on</p:attrName>
                                        </p:attrNameLst>
                                      </p:cBhvr>
                                      <p:to>
                                        <p:strVal val="true"/>
                                      </p:to>
                                    </p:set>
                                  </p:childTnLst>
                                </p:cTn>
                              </p:par>
                            </p:childTnLst>
                          </p:cTn>
                        </p:par>
                      </p:childTnLst>
                    </p:cTn>
                  </p:par>
                  <p:par>
                    <p:cTn id="347" fill="hold">
                      <p:stCondLst>
                        <p:cond delay="indefinite"/>
                      </p:stCondLst>
                      <p:childTnLst>
                        <p:par>
                          <p:cTn id="348" fill="hold">
                            <p:stCondLst>
                              <p:cond delay="0"/>
                            </p:stCondLst>
                            <p:childTnLst>
                              <p:par>
                                <p:cTn id="349" presetID="10" presetClass="entr" presetSubtype="0" fill="hold" grpId="0" nodeType="clickEffect">
                                  <p:stCondLst>
                                    <p:cond delay="0"/>
                                  </p:stCondLst>
                                  <p:childTnLst>
                                    <p:set>
                                      <p:cBhvr>
                                        <p:cTn id="350" dur="1" fill="hold">
                                          <p:stCondLst>
                                            <p:cond delay="0"/>
                                          </p:stCondLst>
                                        </p:cTn>
                                        <p:tgtEl>
                                          <p:spTgt spid="22"/>
                                        </p:tgtEl>
                                        <p:attrNameLst>
                                          <p:attrName>style.visibility</p:attrName>
                                        </p:attrNameLst>
                                      </p:cBhvr>
                                      <p:to>
                                        <p:strVal val="visible"/>
                                      </p:to>
                                    </p:set>
                                    <p:animEffect transition="in" filter="fade">
                                      <p:cBhvr>
                                        <p:cTn id="351" dur="500"/>
                                        <p:tgtEl>
                                          <p:spTgt spid="22"/>
                                        </p:tgtEl>
                                      </p:cBhvr>
                                    </p:animEffect>
                                  </p:childTnLst>
                                </p:cTn>
                              </p:par>
                            </p:childTnLst>
                          </p:cTn>
                        </p:par>
                      </p:childTnLst>
                    </p:cTn>
                  </p:par>
                  <p:par>
                    <p:cTn id="352" fill="hold">
                      <p:stCondLst>
                        <p:cond delay="indefinite"/>
                      </p:stCondLst>
                      <p:childTnLst>
                        <p:par>
                          <p:cTn id="353" fill="hold">
                            <p:stCondLst>
                              <p:cond delay="0"/>
                            </p:stCondLst>
                            <p:childTnLst>
                              <p:par>
                                <p:cTn id="354" presetID="7" presetClass="emph" presetSubtype="2" fill="hold" nodeType="clickEffect">
                                  <p:stCondLst>
                                    <p:cond delay="0"/>
                                  </p:stCondLst>
                                  <p:childTnLst>
                                    <p:animClr clrSpc="rgb" dir="cw">
                                      <p:cBhvr>
                                        <p:cTn id="355" dur="500" fill="hold"/>
                                        <p:tgtEl>
                                          <p:spTgt spid="77"/>
                                        </p:tgtEl>
                                        <p:attrNameLst>
                                          <p:attrName>stroke.color</p:attrName>
                                        </p:attrNameLst>
                                      </p:cBhvr>
                                      <p:to>
                                        <a:srgbClr val="92D050"/>
                                      </p:to>
                                    </p:animClr>
                                    <p:set>
                                      <p:cBhvr>
                                        <p:cTn id="356" dur="500" fill="hold"/>
                                        <p:tgtEl>
                                          <p:spTgt spid="77"/>
                                        </p:tgtEl>
                                        <p:attrNameLst>
                                          <p:attrName>stroke.on</p:attrName>
                                        </p:attrNameLst>
                                      </p:cBhvr>
                                      <p:to>
                                        <p:strVal val="true"/>
                                      </p:to>
                                    </p:set>
                                  </p:childTnLst>
                                </p:cTn>
                              </p:par>
                              <p:par>
                                <p:cTn id="357" presetID="1" presetClass="emph" presetSubtype="2" fill="hold" nodeType="withEffect">
                                  <p:stCondLst>
                                    <p:cond delay="0"/>
                                  </p:stCondLst>
                                  <p:childTnLst>
                                    <p:animClr clrSpc="rgb" dir="cw">
                                      <p:cBhvr>
                                        <p:cTn id="358" dur="500" fill="hold"/>
                                        <p:tgtEl>
                                          <p:spTgt spid="53"/>
                                        </p:tgtEl>
                                        <p:attrNameLst>
                                          <p:attrName>fillcolor</p:attrName>
                                        </p:attrNameLst>
                                      </p:cBhvr>
                                      <p:to>
                                        <a:srgbClr val="92D050"/>
                                      </p:to>
                                    </p:animClr>
                                    <p:set>
                                      <p:cBhvr>
                                        <p:cTn id="359" dur="500" fill="hold"/>
                                        <p:tgtEl>
                                          <p:spTgt spid="53"/>
                                        </p:tgtEl>
                                        <p:attrNameLst>
                                          <p:attrName>fill.type</p:attrName>
                                        </p:attrNameLst>
                                      </p:cBhvr>
                                      <p:to>
                                        <p:strVal val="solid"/>
                                      </p:to>
                                    </p:set>
                                    <p:set>
                                      <p:cBhvr>
                                        <p:cTn id="360" dur="500" fill="hold"/>
                                        <p:tgtEl>
                                          <p:spTgt spid="53"/>
                                        </p:tgtEl>
                                        <p:attrNameLst>
                                          <p:attrName>fill.on</p:attrName>
                                        </p:attrNameLst>
                                      </p:cBhvr>
                                      <p:to>
                                        <p:strVal val="true"/>
                                      </p:to>
                                    </p:set>
                                  </p:childTnLst>
                                </p:cTn>
                              </p:par>
                            </p:childTnLst>
                          </p:cTn>
                        </p:par>
                      </p:childTnLst>
                    </p:cTn>
                  </p:par>
                  <p:par>
                    <p:cTn id="361" fill="hold">
                      <p:stCondLst>
                        <p:cond delay="indefinite"/>
                      </p:stCondLst>
                      <p:childTnLst>
                        <p:par>
                          <p:cTn id="362" fill="hold">
                            <p:stCondLst>
                              <p:cond delay="0"/>
                            </p:stCondLst>
                            <p:childTnLst>
                              <p:par>
                                <p:cTn id="363" presetID="7" presetClass="emph" presetSubtype="2" fill="hold" nodeType="clickEffect">
                                  <p:stCondLst>
                                    <p:cond delay="0"/>
                                  </p:stCondLst>
                                  <p:childTnLst>
                                    <p:animClr clrSpc="rgb" dir="cw">
                                      <p:cBhvr>
                                        <p:cTn id="364" dur="500" fill="hold"/>
                                        <p:tgtEl>
                                          <p:spTgt spid="70"/>
                                        </p:tgtEl>
                                        <p:attrNameLst>
                                          <p:attrName>stroke.color</p:attrName>
                                        </p:attrNameLst>
                                      </p:cBhvr>
                                      <p:to>
                                        <a:srgbClr val="92D050"/>
                                      </p:to>
                                    </p:animClr>
                                    <p:set>
                                      <p:cBhvr>
                                        <p:cTn id="365" dur="500" fill="hold"/>
                                        <p:tgtEl>
                                          <p:spTgt spid="70"/>
                                        </p:tgtEl>
                                        <p:attrNameLst>
                                          <p:attrName>stroke.on</p:attrName>
                                        </p:attrNameLst>
                                      </p:cBhvr>
                                      <p:to>
                                        <p:strVal val="true"/>
                                      </p:to>
                                    </p:set>
                                  </p:childTnLst>
                                </p:cTn>
                              </p:par>
                              <p:par>
                                <p:cTn id="366" presetID="1" presetClass="emph" presetSubtype="2" fill="hold" nodeType="withEffect">
                                  <p:stCondLst>
                                    <p:cond delay="0"/>
                                  </p:stCondLst>
                                  <p:childTnLst>
                                    <p:animClr clrSpc="rgb" dir="cw">
                                      <p:cBhvr>
                                        <p:cTn id="367" dur="500" fill="hold"/>
                                        <p:tgtEl>
                                          <p:spTgt spid="3"/>
                                        </p:tgtEl>
                                        <p:attrNameLst>
                                          <p:attrName>fillcolor</p:attrName>
                                        </p:attrNameLst>
                                      </p:cBhvr>
                                      <p:to>
                                        <a:srgbClr val="92D050"/>
                                      </p:to>
                                    </p:animClr>
                                    <p:set>
                                      <p:cBhvr>
                                        <p:cTn id="368" dur="500" fill="hold"/>
                                        <p:tgtEl>
                                          <p:spTgt spid="3"/>
                                        </p:tgtEl>
                                        <p:attrNameLst>
                                          <p:attrName>fill.type</p:attrName>
                                        </p:attrNameLst>
                                      </p:cBhvr>
                                      <p:to>
                                        <p:strVal val="solid"/>
                                      </p:to>
                                    </p:set>
                                    <p:set>
                                      <p:cBhvr>
                                        <p:cTn id="369" dur="500" fill="hold"/>
                                        <p:tgtEl>
                                          <p:spTgt spid="3"/>
                                        </p:tgtEl>
                                        <p:attrNameLst>
                                          <p:attrName>fill.on</p:attrName>
                                        </p:attrNameLst>
                                      </p:cBhvr>
                                      <p:to>
                                        <p:strVal val="true"/>
                                      </p:to>
                                    </p:set>
                                  </p:childTnLst>
                                </p:cTn>
                              </p:par>
                            </p:childTnLst>
                          </p:cTn>
                        </p:par>
                      </p:childTnLst>
                    </p:cTn>
                  </p:par>
                  <p:par>
                    <p:cTn id="370" fill="hold">
                      <p:stCondLst>
                        <p:cond delay="indefinite"/>
                      </p:stCondLst>
                      <p:childTnLst>
                        <p:par>
                          <p:cTn id="371" fill="hold">
                            <p:stCondLst>
                              <p:cond delay="0"/>
                            </p:stCondLst>
                            <p:childTnLst>
                              <p:par>
                                <p:cTn id="372" presetID="7" presetClass="emph" presetSubtype="2" fill="hold" nodeType="clickEffect">
                                  <p:stCondLst>
                                    <p:cond delay="0"/>
                                  </p:stCondLst>
                                  <p:childTnLst>
                                    <p:animClr clrSpc="rgb" dir="cw">
                                      <p:cBhvr>
                                        <p:cTn id="373" dur="500" fill="hold"/>
                                        <p:tgtEl>
                                          <p:spTgt spid="77"/>
                                        </p:tgtEl>
                                        <p:attrNameLst>
                                          <p:attrName>stroke.color</p:attrName>
                                        </p:attrNameLst>
                                      </p:cBhvr>
                                      <p:to>
                                        <a:srgbClr val="749090"/>
                                      </p:to>
                                    </p:animClr>
                                    <p:set>
                                      <p:cBhvr>
                                        <p:cTn id="374" dur="500" fill="hold"/>
                                        <p:tgtEl>
                                          <p:spTgt spid="77"/>
                                        </p:tgtEl>
                                        <p:attrNameLst>
                                          <p:attrName>stroke.on</p:attrName>
                                        </p:attrNameLst>
                                      </p:cBhvr>
                                      <p:to>
                                        <p:strVal val="true"/>
                                      </p:to>
                                    </p:set>
                                  </p:childTnLst>
                                </p:cTn>
                              </p:par>
                              <p:par>
                                <p:cTn id="375" presetID="7" presetClass="emph" presetSubtype="2" fill="hold" nodeType="withEffect">
                                  <p:stCondLst>
                                    <p:cond delay="0"/>
                                  </p:stCondLst>
                                  <p:childTnLst>
                                    <p:animClr clrSpc="rgb" dir="cw">
                                      <p:cBhvr>
                                        <p:cTn id="376" dur="500" fill="hold"/>
                                        <p:tgtEl>
                                          <p:spTgt spid="70"/>
                                        </p:tgtEl>
                                        <p:attrNameLst>
                                          <p:attrName>stroke.color</p:attrName>
                                        </p:attrNameLst>
                                      </p:cBhvr>
                                      <p:to>
                                        <a:srgbClr val="749090"/>
                                      </p:to>
                                    </p:animClr>
                                    <p:set>
                                      <p:cBhvr>
                                        <p:cTn id="377" dur="500" fill="hold"/>
                                        <p:tgtEl>
                                          <p:spTgt spid="70"/>
                                        </p:tgtEl>
                                        <p:attrNameLst>
                                          <p:attrName>stroke.on</p:attrName>
                                        </p:attrNameLst>
                                      </p:cBhvr>
                                      <p:to>
                                        <p:strVal val="true"/>
                                      </p:to>
                                    </p:set>
                                  </p:childTnLst>
                                </p:cTn>
                              </p:par>
                              <p:par>
                                <p:cTn id="378" presetID="1" presetClass="emph" presetSubtype="2" fill="hold" nodeType="withEffect">
                                  <p:stCondLst>
                                    <p:cond delay="0"/>
                                  </p:stCondLst>
                                  <p:childTnLst>
                                    <p:animClr clrSpc="rgb" dir="cw">
                                      <p:cBhvr>
                                        <p:cTn id="379" dur="500" fill="hold"/>
                                        <p:tgtEl>
                                          <p:spTgt spid="3"/>
                                        </p:tgtEl>
                                        <p:attrNameLst>
                                          <p:attrName>fillcolor</p:attrName>
                                        </p:attrNameLst>
                                      </p:cBhvr>
                                      <p:to>
                                        <a:srgbClr val="749090"/>
                                      </p:to>
                                    </p:animClr>
                                    <p:set>
                                      <p:cBhvr>
                                        <p:cTn id="380" dur="500" fill="hold"/>
                                        <p:tgtEl>
                                          <p:spTgt spid="3"/>
                                        </p:tgtEl>
                                        <p:attrNameLst>
                                          <p:attrName>fill.type</p:attrName>
                                        </p:attrNameLst>
                                      </p:cBhvr>
                                      <p:to>
                                        <p:strVal val="solid"/>
                                      </p:to>
                                    </p:set>
                                    <p:set>
                                      <p:cBhvr>
                                        <p:cTn id="381" dur="500" fill="hold"/>
                                        <p:tgtEl>
                                          <p:spTgt spid="3"/>
                                        </p:tgtEl>
                                        <p:attrNameLst>
                                          <p:attrName>fill.on</p:attrName>
                                        </p:attrNameLst>
                                      </p:cBhvr>
                                      <p:to>
                                        <p:strVal val="true"/>
                                      </p:to>
                                    </p:set>
                                  </p:childTnLst>
                                </p:cTn>
                              </p:par>
                              <p:par>
                                <p:cTn id="382" presetID="1" presetClass="emph" presetSubtype="2" fill="hold" nodeType="withEffect">
                                  <p:stCondLst>
                                    <p:cond delay="0"/>
                                  </p:stCondLst>
                                  <p:childTnLst>
                                    <p:animClr clrSpc="rgb" dir="cw">
                                      <p:cBhvr>
                                        <p:cTn id="383" dur="500" fill="hold"/>
                                        <p:tgtEl>
                                          <p:spTgt spid="53"/>
                                        </p:tgtEl>
                                        <p:attrNameLst>
                                          <p:attrName>fillcolor</p:attrName>
                                        </p:attrNameLst>
                                      </p:cBhvr>
                                      <p:to>
                                        <a:srgbClr val="749090"/>
                                      </p:to>
                                    </p:animClr>
                                    <p:set>
                                      <p:cBhvr>
                                        <p:cTn id="384" dur="500" fill="hold"/>
                                        <p:tgtEl>
                                          <p:spTgt spid="53"/>
                                        </p:tgtEl>
                                        <p:attrNameLst>
                                          <p:attrName>fill.type</p:attrName>
                                        </p:attrNameLst>
                                      </p:cBhvr>
                                      <p:to>
                                        <p:strVal val="solid"/>
                                      </p:to>
                                    </p:set>
                                    <p:set>
                                      <p:cBhvr>
                                        <p:cTn id="385" dur="500" fill="hold"/>
                                        <p:tgtEl>
                                          <p:spTgt spid="53"/>
                                        </p:tgtEl>
                                        <p:attrNameLst>
                                          <p:attrName>fill.on</p:attrName>
                                        </p:attrNameLst>
                                      </p:cBhvr>
                                      <p:to>
                                        <p:strVal val="true"/>
                                      </p:to>
                                    </p:set>
                                  </p:childTnLst>
                                </p:cTn>
                              </p:par>
                            </p:childTnLst>
                          </p:cTn>
                        </p:par>
                      </p:childTnLst>
                    </p:cTn>
                  </p:par>
                  <p:par>
                    <p:cTn id="386" fill="hold">
                      <p:stCondLst>
                        <p:cond delay="indefinite"/>
                      </p:stCondLst>
                      <p:childTnLst>
                        <p:par>
                          <p:cTn id="387" fill="hold">
                            <p:stCondLst>
                              <p:cond delay="0"/>
                            </p:stCondLst>
                            <p:childTnLst>
                              <p:par>
                                <p:cTn id="388" presetID="1" presetClass="emph" presetSubtype="2" fill="hold" nodeType="clickEffect">
                                  <p:stCondLst>
                                    <p:cond delay="0"/>
                                  </p:stCondLst>
                                  <p:childTnLst>
                                    <p:animClr clrSpc="rgb" dir="cw">
                                      <p:cBhvr>
                                        <p:cTn id="389" dur="500" fill="hold"/>
                                        <p:tgtEl>
                                          <p:spTgt spid="13"/>
                                        </p:tgtEl>
                                        <p:attrNameLst>
                                          <p:attrName>fillcolor</p:attrName>
                                        </p:attrNameLst>
                                      </p:cBhvr>
                                      <p:to>
                                        <a:srgbClr val="749090"/>
                                      </p:to>
                                    </p:animClr>
                                    <p:set>
                                      <p:cBhvr>
                                        <p:cTn id="390" dur="500" fill="hold"/>
                                        <p:tgtEl>
                                          <p:spTgt spid="13"/>
                                        </p:tgtEl>
                                        <p:attrNameLst>
                                          <p:attrName>fill.type</p:attrName>
                                        </p:attrNameLst>
                                      </p:cBhvr>
                                      <p:to>
                                        <p:strVal val="solid"/>
                                      </p:to>
                                    </p:set>
                                    <p:set>
                                      <p:cBhvr>
                                        <p:cTn id="391" dur="500" fill="hold"/>
                                        <p:tgtEl>
                                          <p:spTgt spid="13"/>
                                        </p:tgtEl>
                                        <p:attrNameLst>
                                          <p:attrName>fill.on</p:attrName>
                                        </p:attrNameLst>
                                      </p:cBhvr>
                                      <p:to>
                                        <p:strVal val="true"/>
                                      </p:to>
                                    </p:set>
                                  </p:childTnLst>
                                </p:cTn>
                              </p:par>
                              <p:par>
                                <p:cTn id="392" presetID="1" presetClass="emph" presetSubtype="2" fill="hold" nodeType="withEffect">
                                  <p:stCondLst>
                                    <p:cond delay="0"/>
                                  </p:stCondLst>
                                  <p:childTnLst>
                                    <p:animClr clrSpc="rgb" dir="cw">
                                      <p:cBhvr>
                                        <p:cTn id="393" dur="500" fill="hold"/>
                                        <p:tgtEl>
                                          <p:spTgt spid="14"/>
                                        </p:tgtEl>
                                        <p:attrNameLst>
                                          <p:attrName>fillcolor</p:attrName>
                                        </p:attrNameLst>
                                      </p:cBhvr>
                                      <p:to>
                                        <a:srgbClr val="00B050"/>
                                      </p:to>
                                    </p:animClr>
                                    <p:set>
                                      <p:cBhvr>
                                        <p:cTn id="394" dur="500" fill="hold"/>
                                        <p:tgtEl>
                                          <p:spTgt spid="14"/>
                                        </p:tgtEl>
                                        <p:attrNameLst>
                                          <p:attrName>fill.type</p:attrName>
                                        </p:attrNameLst>
                                      </p:cBhvr>
                                      <p:to>
                                        <p:strVal val="solid"/>
                                      </p:to>
                                    </p:set>
                                    <p:set>
                                      <p:cBhvr>
                                        <p:cTn id="395" dur="500" fill="hold"/>
                                        <p:tgtEl>
                                          <p:spTgt spid="14"/>
                                        </p:tgtEl>
                                        <p:attrNameLst>
                                          <p:attrName>fill.on</p:attrName>
                                        </p:attrNameLst>
                                      </p:cBhvr>
                                      <p:to>
                                        <p:strVal val="true"/>
                                      </p:to>
                                    </p:set>
                                  </p:childTnLst>
                                </p:cTn>
                              </p:par>
                            </p:childTnLst>
                          </p:cTn>
                        </p:par>
                      </p:childTnLst>
                    </p:cTn>
                  </p:par>
                  <p:par>
                    <p:cTn id="396" fill="hold">
                      <p:stCondLst>
                        <p:cond delay="indefinite"/>
                      </p:stCondLst>
                      <p:childTnLst>
                        <p:par>
                          <p:cTn id="397" fill="hold">
                            <p:stCondLst>
                              <p:cond delay="0"/>
                            </p:stCondLst>
                            <p:childTnLst>
                              <p:par>
                                <p:cTn id="398" presetID="7" presetClass="emph" presetSubtype="2" fill="hold" nodeType="clickEffect">
                                  <p:stCondLst>
                                    <p:cond delay="0"/>
                                  </p:stCondLst>
                                  <p:childTnLst>
                                    <p:animClr clrSpc="rgb" dir="cw">
                                      <p:cBhvr>
                                        <p:cTn id="399" dur="500" fill="hold"/>
                                        <p:tgtEl>
                                          <p:spTgt spid="77"/>
                                        </p:tgtEl>
                                        <p:attrNameLst>
                                          <p:attrName>stroke.color</p:attrName>
                                        </p:attrNameLst>
                                      </p:cBhvr>
                                      <p:to>
                                        <a:srgbClr val="92D050"/>
                                      </p:to>
                                    </p:animClr>
                                    <p:set>
                                      <p:cBhvr>
                                        <p:cTn id="400" dur="500" fill="hold"/>
                                        <p:tgtEl>
                                          <p:spTgt spid="77"/>
                                        </p:tgtEl>
                                        <p:attrNameLst>
                                          <p:attrName>stroke.on</p:attrName>
                                        </p:attrNameLst>
                                      </p:cBhvr>
                                      <p:to>
                                        <p:strVal val="true"/>
                                      </p:to>
                                    </p:set>
                                  </p:childTnLst>
                                </p:cTn>
                              </p:par>
                              <p:par>
                                <p:cTn id="401" presetID="1" presetClass="emph" presetSubtype="2" fill="hold" nodeType="withEffect">
                                  <p:stCondLst>
                                    <p:cond delay="0"/>
                                  </p:stCondLst>
                                  <p:childTnLst>
                                    <p:animClr clrSpc="rgb" dir="cw">
                                      <p:cBhvr>
                                        <p:cTn id="402" dur="500" fill="hold"/>
                                        <p:tgtEl>
                                          <p:spTgt spid="53"/>
                                        </p:tgtEl>
                                        <p:attrNameLst>
                                          <p:attrName>fillcolor</p:attrName>
                                        </p:attrNameLst>
                                      </p:cBhvr>
                                      <p:to>
                                        <a:srgbClr val="92D050"/>
                                      </p:to>
                                    </p:animClr>
                                    <p:set>
                                      <p:cBhvr>
                                        <p:cTn id="403" dur="500" fill="hold"/>
                                        <p:tgtEl>
                                          <p:spTgt spid="53"/>
                                        </p:tgtEl>
                                        <p:attrNameLst>
                                          <p:attrName>fill.type</p:attrName>
                                        </p:attrNameLst>
                                      </p:cBhvr>
                                      <p:to>
                                        <p:strVal val="solid"/>
                                      </p:to>
                                    </p:set>
                                    <p:set>
                                      <p:cBhvr>
                                        <p:cTn id="404" dur="500" fill="hold"/>
                                        <p:tgtEl>
                                          <p:spTgt spid="53"/>
                                        </p:tgtEl>
                                        <p:attrNameLst>
                                          <p:attrName>fill.on</p:attrName>
                                        </p:attrNameLst>
                                      </p:cBhvr>
                                      <p:to>
                                        <p:strVal val="true"/>
                                      </p:to>
                                    </p:set>
                                  </p:childTnLst>
                                </p:cTn>
                              </p:par>
                            </p:childTnLst>
                          </p:cTn>
                        </p:par>
                      </p:childTnLst>
                    </p:cTn>
                  </p:par>
                  <p:par>
                    <p:cTn id="405" fill="hold">
                      <p:stCondLst>
                        <p:cond delay="indefinite"/>
                      </p:stCondLst>
                      <p:childTnLst>
                        <p:par>
                          <p:cTn id="406" fill="hold">
                            <p:stCondLst>
                              <p:cond delay="0"/>
                            </p:stCondLst>
                            <p:childTnLst>
                              <p:par>
                                <p:cTn id="407" presetID="1" presetClass="emph" presetSubtype="2" fill="hold" nodeType="clickEffect">
                                  <p:stCondLst>
                                    <p:cond delay="0"/>
                                  </p:stCondLst>
                                  <p:childTnLst>
                                    <p:animClr clrSpc="rgb" dir="cw">
                                      <p:cBhvr>
                                        <p:cTn id="408" dur="500" fill="hold"/>
                                        <p:tgtEl>
                                          <p:spTgt spid="54"/>
                                        </p:tgtEl>
                                        <p:attrNameLst>
                                          <p:attrName>fillcolor</p:attrName>
                                        </p:attrNameLst>
                                      </p:cBhvr>
                                      <p:to>
                                        <a:srgbClr val="00B050"/>
                                      </p:to>
                                    </p:animClr>
                                    <p:set>
                                      <p:cBhvr>
                                        <p:cTn id="409" dur="500" fill="hold"/>
                                        <p:tgtEl>
                                          <p:spTgt spid="54"/>
                                        </p:tgtEl>
                                        <p:attrNameLst>
                                          <p:attrName>fill.type</p:attrName>
                                        </p:attrNameLst>
                                      </p:cBhvr>
                                      <p:to>
                                        <p:strVal val="solid"/>
                                      </p:to>
                                    </p:set>
                                    <p:set>
                                      <p:cBhvr>
                                        <p:cTn id="410" dur="500" fill="hold"/>
                                        <p:tgtEl>
                                          <p:spTgt spid="54"/>
                                        </p:tgtEl>
                                        <p:attrNameLst>
                                          <p:attrName>fill.on</p:attrName>
                                        </p:attrNameLst>
                                      </p:cBhvr>
                                      <p:to>
                                        <p:strVal val="true"/>
                                      </p:to>
                                    </p:set>
                                  </p:childTnLst>
                                </p:cTn>
                              </p:par>
                            </p:childTnLst>
                          </p:cTn>
                        </p:par>
                      </p:childTnLst>
                    </p:cTn>
                  </p:par>
                  <p:par>
                    <p:cTn id="411" fill="hold">
                      <p:stCondLst>
                        <p:cond delay="indefinite"/>
                      </p:stCondLst>
                      <p:childTnLst>
                        <p:par>
                          <p:cTn id="412" fill="hold">
                            <p:stCondLst>
                              <p:cond delay="0"/>
                            </p:stCondLst>
                            <p:childTnLst>
                              <p:par>
                                <p:cTn id="413" presetID="1" presetClass="emph" presetSubtype="2" fill="hold" nodeType="clickEffect">
                                  <p:stCondLst>
                                    <p:cond delay="0"/>
                                  </p:stCondLst>
                                  <p:childTnLst>
                                    <p:animClr clrSpc="rgb" dir="cw">
                                      <p:cBhvr>
                                        <p:cTn id="414" dur="500" fill="hold"/>
                                        <p:tgtEl>
                                          <p:spTgt spid="51"/>
                                        </p:tgtEl>
                                        <p:attrNameLst>
                                          <p:attrName>fillcolor</p:attrName>
                                        </p:attrNameLst>
                                      </p:cBhvr>
                                      <p:to>
                                        <a:srgbClr val="749090"/>
                                      </p:to>
                                    </p:animClr>
                                    <p:set>
                                      <p:cBhvr>
                                        <p:cTn id="415" dur="500" fill="hold"/>
                                        <p:tgtEl>
                                          <p:spTgt spid="51"/>
                                        </p:tgtEl>
                                        <p:attrNameLst>
                                          <p:attrName>fill.type</p:attrName>
                                        </p:attrNameLst>
                                      </p:cBhvr>
                                      <p:to>
                                        <p:strVal val="solid"/>
                                      </p:to>
                                    </p:set>
                                    <p:set>
                                      <p:cBhvr>
                                        <p:cTn id="416" dur="500" fill="hold"/>
                                        <p:tgtEl>
                                          <p:spTgt spid="51"/>
                                        </p:tgtEl>
                                        <p:attrNameLst>
                                          <p:attrName>fill.on</p:attrName>
                                        </p:attrNameLst>
                                      </p:cBhvr>
                                      <p:to>
                                        <p:strVal val="true"/>
                                      </p:to>
                                    </p:set>
                                  </p:childTnLst>
                                </p:cTn>
                              </p:par>
                              <p:par>
                                <p:cTn id="417" presetID="1" presetClass="emph" presetSubtype="2" fill="hold" nodeType="withEffect">
                                  <p:stCondLst>
                                    <p:cond delay="0"/>
                                  </p:stCondLst>
                                  <p:childTnLst>
                                    <p:animClr clrSpc="rgb" dir="cw">
                                      <p:cBhvr>
                                        <p:cTn id="418" dur="500" fill="hold"/>
                                        <p:tgtEl>
                                          <p:spTgt spid="53"/>
                                        </p:tgtEl>
                                        <p:attrNameLst>
                                          <p:attrName>fillcolor</p:attrName>
                                        </p:attrNameLst>
                                      </p:cBhvr>
                                      <p:to>
                                        <a:srgbClr val="749090"/>
                                      </p:to>
                                    </p:animClr>
                                    <p:set>
                                      <p:cBhvr>
                                        <p:cTn id="419" dur="500" fill="hold"/>
                                        <p:tgtEl>
                                          <p:spTgt spid="53"/>
                                        </p:tgtEl>
                                        <p:attrNameLst>
                                          <p:attrName>fill.type</p:attrName>
                                        </p:attrNameLst>
                                      </p:cBhvr>
                                      <p:to>
                                        <p:strVal val="solid"/>
                                      </p:to>
                                    </p:set>
                                    <p:set>
                                      <p:cBhvr>
                                        <p:cTn id="420" dur="500" fill="hold"/>
                                        <p:tgtEl>
                                          <p:spTgt spid="53"/>
                                        </p:tgtEl>
                                        <p:attrNameLst>
                                          <p:attrName>fill.on</p:attrName>
                                        </p:attrNameLst>
                                      </p:cBhvr>
                                      <p:to>
                                        <p:strVal val="true"/>
                                      </p:to>
                                    </p:set>
                                  </p:childTnLst>
                                </p:cTn>
                              </p:par>
                              <p:par>
                                <p:cTn id="421" presetID="7" presetClass="emph" presetSubtype="2" fill="hold" nodeType="withEffect">
                                  <p:stCondLst>
                                    <p:cond delay="0"/>
                                  </p:stCondLst>
                                  <p:childTnLst>
                                    <p:animClr clrSpc="rgb" dir="cw">
                                      <p:cBhvr>
                                        <p:cTn id="422" dur="500" fill="hold"/>
                                        <p:tgtEl>
                                          <p:spTgt spid="77"/>
                                        </p:tgtEl>
                                        <p:attrNameLst>
                                          <p:attrName>stroke.color</p:attrName>
                                        </p:attrNameLst>
                                      </p:cBhvr>
                                      <p:to>
                                        <a:srgbClr val="749090"/>
                                      </p:to>
                                    </p:animClr>
                                    <p:set>
                                      <p:cBhvr>
                                        <p:cTn id="423" dur="500" fill="hold"/>
                                        <p:tgtEl>
                                          <p:spTgt spid="77"/>
                                        </p:tgtEl>
                                        <p:attrNameLst>
                                          <p:attrName>stroke.on</p:attrName>
                                        </p:attrNameLst>
                                      </p:cBhvr>
                                      <p:to>
                                        <p:strVal val="true"/>
                                      </p:to>
                                    </p:set>
                                  </p:childTnLst>
                                </p:cTn>
                              </p:par>
                            </p:childTnLst>
                          </p:cTn>
                        </p:par>
                      </p:childTnLst>
                    </p:cTn>
                  </p:par>
                  <p:par>
                    <p:cTn id="424" fill="hold">
                      <p:stCondLst>
                        <p:cond delay="indefinite"/>
                      </p:stCondLst>
                      <p:childTnLst>
                        <p:par>
                          <p:cTn id="425" fill="hold">
                            <p:stCondLst>
                              <p:cond delay="0"/>
                            </p:stCondLst>
                            <p:childTnLst>
                              <p:par>
                                <p:cTn id="426" presetID="7" presetClass="emph" presetSubtype="2" fill="hold" nodeType="clickEffect">
                                  <p:stCondLst>
                                    <p:cond delay="0"/>
                                  </p:stCondLst>
                                  <p:childTnLst>
                                    <p:animClr clrSpc="rgb" dir="cw">
                                      <p:cBhvr>
                                        <p:cTn id="427" dur="500" fill="hold"/>
                                        <p:tgtEl>
                                          <p:spTgt spid="75"/>
                                        </p:tgtEl>
                                        <p:attrNameLst>
                                          <p:attrName>stroke.color</p:attrName>
                                        </p:attrNameLst>
                                      </p:cBhvr>
                                      <p:to>
                                        <a:srgbClr val="92D050"/>
                                      </p:to>
                                    </p:animClr>
                                    <p:set>
                                      <p:cBhvr>
                                        <p:cTn id="428" dur="500" fill="hold"/>
                                        <p:tgtEl>
                                          <p:spTgt spid="75"/>
                                        </p:tgtEl>
                                        <p:attrNameLst>
                                          <p:attrName>stroke.on</p:attrName>
                                        </p:attrNameLst>
                                      </p:cBhvr>
                                      <p:to>
                                        <p:strVal val="true"/>
                                      </p:to>
                                    </p:set>
                                  </p:childTnLst>
                                </p:cTn>
                              </p:par>
                              <p:par>
                                <p:cTn id="429" presetID="1" presetClass="emph" presetSubtype="2" fill="hold" nodeType="withEffect">
                                  <p:stCondLst>
                                    <p:cond delay="0"/>
                                  </p:stCondLst>
                                  <p:childTnLst>
                                    <p:animClr clrSpc="rgb" dir="cw">
                                      <p:cBhvr>
                                        <p:cTn id="430" dur="500" fill="hold"/>
                                        <p:tgtEl>
                                          <p:spTgt spid="43"/>
                                        </p:tgtEl>
                                        <p:attrNameLst>
                                          <p:attrName>fillcolor</p:attrName>
                                        </p:attrNameLst>
                                      </p:cBhvr>
                                      <p:to>
                                        <a:srgbClr val="92D050"/>
                                      </p:to>
                                    </p:animClr>
                                    <p:set>
                                      <p:cBhvr>
                                        <p:cTn id="431" dur="500" fill="hold"/>
                                        <p:tgtEl>
                                          <p:spTgt spid="43"/>
                                        </p:tgtEl>
                                        <p:attrNameLst>
                                          <p:attrName>fill.type</p:attrName>
                                        </p:attrNameLst>
                                      </p:cBhvr>
                                      <p:to>
                                        <p:strVal val="solid"/>
                                      </p:to>
                                    </p:set>
                                    <p:set>
                                      <p:cBhvr>
                                        <p:cTn id="432" dur="500" fill="hold"/>
                                        <p:tgtEl>
                                          <p:spTgt spid="43"/>
                                        </p:tgtEl>
                                        <p:attrNameLst>
                                          <p:attrName>fill.on</p:attrName>
                                        </p:attrNameLst>
                                      </p:cBhvr>
                                      <p:to>
                                        <p:strVal val="true"/>
                                      </p:to>
                                    </p:set>
                                  </p:childTnLst>
                                </p:cTn>
                              </p:par>
                            </p:childTnLst>
                          </p:cTn>
                        </p:par>
                      </p:childTnLst>
                    </p:cTn>
                  </p:par>
                  <p:par>
                    <p:cTn id="433" fill="hold">
                      <p:stCondLst>
                        <p:cond delay="indefinite"/>
                      </p:stCondLst>
                      <p:childTnLst>
                        <p:par>
                          <p:cTn id="434" fill="hold">
                            <p:stCondLst>
                              <p:cond delay="0"/>
                            </p:stCondLst>
                            <p:childTnLst>
                              <p:par>
                                <p:cTn id="435" presetID="7" presetClass="emph" presetSubtype="2" fill="hold" nodeType="clickEffect">
                                  <p:stCondLst>
                                    <p:cond delay="0"/>
                                  </p:stCondLst>
                                  <p:childTnLst>
                                    <p:animClr clrSpc="rgb" dir="cw">
                                      <p:cBhvr>
                                        <p:cTn id="436" dur="500" fill="hold"/>
                                        <p:tgtEl>
                                          <p:spTgt spid="67"/>
                                        </p:tgtEl>
                                        <p:attrNameLst>
                                          <p:attrName>stroke.color</p:attrName>
                                        </p:attrNameLst>
                                      </p:cBhvr>
                                      <p:to>
                                        <a:srgbClr val="92D050"/>
                                      </p:to>
                                    </p:animClr>
                                    <p:set>
                                      <p:cBhvr>
                                        <p:cTn id="437" dur="500" fill="hold"/>
                                        <p:tgtEl>
                                          <p:spTgt spid="67"/>
                                        </p:tgtEl>
                                        <p:attrNameLst>
                                          <p:attrName>stroke.on</p:attrName>
                                        </p:attrNameLst>
                                      </p:cBhvr>
                                      <p:to>
                                        <p:strVal val="true"/>
                                      </p:to>
                                    </p:set>
                                  </p:childTnLst>
                                </p:cTn>
                              </p:par>
                              <p:par>
                                <p:cTn id="438" presetID="1" presetClass="emph" presetSubtype="2" fill="hold" nodeType="withEffect">
                                  <p:stCondLst>
                                    <p:cond delay="0"/>
                                  </p:stCondLst>
                                  <p:childTnLst>
                                    <p:animClr clrSpc="rgb" dir="cw">
                                      <p:cBhvr>
                                        <p:cTn id="439" dur="500" fill="hold"/>
                                        <p:tgtEl>
                                          <p:spTgt spid="3"/>
                                        </p:tgtEl>
                                        <p:attrNameLst>
                                          <p:attrName>fillcolor</p:attrName>
                                        </p:attrNameLst>
                                      </p:cBhvr>
                                      <p:to>
                                        <a:srgbClr val="92D050"/>
                                      </p:to>
                                    </p:animClr>
                                    <p:set>
                                      <p:cBhvr>
                                        <p:cTn id="440" dur="500" fill="hold"/>
                                        <p:tgtEl>
                                          <p:spTgt spid="3"/>
                                        </p:tgtEl>
                                        <p:attrNameLst>
                                          <p:attrName>fill.type</p:attrName>
                                        </p:attrNameLst>
                                      </p:cBhvr>
                                      <p:to>
                                        <p:strVal val="solid"/>
                                      </p:to>
                                    </p:set>
                                    <p:set>
                                      <p:cBhvr>
                                        <p:cTn id="441" dur="500" fill="hold"/>
                                        <p:tgtEl>
                                          <p:spTgt spid="3"/>
                                        </p:tgtEl>
                                        <p:attrNameLst>
                                          <p:attrName>fill.on</p:attrName>
                                        </p:attrNameLst>
                                      </p:cBhvr>
                                      <p:to>
                                        <p:strVal val="true"/>
                                      </p:to>
                                    </p:set>
                                  </p:childTnLst>
                                </p:cTn>
                              </p:par>
                            </p:childTnLst>
                          </p:cTn>
                        </p:par>
                      </p:childTnLst>
                    </p:cTn>
                  </p:par>
                  <p:par>
                    <p:cTn id="442" fill="hold">
                      <p:stCondLst>
                        <p:cond delay="indefinite"/>
                      </p:stCondLst>
                      <p:childTnLst>
                        <p:par>
                          <p:cTn id="443" fill="hold">
                            <p:stCondLst>
                              <p:cond delay="0"/>
                            </p:stCondLst>
                            <p:childTnLst>
                              <p:par>
                                <p:cTn id="444" presetID="1" presetClass="emph" presetSubtype="2" fill="hold" nodeType="clickEffect">
                                  <p:stCondLst>
                                    <p:cond delay="0"/>
                                  </p:stCondLst>
                                  <p:childTnLst>
                                    <p:animClr clrSpc="rgb" dir="cw">
                                      <p:cBhvr>
                                        <p:cTn id="445" dur="500" fill="hold"/>
                                        <p:tgtEl>
                                          <p:spTgt spid="43"/>
                                        </p:tgtEl>
                                        <p:attrNameLst>
                                          <p:attrName>fillcolor</p:attrName>
                                        </p:attrNameLst>
                                      </p:cBhvr>
                                      <p:to>
                                        <a:srgbClr val="749090"/>
                                      </p:to>
                                    </p:animClr>
                                    <p:set>
                                      <p:cBhvr>
                                        <p:cTn id="446" dur="500" fill="hold"/>
                                        <p:tgtEl>
                                          <p:spTgt spid="43"/>
                                        </p:tgtEl>
                                        <p:attrNameLst>
                                          <p:attrName>fill.type</p:attrName>
                                        </p:attrNameLst>
                                      </p:cBhvr>
                                      <p:to>
                                        <p:strVal val="solid"/>
                                      </p:to>
                                    </p:set>
                                    <p:set>
                                      <p:cBhvr>
                                        <p:cTn id="447" dur="500" fill="hold"/>
                                        <p:tgtEl>
                                          <p:spTgt spid="43"/>
                                        </p:tgtEl>
                                        <p:attrNameLst>
                                          <p:attrName>fill.on</p:attrName>
                                        </p:attrNameLst>
                                      </p:cBhvr>
                                      <p:to>
                                        <p:strVal val="true"/>
                                      </p:to>
                                    </p:set>
                                  </p:childTnLst>
                                </p:cTn>
                              </p:par>
                              <p:par>
                                <p:cTn id="448" presetID="1" presetClass="emph" presetSubtype="2" fill="hold" nodeType="withEffect">
                                  <p:stCondLst>
                                    <p:cond delay="0"/>
                                  </p:stCondLst>
                                  <p:childTnLst>
                                    <p:animClr clrSpc="rgb" dir="cw">
                                      <p:cBhvr>
                                        <p:cTn id="449" dur="500" fill="hold"/>
                                        <p:tgtEl>
                                          <p:spTgt spid="3"/>
                                        </p:tgtEl>
                                        <p:attrNameLst>
                                          <p:attrName>fillcolor</p:attrName>
                                        </p:attrNameLst>
                                      </p:cBhvr>
                                      <p:to>
                                        <a:srgbClr val="749090"/>
                                      </p:to>
                                    </p:animClr>
                                    <p:set>
                                      <p:cBhvr>
                                        <p:cTn id="450" dur="500" fill="hold"/>
                                        <p:tgtEl>
                                          <p:spTgt spid="3"/>
                                        </p:tgtEl>
                                        <p:attrNameLst>
                                          <p:attrName>fill.type</p:attrName>
                                        </p:attrNameLst>
                                      </p:cBhvr>
                                      <p:to>
                                        <p:strVal val="solid"/>
                                      </p:to>
                                    </p:set>
                                    <p:set>
                                      <p:cBhvr>
                                        <p:cTn id="451" dur="500" fill="hold"/>
                                        <p:tgtEl>
                                          <p:spTgt spid="3"/>
                                        </p:tgtEl>
                                        <p:attrNameLst>
                                          <p:attrName>fill.on</p:attrName>
                                        </p:attrNameLst>
                                      </p:cBhvr>
                                      <p:to>
                                        <p:strVal val="true"/>
                                      </p:to>
                                    </p:set>
                                  </p:childTnLst>
                                </p:cTn>
                              </p:par>
                              <p:par>
                                <p:cTn id="452" presetID="1" presetClass="emph" presetSubtype="2" fill="hold" nodeType="withEffect">
                                  <p:stCondLst>
                                    <p:cond delay="0"/>
                                  </p:stCondLst>
                                  <p:childTnLst>
                                    <p:animClr clrSpc="rgb" dir="cw">
                                      <p:cBhvr>
                                        <p:cTn id="453" dur="500" fill="hold"/>
                                        <p:tgtEl>
                                          <p:spTgt spid="75"/>
                                        </p:tgtEl>
                                        <p:attrNameLst>
                                          <p:attrName>fillcolor</p:attrName>
                                        </p:attrNameLst>
                                      </p:cBhvr>
                                      <p:to>
                                        <a:srgbClr val="749090"/>
                                      </p:to>
                                    </p:animClr>
                                    <p:set>
                                      <p:cBhvr>
                                        <p:cTn id="454" dur="500" fill="hold"/>
                                        <p:tgtEl>
                                          <p:spTgt spid="75"/>
                                        </p:tgtEl>
                                        <p:attrNameLst>
                                          <p:attrName>fill.type</p:attrName>
                                        </p:attrNameLst>
                                      </p:cBhvr>
                                      <p:to>
                                        <p:strVal val="solid"/>
                                      </p:to>
                                    </p:set>
                                    <p:set>
                                      <p:cBhvr>
                                        <p:cTn id="455" dur="500" fill="hold"/>
                                        <p:tgtEl>
                                          <p:spTgt spid="75"/>
                                        </p:tgtEl>
                                        <p:attrNameLst>
                                          <p:attrName>fill.on</p:attrName>
                                        </p:attrNameLst>
                                      </p:cBhvr>
                                      <p:to>
                                        <p:strVal val="true"/>
                                      </p:to>
                                    </p:set>
                                  </p:childTnLst>
                                </p:cTn>
                              </p:par>
                              <p:par>
                                <p:cTn id="456" presetID="1" presetClass="emph" presetSubtype="2" fill="hold" nodeType="withEffect">
                                  <p:stCondLst>
                                    <p:cond delay="0"/>
                                  </p:stCondLst>
                                  <p:childTnLst>
                                    <p:animClr clrSpc="rgb" dir="cw">
                                      <p:cBhvr>
                                        <p:cTn id="457" dur="500" fill="hold"/>
                                        <p:tgtEl>
                                          <p:spTgt spid="67"/>
                                        </p:tgtEl>
                                        <p:attrNameLst>
                                          <p:attrName>fillcolor</p:attrName>
                                        </p:attrNameLst>
                                      </p:cBhvr>
                                      <p:to>
                                        <a:srgbClr val="749090"/>
                                      </p:to>
                                    </p:animClr>
                                    <p:set>
                                      <p:cBhvr>
                                        <p:cTn id="458" dur="500" fill="hold"/>
                                        <p:tgtEl>
                                          <p:spTgt spid="67"/>
                                        </p:tgtEl>
                                        <p:attrNameLst>
                                          <p:attrName>fill.type</p:attrName>
                                        </p:attrNameLst>
                                      </p:cBhvr>
                                      <p:to>
                                        <p:strVal val="solid"/>
                                      </p:to>
                                    </p:set>
                                    <p:set>
                                      <p:cBhvr>
                                        <p:cTn id="459" dur="500" fill="hold"/>
                                        <p:tgtEl>
                                          <p:spTgt spid="67"/>
                                        </p:tgtEl>
                                        <p:attrNameLst>
                                          <p:attrName>fill.on</p:attrName>
                                        </p:attrNameLst>
                                      </p:cBhvr>
                                      <p:to>
                                        <p:strVal val="true"/>
                                      </p:to>
                                    </p:set>
                                  </p:childTnLst>
                                </p:cTn>
                              </p:par>
                            </p:childTnLst>
                          </p:cTn>
                        </p:par>
                      </p:childTnLst>
                    </p:cTn>
                  </p:par>
                  <p:par>
                    <p:cTn id="460" fill="hold">
                      <p:stCondLst>
                        <p:cond delay="indefinite"/>
                      </p:stCondLst>
                      <p:childTnLst>
                        <p:par>
                          <p:cTn id="461" fill="hold">
                            <p:stCondLst>
                              <p:cond delay="0"/>
                            </p:stCondLst>
                            <p:childTnLst>
                              <p:par>
                                <p:cTn id="462" presetID="1" presetClass="emph" presetSubtype="2" fill="hold" nodeType="clickEffect">
                                  <p:stCondLst>
                                    <p:cond delay="0"/>
                                  </p:stCondLst>
                                  <p:childTnLst>
                                    <p:animClr clrSpc="rgb" dir="cw">
                                      <p:cBhvr>
                                        <p:cTn id="463" dur="500" fill="hold"/>
                                        <p:tgtEl>
                                          <p:spTgt spid="14"/>
                                        </p:tgtEl>
                                        <p:attrNameLst>
                                          <p:attrName>fillcolor</p:attrName>
                                        </p:attrNameLst>
                                      </p:cBhvr>
                                      <p:to>
                                        <a:srgbClr val="749090"/>
                                      </p:to>
                                    </p:animClr>
                                    <p:set>
                                      <p:cBhvr>
                                        <p:cTn id="464" dur="500" fill="hold"/>
                                        <p:tgtEl>
                                          <p:spTgt spid="14"/>
                                        </p:tgtEl>
                                        <p:attrNameLst>
                                          <p:attrName>fill.type</p:attrName>
                                        </p:attrNameLst>
                                      </p:cBhvr>
                                      <p:to>
                                        <p:strVal val="solid"/>
                                      </p:to>
                                    </p:set>
                                    <p:set>
                                      <p:cBhvr>
                                        <p:cTn id="465" dur="500" fill="hold"/>
                                        <p:tgtEl>
                                          <p:spTgt spid="14"/>
                                        </p:tgtEl>
                                        <p:attrNameLst>
                                          <p:attrName>fill.on</p:attrName>
                                        </p:attrNameLst>
                                      </p:cBhvr>
                                      <p:to>
                                        <p:strVal val="true"/>
                                      </p:to>
                                    </p:set>
                                  </p:childTnLst>
                                </p:cTn>
                              </p:par>
                              <p:par>
                                <p:cTn id="466" presetID="1" presetClass="emph" presetSubtype="2" fill="hold" nodeType="withEffect">
                                  <p:stCondLst>
                                    <p:cond delay="0"/>
                                  </p:stCondLst>
                                  <p:childTnLst>
                                    <p:animClr clrSpc="rgb" dir="cw">
                                      <p:cBhvr>
                                        <p:cTn id="467" dur="500" fill="hold"/>
                                        <p:tgtEl>
                                          <p:spTgt spid="15"/>
                                        </p:tgtEl>
                                        <p:attrNameLst>
                                          <p:attrName>fillcolor</p:attrName>
                                        </p:attrNameLst>
                                      </p:cBhvr>
                                      <p:to>
                                        <a:srgbClr val="00B050"/>
                                      </p:to>
                                    </p:animClr>
                                    <p:set>
                                      <p:cBhvr>
                                        <p:cTn id="468" dur="500" fill="hold"/>
                                        <p:tgtEl>
                                          <p:spTgt spid="15"/>
                                        </p:tgtEl>
                                        <p:attrNameLst>
                                          <p:attrName>fill.type</p:attrName>
                                        </p:attrNameLst>
                                      </p:cBhvr>
                                      <p:to>
                                        <p:strVal val="solid"/>
                                      </p:to>
                                    </p:set>
                                    <p:set>
                                      <p:cBhvr>
                                        <p:cTn id="469" dur="500" fill="hold"/>
                                        <p:tgtEl>
                                          <p:spTgt spid="15"/>
                                        </p:tgtEl>
                                        <p:attrNameLst>
                                          <p:attrName>fill.on</p:attrName>
                                        </p:attrNameLst>
                                      </p:cBhvr>
                                      <p:to>
                                        <p:strVal val="true"/>
                                      </p:to>
                                    </p:set>
                                  </p:childTnLst>
                                </p:cTn>
                              </p:par>
                            </p:childTnLst>
                          </p:cTn>
                        </p:par>
                      </p:childTnLst>
                    </p:cTn>
                  </p:par>
                  <p:par>
                    <p:cTn id="470" fill="hold">
                      <p:stCondLst>
                        <p:cond delay="indefinite"/>
                      </p:stCondLst>
                      <p:childTnLst>
                        <p:par>
                          <p:cTn id="471" fill="hold">
                            <p:stCondLst>
                              <p:cond delay="0"/>
                            </p:stCondLst>
                            <p:childTnLst>
                              <p:par>
                                <p:cTn id="472" presetID="1" presetClass="emph" presetSubtype="2" fill="hold" nodeType="clickEffect">
                                  <p:stCondLst>
                                    <p:cond delay="0"/>
                                  </p:stCondLst>
                                  <p:childTnLst>
                                    <p:animClr clrSpc="rgb" dir="cw">
                                      <p:cBhvr>
                                        <p:cTn id="473" dur="500" fill="hold"/>
                                        <p:tgtEl>
                                          <p:spTgt spid="54"/>
                                        </p:tgtEl>
                                        <p:attrNameLst>
                                          <p:attrName>fillcolor</p:attrName>
                                        </p:attrNameLst>
                                      </p:cBhvr>
                                      <p:to>
                                        <a:srgbClr val="749090"/>
                                      </p:to>
                                    </p:animClr>
                                    <p:set>
                                      <p:cBhvr>
                                        <p:cTn id="474" dur="500" fill="hold"/>
                                        <p:tgtEl>
                                          <p:spTgt spid="54"/>
                                        </p:tgtEl>
                                        <p:attrNameLst>
                                          <p:attrName>fill.type</p:attrName>
                                        </p:attrNameLst>
                                      </p:cBhvr>
                                      <p:to>
                                        <p:strVal val="solid"/>
                                      </p:to>
                                    </p:set>
                                    <p:set>
                                      <p:cBhvr>
                                        <p:cTn id="475" dur="500" fill="hold"/>
                                        <p:tgtEl>
                                          <p:spTgt spid="54"/>
                                        </p:tgtEl>
                                        <p:attrNameLst>
                                          <p:attrName>fill.on</p:attrName>
                                        </p:attrNameLst>
                                      </p:cBhvr>
                                      <p:to>
                                        <p:strVal val="true"/>
                                      </p:to>
                                    </p:set>
                                  </p:childTnLst>
                                </p:cTn>
                              </p:par>
                              <p:par>
                                <p:cTn id="476" presetID="1" presetClass="emph" presetSubtype="2" fill="hold" nodeType="withEffect">
                                  <p:stCondLst>
                                    <p:cond delay="0"/>
                                  </p:stCondLst>
                                  <p:childTnLst>
                                    <p:animClr clrSpc="rgb" dir="cw">
                                      <p:cBhvr>
                                        <p:cTn id="477" dur="500" fill="hold"/>
                                        <p:tgtEl>
                                          <p:spTgt spid="52"/>
                                        </p:tgtEl>
                                        <p:attrNameLst>
                                          <p:attrName>fillcolor</p:attrName>
                                        </p:attrNameLst>
                                      </p:cBhvr>
                                      <p:to>
                                        <a:srgbClr val="00B050"/>
                                      </p:to>
                                    </p:animClr>
                                    <p:set>
                                      <p:cBhvr>
                                        <p:cTn id="478" dur="500" fill="hold"/>
                                        <p:tgtEl>
                                          <p:spTgt spid="52"/>
                                        </p:tgtEl>
                                        <p:attrNameLst>
                                          <p:attrName>fill.type</p:attrName>
                                        </p:attrNameLst>
                                      </p:cBhvr>
                                      <p:to>
                                        <p:strVal val="solid"/>
                                      </p:to>
                                    </p:set>
                                    <p:set>
                                      <p:cBhvr>
                                        <p:cTn id="479" dur="500" fill="hold"/>
                                        <p:tgtEl>
                                          <p:spTgt spid="52"/>
                                        </p:tgtEl>
                                        <p:attrNameLst>
                                          <p:attrName>fill.on</p:attrName>
                                        </p:attrNameLst>
                                      </p:cBhvr>
                                      <p:to>
                                        <p:strVal val="true"/>
                                      </p:to>
                                    </p:set>
                                  </p:childTnLst>
                                </p:cTn>
                              </p:par>
                            </p:childTnLst>
                          </p:cTn>
                        </p:par>
                      </p:childTnLst>
                    </p:cTn>
                  </p:par>
                  <p:par>
                    <p:cTn id="480" fill="hold">
                      <p:stCondLst>
                        <p:cond delay="indefinite"/>
                      </p:stCondLst>
                      <p:childTnLst>
                        <p:par>
                          <p:cTn id="481" fill="hold">
                            <p:stCondLst>
                              <p:cond delay="0"/>
                            </p:stCondLst>
                            <p:childTnLst>
                              <p:par>
                                <p:cTn id="482" presetID="10" presetClass="entr" presetSubtype="0" fill="hold" grpId="0" nodeType="clickEffect">
                                  <p:stCondLst>
                                    <p:cond delay="0"/>
                                  </p:stCondLst>
                                  <p:childTnLst>
                                    <p:set>
                                      <p:cBhvr>
                                        <p:cTn id="483" dur="1" fill="hold">
                                          <p:stCondLst>
                                            <p:cond delay="0"/>
                                          </p:stCondLst>
                                        </p:cTn>
                                        <p:tgtEl>
                                          <p:spTgt spid="23"/>
                                        </p:tgtEl>
                                        <p:attrNameLst>
                                          <p:attrName>style.visibility</p:attrName>
                                        </p:attrNameLst>
                                      </p:cBhvr>
                                      <p:to>
                                        <p:strVal val="visible"/>
                                      </p:to>
                                    </p:set>
                                    <p:animEffect transition="in" filter="fade">
                                      <p:cBhvr>
                                        <p:cTn id="484" dur="500"/>
                                        <p:tgtEl>
                                          <p:spTgt spid="23"/>
                                        </p:tgtEl>
                                      </p:cBhvr>
                                    </p:animEffect>
                                  </p:childTnLst>
                                </p:cTn>
                              </p:par>
                            </p:childTnLst>
                          </p:cTn>
                        </p:par>
                      </p:childTnLst>
                    </p:cTn>
                  </p:par>
                  <p:par>
                    <p:cTn id="485" fill="hold">
                      <p:stCondLst>
                        <p:cond delay="indefinite"/>
                      </p:stCondLst>
                      <p:childTnLst>
                        <p:par>
                          <p:cTn id="486" fill="hold">
                            <p:stCondLst>
                              <p:cond delay="0"/>
                            </p:stCondLst>
                            <p:childTnLst>
                              <p:par>
                                <p:cTn id="487" presetID="7" presetClass="emph" presetSubtype="2" fill="hold" nodeType="clickEffect">
                                  <p:stCondLst>
                                    <p:cond delay="0"/>
                                  </p:stCondLst>
                                  <p:childTnLst>
                                    <p:animClr clrSpc="rgb" dir="cw">
                                      <p:cBhvr>
                                        <p:cTn id="488" dur="500" fill="hold"/>
                                        <p:tgtEl>
                                          <p:spTgt spid="78"/>
                                        </p:tgtEl>
                                        <p:attrNameLst>
                                          <p:attrName>stroke.color</p:attrName>
                                        </p:attrNameLst>
                                      </p:cBhvr>
                                      <p:to>
                                        <a:srgbClr val="92D050"/>
                                      </p:to>
                                    </p:animClr>
                                    <p:set>
                                      <p:cBhvr>
                                        <p:cTn id="489" dur="500" fill="hold"/>
                                        <p:tgtEl>
                                          <p:spTgt spid="78"/>
                                        </p:tgtEl>
                                        <p:attrNameLst>
                                          <p:attrName>stroke.on</p:attrName>
                                        </p:attrNameLst>
                                      </p:cBhvr>
                                      <p:to>
                                        <p:strVal val="true"/>
                                      </p:to>
                                    </p:set>
                                  </p:childTnLst>
                                </p:cTn>
                              </p:par>
                              <p:par>
                                <p:cTn id="490" presetID="1" presetClass="emph" presetSubtype="2" fill="hold" nodeType="withEffect">
                                  <p:stCondLst>
                                    <p:cond delay="0"/>
                                  </p:stCondLst>
                                  <p:childTnLst>
                                    <p:animClr clrSpc="rgb" dir="cw">
                                      <p:cBhvr>
                                        <p:cTn id="491" dur="500" fill="hold"/>
                                        <p:tgtEl>
                                          <p:spTgt spid="45"/>
                                        </p:tgtEl>
                                        <p:attrNameLst>
                                          <p:attrName>fillcolor</p:attrName>
                                        </p:attrNameLst>
                                      </p:cBhvr>
                                      <p:to>
                                        <a:srgbClr val="92D050"/>
                                      </p:to>
                                    </p:animClr>
                                    <p:set>
                                      <p:cBhvr>
                                        <p:cTn id="492" dur="500" fill="hold"/>
                                        <p:tgtEl>
                                          <p:spTgt spid="45"/>
                                        </p:tgtEl>
                                        <p:attrNameLst>
                                          <p:attrName>fill.type</p:attrName>
                                        </p:attrNameLst>
                                      </p:cBhvr>
                                      <p:to>
                                        <p:strVal val="solid"/>
                                      </p:to>
                                    </p:set>
                                    <p:set>
                                      <p:cBhvr>
                                        <p:cTn id="493" dur="500" fill="hold"/>
                                        <p:tgtEl>
                                          <p:spTgt spid="45"/>
                                        </p:tgtEl>
                                        <p:attrNameLst>
                                          <p:attrName>fill.on</p:attrName>
                                        </p:attrNameLst>
                                      </p:cBhvr>
                                      <p:to>
                                        <p:strVal val="true"/>
                                      </p:to>
                                    </p:set>
                                  </p:childTnLst>
                                </p:cTn>
                              </p:par>
                            </p:childTnLst>
                          </p:cTn>
                        </p:par>
                      </p:childTnLst>
                    </p:cTn>
                  </p:par>
                  <p:par>
                    <p:cTn id="494" fill="hold">
                      <p:stCondLst>
                        <p:cond delay="indefinite"/>
                      </p:stCondLst>
                      <p:childTnLst>
                        <p:par>
                          <p:cTn id="495" fill="hold">
                            <p:stCondLst>
                              <p:cond delay="0"/>
                            </p:stCondLst>
                            <p:childTnLst>
                              <p:par>
                                <p:cTn id="496" presetID="7" presetClass="emph" presetSubtype="2" fill="hold" nodeType="clickEffect">
                                  <p:stCondLst>
                                    <p:cond delay="0"/>
                                  </p:stCondLst>
                                  <p:childTnLst>
                                    <p:animClr clrSpc="rgb" dir="cw">
                                      <p:cBhvr>
                                        <p:cTn id="497" dur="500" fill="hold"/>
                                        <p:tgtEl>
                                          <p:spTgt spid="68"/>
                                        </p:tgtEl>
                                        <p:attrNameLst>
                                          <p:attrName>stroke.color</p:attrName>
                                        </p:attrNameLst>
                                      </p:cBhvr>
                                      <p:to>
                                        <a:srgbClr val="92D050"/>
                                      </p:to>
                                    </p:animClr>
                                    <p:set>
                                      <p:cBhvr>
                                        <p:cTn id="498" dur="500" fill="hold"/>
                                        <p:tgtEl>
                                          <p:spTgt spid="68"/>
                                        </p:tgtEl>
                                        <p:attrNameLst>
                                          <p:attrName>stroke.on</p:attrName>
                                        </p:attrNameLst>
                                      </p:cBhvr>
                                      <p:to>
                                        <p:strVal val="true"/>
                                      </p:to>
                                    </p:set>
                                  </p:childTnLst>
                                </p:cTn>
                              </p:par>
                              <p:par>
                                <p:cTn id="499" presetID="1" presetClass="emph" presetSubtype="2" fill="hold" nodeType="withEffect">
                                  <p:stCondLst>
                                    <p:cond delay="0"/>
                                  </p:stCondLst>
                                  <p:childTnLst>
                                    <p:animClr clrSpc="rgb" dir="cw">
                                      <p:cBhvr>
                                        <p:cTn id="500" dur="500" fill="hold"/>
                                        <p:tgtEl>
                                          <p:spTgt spid="3"/>
                                        </p:tgtEl>
                                        <p:attrNameLst>
                                          <p:attrName>fillcolor</p:attrName>
                                        </p:attrNameLst>
                                      </p:cBhvr>
                                      <p:to>
                                        <a:srgbClr val="92D050"/>
                                      </p:to>
                                    </p:animClr>
                                    <p:set>
                                      <p:cBhvr>
                                        <p:cTn id="501" dur="500" fill="hold"/>
                                        <p:tgtEl>
                                          <p:spTgt spid="3"/>
                                        </p:tgtEl>
                                        <p:attrNameLst>
                                          <p:attrName>fill.type</p:attrName>
                                        </p:attrNameLst>
                                      </p:cBhvr>
                                      <p:to>
                                        <p:strVal val="solid"/>
                                      </p:to>
                                    </p:set>
                                    <p:set>
                                      <p:cBhvr>
                                        <p:cTn id="502" dur="500" fill="hold"/>
                                        <p:tgtEl>
                                          <p:spTgt spid="3"/>
                                        </p:tgtEl>
                                        <p:attrNameLst>
                                          <p:attrName>fill.on</p:attrName>
                                        </p:attrNameLst>
                                      </p:cBhvr>
                                      <p:to>
                                        <p:strVal val="true"/>
                                      </p:to>
                                    </p:set>
                                  </p:childTnLst>
                                </p:cTn>
                              </p:par>
                            </p:childTnLst>
                          </p:cTn>
                        </p:par>
                      </p:childTnLst>
                    </p:cTn>
                  </p:par>
                  <p:par>
                    <p:cTn id="503" fill="hold">
                      <p:stCondLst>
                        <p:cond delay="indefinite"/>
                      </p:stCondLst>
                      <p:childTnLst>
                        <p:par>
                          <p:cTn id="504" fill="hold">
                            <p:stCondLst>
                              <p:cond delay="0"/>
                            </p:stCondLst>
                            <p:childTnLst>
                              <p:par>
                                <p:cTn id="505" presetID="1" presetClass="emph" presetSubtype="2" fill="hold" nodeType="clickEffect">
                                  <p:stCondLst>
                                    <p:cond delay="0"/>
                                  </p:stCondLst>
                                  <p:childTnLst>
                                    <p:animClr clrSpc="rgb" dir="cw">
                                      <p:cBhvr>
                                        <p:cTn id="506" dur="500" fill="hold"/>
                                        <p:tgtEl>
                                          <p:spTgt spid="3"/>
                                        </p:tgtEl>
                                        <p:attrNameLst>
                                          <p:attrName>fillcolor</p:attrName>
                                        </p:attrNameLst>
                                      </p:cBhvr>
                                      <p:to>
                                        <a:srgbClr val="749090"/>
                                      </p:to>
                                    </p:animClr>
                                    <p:set>
                                      <p:cBhvr>
                                        <p:cTn id="507" dur="500" fill="hold"/>
                                        <p:tgtEl>
                                          <p:spTgt spid="3"/>
                                        </p:tgtEl>
                                        <p:attrNameLst>
                                          <p:attrName>fill.type</p:attrName>
                                        </p:attrNameLst>
                                      </p:cBhvr>
                                      <p:to>
                                        <p:strVal val="solid"/>
                                      </p:to>
                                    </p:set>
                                    <p:set>
                                      <p:cBhvr>
                                        <p:cTn id="508" dur="500" fill="hold"/>
                                        <p:tgtEl>
                                          <p:spTgt spid="3"/>
                                        </p:tgtEl>
                                        <p:attrNameLst>
                                          <p:attrName>fill.on</p:attrName>
                                        </p:attrNameLst>
                                      </p:cBhvr>
                                      <p:to>
                                        <p:strVal val="true"/>
                                      </p:to>
                                    </p:set>
                                  </p:childTnLst>
                                </p:cTn>
                              </p:par>
                              <p:par>
                                <p:cTn id="509" presetID="7" presetClass="emph" presetSubtype="2" fill="hold" nodeType="withEffect">
                                  <p:stCondLst>
                                    <p:cond delay="0"/>
                                  </p:stCondLst>
                                  <p:childTnLst>
                                    <p:animClr clrSpc="rgb" dir="cw">
                                      <p:cBhvr>
                                        <p:cTn id="510" dur="500" fill="hold"/>
                                        <p:tgtEl>
                                          <p:spTgt spid="68"/>
                                        </p:tgtEl>
                                        <p:attrNameLst>
                                          <p:attrName>stroke.color</p:attrName>
                                        </p:attrNameLst>
                                      </p:cBhvr>
                                      <p:to>
                                        <a:srgbClr val="749090"/>
                                      </p:to>
                                    </p:animClr>
                                    <p:set>
                                      <p:cBhvr>
                                        <p:cTn id="511" dur="500" fill="hold"/>
                                        <p:tgtEl>
                                          <p:spTgt spid="68"/>
                                        </p:tgtEl>
                                        <p:attrNameLst>
                                          <p:attrName>stroke.on</p:attrName>
                                        </p:attrNameLst>
                                      </p:cBhvr>
                                      <p:to>
                                        <p:strVal val="true"/>
                                      </p:to>
                                    </p:set>
                                  </p:childTnLst>
                                </p:cTn>
                              </p:par>
                              <p:par>
                                <p:cTn id="512" presetID="1" presetClass="emph" presetSubtype="2" fill="hold" nodeType="withEffect">
                                  <p:stCondLst>
                                    <p:cond delay="0"/>
                                  </p:stCondLst>
                                  <p:childTnLst>
                                    <p:animClr clrSpc="rgb" dir="cw">
                                      <p:cBhvr>
                                        <p:cTn id="513" dur="500" fill="hold"/>
                                        <p:tgtEl>
                                          <p:spTgt spid="45"/>
                                        </p:tgtEl>
                                        <p:attrNameLst>
                                          <p:attrName>fillcolor</p:attrName>
                                        </p:attrNameLst>
                                      </p:cBhvr>
                                      <p:to>
                                        <a:srgbClr val="749090"/>
                                      </p:to>
                                    </p:animClr>
                                    <p:set>
                                      <p:cBhvr>
                                        <p:cTn id="514" dur="500" fill="hold"/>
                                        <p:tgtEl>
                                          <p:spTgt spid="45"/>
                                        </p:tgtEl>
                                        <p:attrNameLst>
                                          <p:attrName>fill.type</p:attrName>
                                        </p:attrNameLst>
                                      </p:cBhvr>
                                      <p:to>
                                        <p:strVal val="solid"/>
                                      </p:to>
                                    </p:set>
                                    <p:set>
                                      <p:cBhvr>
                                        <p:cTn id="515" dur="500" fill="hold"/>
                                        <p:tgtEl>
                                          <p:spTgt spid="45"/>
                                        </p:tgtEl>
                                        <p:attrNameLst>
                                          <p:attrName>fill.on</p:attrName>
                                        </p:attrNameLst>
                                      </p:cBhvr>
                                      <p:to>
                                        <p:strVal val="true"/>
                                      </p:to>
                                    </p:set>
                                  </p:childTnLst>
                                </p:cTn>
                              </p:par>
                              <p:par>
                                <p:cTn id="516" presetID="7" presetClass="emph" presetSubtype="2" fill="hold" nodeType="withEffect">
                                  <p:stCondLst>
                                    <p:cond delay="0"/>
                                  </p:stCondLst>
                                  <p:childTnLst>
                                    <p:animClr clrSpc="rgb" dir="cw">
                                      <p:cBhvr>
                                        <p:cTn id="517" dur="500" fill="hold"/>
                                        <p:tgtEl>
                                          <p:spTgt spid="78"/>
                                        </p:tgtEl>
                                        <p:attrNameLst>
                                          <p:attrName>stroke.color</p:attrName>
                                        </p:attrNameLst>
                                      </p:cBhvr>
                                      <p:to>
                                        <a:srgbClr val="749090"/>
                                      </p:to>
                                    </p:animClr>
                                    <p:set>
                                      <p:cBhvr>
                                        <p:cTn id="518" dur="500" fill="hold"/>
                                        <p:tgtEl>
                                          <p:spTgt spid="78"/>
                                        </p:tgtEl>
                                        <p:attrNameLst>
                                          <p:attrName>stroke.on</p:attrName>
                                        </p:attrNameLst>
                                      </p:cBhvr>
                                      <p:to>
                                        <p:strVal val="true"/>
                                      </p:to>
                                    </p:set>
                                  </p:childTnLst>
                                </p:cTn>
                              </p:par>
                            </p:childTnLst>
                          </p:cTn>
                        </p:par>
                      </p:childTnLst>
                    </p:cTn>
                  </p:par>
                  <p:par>
                    <p:cTn id="519" fill="hold">
                      <p:stCondLst>
                        <p:cond delay="indefinite"/>
                      </p:stCondLst>
                      <p:childTnLst>
                        <p:par>
                          <p:cTn id="520" fill="hold">
                            <p:stCondLst>
                              <p:cond delay="0"/>
                            </p:stCondLst>
                            <p:childTnLst>
                              <p:par>
                                <p:cTn id="521" presetID="1" presetClass="emph" presetSubtype="2" fill="hold" nodeType="clickEffect">
                                  <p:stCondLst>
                                    <p:cond delay="0"/>
                                  </p:stCondLst>
                                  <p:childTnLst>
                                    <p:animClr clrSpc="rgb" dir="cw">
                                      <p:cBhvr>
                                        <p:cTn id="522" dur="500" fill="hold"/>
                                        <p:tgtEl>
                                          <p:spTgt spid="15"/>
                                        </p:tgtEl>
                                        <p:attrNameLst>
                                          <p:attrName>fillcolor</p:attrName>
                                        </p:attrNameLst>
                                      </p:cBhvr>
                                      <p:to>
                                        <a:srgbClr val="749090"/>
                                      </p:to>
                                    </p:animClr>
                                    <p:set>
                                      <p:cBhvr>
                                        <p:cTn id="523" dur="500" fill="hold"/>
                                        <p:tgtEl>
                                          <p:spTgt spid="15"/>
                                        </p:tgtEl>
                                        <p:attrNameLst>
                                          <p:attrName>fill.type</p:attrName>
                                        </p:attrNameLst>
                                      </p:cBhvr>
                                      <p:to>
                                        <p:strVal val="solid"/>
                                      </p:to>
                                    </p:set>
                                    <p:set>
                                      <p:cBhvr>
                                        <p:cTn id="524" dur="500" fill="hold"/>
                                        <p:tgtEl>
                                          <p:spTgt spid="15"/>
                                        </p:tgtEl>
                                        <p:attrNameLst>
                                          <p:attrName>fill.on</p:attrName>
                                        </p:attrNameLst>
                                      </p:cBhvr>
                                      <p:to>
                                        <p:strVal val="true"/>
                                      </p:to>
                                    </p:set>
                                  </p:childTnLst>
                                </p:cTn>
                              </p:par>
                              <p:par>
                                <p:cTn id="525" presetID="1" presetClass="emph" presetSubtype="2" fill="hold" nodeType="withEffect">
                                  <p:stCondLst>
                                    <p:cond delay="0"/>
                                  </p:stCondLst>
                                  <p:childTnLst>
                                    <p:animClr clrSpc="rgb" dir="cw">
                                      <p:cBhvr>
                                        <p:cTn id="526" dur="500" fill="hold"/>
                                        <p:tgtEl>
                                          <p:spTgt spid="52"/>
                                        </p:tgtEl>
                                        <p:attrNameLst>
                                          <p:attrName>fillcolor</p:attrName>
                                        </p:attrNameLst>
                                      </p:cBhvr>
                                      <p:to>
                                        <a:srgbClr val="749090"/>
                                      </p:to>
                                    </p:animClr>
                                    <p:set>
                                      <p:cBhvr>
                                        <p:cTn id="527" dur="500" fill="hold"/>
                                        <p:tgtEl>
                                          <p:spTgt spid="52"/>
                                        </p:tgtEl>
                                        <p:attrNameLst>
                                          <p:attrName>fill.type</p:attrName>
                                        </p:attrNameLst>
                                      </p:cBhvr>
                                      <p:to>
                                        <p:strVal val="solid"/>
                                      </p:to>
                                    </p:set>
                                    <p:set>
                                      <p:cBhvr>
                                        <p:cTn id="528" dur="500" fill="hold"/>
                                        <p:tgtEl>
                                          <p:spTgt spid="5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6" grpId="0" animBg="1"/>
      <p:bldP spid="17" grpId="0" animBg="1"/>
      <p:bldP spid="18" grpId="0" animBg="1"/>
      <p:bldP spid="22" grpId="0" animBg="1"/>
      <p:bldP spid="23" grpId="0" animBg="1"/>
    </p:bldLst>
  </p:timing>
</p:sld>
</file>

<file path=ppt/theme/theme1.xml><?xml version="1.0" encoding="utf-8"?>
<a:theme xmlns:a="http://schemas.openxmlformats.org/drawingml/2006/main" name="ClassicFrameVTI">
  <a:themeElements>
    <a:clrScheme name="Custom 22">
      <a:dk1>
        <a:sysClr val="windowText" lastClr="000000"/>
      </a:dk1>
      <a:lt1>
        <a:sysClr val="window" lastClr="FFFFFF"/>
      </a:lt1>
      <a:dk2>
        <a:srgbClr val="293737"/>
      </a:dk2>
      <a:lt2>
        <a:srgbClr val="EEF2F0"/>
      </a:lt2>
      <a:accent1>
        <a:srgbClr val="749090"/>
      </a:accent1>
      <a:accent2>
        <a:srgbClr val="A5A5A5"/>
      </a:accent2>
      <a:accent3>
        <a:srgbClr val="91A39B"/>
      </a:accent3>
      <a:accent4>
        <a:srgbClr val="A9A698"/>
      </a:accent4>
      <a:accent5>
        <a:srgbClr val="A2A79A"/>
      </a:accent5>
      <a:accent6>
        <a:srgbClr val="897F65"/>
      </a:accent6>
      <a:hlink>
        <a:srgbClr val="92872F"/>
      </a:hlink>
      <a:folHlink>
        <a:srgbClr val="AB73A9"/>
      </a:folHlink>
    </a:clrScheme>
    <a:fontScheme name="Goudy and Gill Sans">
      <a:majorFont>
        <a:latin typeface="Goudy Old Styl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FrameVTI" id="{4FA2A165-EC65-4FB0-B019-8C8876A1D8E3}" vid="{9D78F1F1-8226-42FD-A1A3-975EDF6D60F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2316</Words>
  <Application>Microsoft Macintosh PowerPoint</Application>
  <PresentationFormat>Widescreen</PresentationFormat>
  <Paragraphs>971</Paragraphs>
  <Slides>64</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64</vt:i4>
      </vt:variant>
    </vt:vector>
  </HeadingPairs>
  <TitlesOfParts>
    <vt:vector size="71" baseType="lpstr">
      <vt:lpstr>Aptos</vt:lpstr>
      <vt:lpstr>Arial</vt:lpstr>
      <vt:lpstr>Cambria Math</vt:lpstr>
      <vt:lpstr>Gill Sans MT</vt:lpstr>
      <vt:lpstr>Goudy Old Style</vt:lpstr>
      <vt:lpstr>Wingdings</vt:lpstr>
      <vt:lpstr>ClassicFrameVTI</vt:lpstr>
      <vt:lpstr>Knuth–Morris–Pratt  and Aho–Corasick</vt:lpstr>
      <vt:lpstr>Knuth – Morris – Pratt (KMP)</vt:lpstr>
      <vt:lpstr>Definition</vt:lpstr>
      <vt:lpstr>PROBLEM</vt:lpstr>
      <vt:lpstr>MAIN IDEA OF KMP</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Naive algorithm</vt:lpstr>
      <vt:lpstr>Preprocessing</vt:lpstr>
      <vt:lpstr>Preprocessing</vt:lpstr>
      <vt:lpstr>String matching</vt:lpstr>
      <vt:lpstr>String matching</vt:lpstr>
      <vt:lpstr>AHO-CORASICK</vt:lpstr>
      <vt:lpstr>Definition</vt:lpstr>
      <vt:lpstr>PROBLEM</vt:lpstr>
      <vt:lpstr>MAIN IDEA OF AHO-CORASICK</vt:lpstr>
      <vt:lpstr>ABOUT TRIE</vt:lpstr>
      <vt:lpstr>preprocessing</vt:lpstr>
      <vt:lpstr>Linking the node</vt:lpstr>
      <vt:lpstr>STEp 1: create a trie and LINK ALL THE NODE TO THE ROOT</vt:lpstr>
      <vt:lpstr>STEP 2:RELINKING THE NODE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Searching/ matching process</vt:lpstr>
      <vt:lpstr>SEARCHING/ MATCHING PROCESS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VÕ ĐÌNH CAO MINH HÀO</dc:creator>
  <cp:lastModifiedBy>VÕ ĐÌNH CAO MINH HÀO</cp:lastModifiedBy>
  <cp:revision>1</cp:revision>
  <dcterms:created xsi:type="dcterms:W3CDTF">2025-03-26T13:36:19Z</dcterms:created>
  <dcterms:modified xsi:type="dcterms:W3CDTF">2025-03-31T07:55:58Z</dcterms:modified>
</cp:coreProperties>
</file>